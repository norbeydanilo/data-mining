
<file path=[Content_Types].xml><?xml version="1.0" encoding="utf-8"?>
<Types xmlns="http://schemas.openxmlformats.org/package/2006/content-types">
  <Default Extension="gif" ContentType="image/gif"/>
  <Default Extension="jpeg" ContentType="image/jpeg"/>
  <Default Extension="jpg" ContentType="image/jpg"/>
  <Default Extension="png" ContentType="image/png"/>
  <Default Extension="rels" ContentType="application/vnd.openxmlformats-package.relationships+xml"/>
  <Default Extension="svg" ContentType="image/svg+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media/image4.jpg" ContentType="image/jpeg"/>
  <Override PartName="/ppt/notesSlides/notesSlide4.xml" ContentType="application/vnd.openxmlformats-officedocument.presentationml.notesSlide+xml"/>
  <Override PartName="/ppt/media/image8.jpg" ContentType="image/jpeg"/>
  <Override PartName="/ppt/media/image17.jpg" ContentType="image/jpeg"/>
  <Override PartName="/ppt/notesSlides/notesSlide5.xml" ContentType="application/vnd.openxmlformats-officedocument.presentationml.notesSlide+xml"/>
  <Override PartName="/ppt/media/image21.jpg" ContentType="image/jpeg"/>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2"/>
  </p:notesMasterIdLst>
  <p:sldIdLst>
    <p:sldId id="256" r:id="rId2"/>
    <p:sldId id="294" r:id="rId3"/>
    <p:sldId id="1336" r:id="rId4"/>
    <p:sldId id="1349" r:id="rId5"/>
    <p:sldId id="1338" r:id="rId6"/>
    <p:sldId id="1339" r:id="rId7"/>
    <p:sldId id="1359" r:id="rId8"/>
    <p:sldId id="1340" r:id="rId9"/>
    <p:sldId id="1341" r:id="rId10"/>
    <p:sldId id="1342" r:id="rId11"/>
    <p:sldId id="1343" r:id="rId12"/>
    <p:sldId id="1345" r:id="rId13"/>
    <p:sldId id="1344" r:id="rId14"/>
    <p:sldId id="1346" r:id="rId15"/>
    <p:sldId id="1347" r:id="rId16"/>
    <p:sldId id="1348" r:id="rId17"/>
    <p:sldId id="1350" r:id="rId18"/>
    <p:sldId id="1352" r:id="rId19"/>
    <p:sldId id="1353" r:id="rId20"/>
    <p:sldId id="1351" r:id="rId21"/>
    <p:sldId id="1354" r:id="rId22"/>
    <p:sldId id="1355" r:id="rId23"/>
    <p:sldId id="1356" r:id="rId24"/>
    <p:sldId id="1357" r:id="rId25"/>
    <p:sldId id="1358" r:id="rId26"/>
    <p:sldId id="446" r:id="rId27"/>
    <p:sldId id="447" r:id="rId28"/>
    <p:sldId id="449" r:id="rId29"/>
    <p:sldId id="448" r:id="rId30"/>
    <p:sldId id="450" r:id="rId3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3" roundtripDataSignature="AMtx7mhvwoM9eB9/dioecwqT0tewQNWU8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6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BB7BEE-E011-469B-98E3-DD91FF82B32D}" v="59" dt="2026-08-10T23:01:09.320"/>
  </p1510:revLst>
</p1510:revInfo>
</file>

<file path=ppt/tableStyles.xml><?xml version="1.0" encoding="utf-8"?>
<a:tblStyleLst xmlns:a="http://schemas.openxmlformats.org/drawingml/2006/main" def="{25A4D92F-EE95-46B2-AAA7-93A10D061BFF}">
  <a:tblStyle styleId="{25A4D92F-EE95-46B2-AAA7-93A10D061BFF}"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5" d="100"/>
          <a:sy n="115" d="100"/>
        </p:scale>
        <p:origin x="70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84" Type="http://schemas.openxmlformats.org/officeDocument/2006/relationships/presProps" Target="presProps.xml"/><Relationship Id="rId89"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83" Type="http://customschemas.google.com/relationships/presentationmetadata" Target="metadata"/><Relationship Id="rId88"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8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 Id="rId85" Type="http://schemas.openxmlformats.org/officeDocument/2006/relationships/viewProps" Target="viewProps.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rbey Muñoz" userId="b7e811e8891ccd42" providerId="LiveId" clId="{2482167B-ADD3-4E68-AB8B-ADE9CECE27D0}"/>
    <pc:docChg chg="undo custSel addSld delSld modSld sldOrd">
      <pc:chgData name="Norbey Muñoz" userId="b7e811e8891ccd42" providerId="LiveId" clId="{2482167B-ADD3-4E68-AB8B-ADE9CECE27D0}" dt="2026-08-10T23:03:01.744" v="1495" actId="20577"/>
      <pc:docMkLst>
        <pc:docMk/>
      </pc:docMkLst>
      <pc:sldChg chg="addSp delSp modSp mod">
        <pc:chgData name="Norbey Muñoz" userId="b7e811e8891ccd42" providerId="LiveId" clId="{2482167B-ADD3-4E68-AB8B-ADE9CECE27D0}" dt="2026-08-10T21:33:36.685" v="1387" actId="20577"/>
        <pc:sldMkLst>
          <pc:docMk/>
          <pc:sldMk cId="0" sldId="256"/>
        </pc:sldMkLst>
        <pc:spChg chg="add del mod">
          <ac:chgData name="Norbey Muñoz" userId="b7e811e8891ccd42" providerId="LiveId" clId="{2482167B-ADD3-4E68-AB8B-ADE9CECE27D0}" dt="2026-08-10T21:33:36.685" v="1387" actId="20577"/>
          <ac:spMkLst>
            <pc:docMk/>
            <pc:sldMk cId="0" sldId="256"/>
            <ac:spMk id="98" creationId="{00000000-0000-0000-0000-000000000000}"/>
          </ac:spMkLst>
        </pc:spChg>
      </pc:sldChg>
      <pc:sldChg chg="del">
        <pc:chgData name="Norbey Muñoz" userId="b7e811e8891ccd42" providerId="LiveId" clId="{2482167B-ADD3-4E68-AB8B-ADE9CECE27D0}" dt="2026-08-10T04:06:07.611" v="820" actId="47"/>
        <pc:sldMkLst>
          <pc:docMk/>
          <pc:sldMk cId="0" sldId="257"/>
        </pc:sldMkLst>
      </pc:sldChg>
      <pc:sldChg chg="del">
        <pc:chgData name="Norbey Muñoz" userId="b7e811e8891ccd42" providerId="LiveId" clId="{2482167B-ADD3-4E68-AB8B-ADE9CECE27D0}" dt="2026-08-10T04:01:53.616" v="816" actId="47"/>
        <pc:sldMkLst>
          <pc:docMk/>
          <pc:sldMk cId="0" sldId="292"/>
        </pc:sldMkLst>
      </pc:sldChg>
      <pc:sldChg chg="del">
        <pc:chgData name="Norbey Muñoz" userId="b7e811e8891ccd42" providerId="LiveId" clId="{2482167B-ADD3-4E68-AB8B-ADE9CECE27D0}" dt="2026-08-10T04:01:45.683" v="813" actId="47"/>
        <pc:sldMkLst>
          <pc:docMk/>
          <pc:sldMk cId="0" sldId="293"/>
        </pc:sldMkLst>
      </pc:sldChg>
      <pc:sldChg chg="add setBg">
        <pc:chgData name="Norbey Muñoz" userId="b7e811e8891ccd42" providerId="LiveId" clId="{2482167B-ADD3-4E68-AB8B-ADE9CECE27D0}" dt="2026-08-10T04:02:07.055" v="818"/>
        <pc:sldMkLst>
          <pc:docMk/>
          <pc:sldMk cId="0" sldId="294"/>
        </pc:sldMkLst>
      </pc:sldChg>
      <pc:sldChg chg="modSp del mod ord">
        <pc:chgData name="Norbey Muñoz" userId="b7e811e8891ccd42" providerId="LiveId" clId="{2482167B-ADD3-4E68-AB8B-ADE9CECE27D0}" dt="2026-08-10T04:01:17.440" v="812" actId="2696"/>
        <pc:sldMkLst>
          <pc:docMk/>
          <pc:sldMk cId="216095517" sldId="331"/>
        </pc:sldMkLst>
      </pc:sldChg>
      <pc:sldChg chg="addSp modSp add mod">
        <pc:chgData name="Norbey Muñoz" userId="b7e811e8891ccd42" providerId="LiveId" clId="{2482167B-ADD3-4E68-AB8B-ADE9CECE27D0}" dt="2026-08-10T20:56:03.834" v="1349" actId="167"/>
        <pc:sldMkLst>
          <pc:docMk/>
          <pc:sldMk cId="2923275507" sldId="446"/>
        </pc:sldMkLst>
        <pc:spChg chg="add mod ord">
          <ac:chgData name="Norbey Muñoz" userId="b7e811e8891ccd42" providerId="LiveId" clId="{2482167B-ADD3-4E68-AB8B-ADE9CECE27D0}" dt="2026-08-10T20:56:03.834" v="1349" actId="167"/>
          <ac:spMkLst>
            <pc:docMk/>
            <pc:sldMk cId="2923275507" sldId="446"/>
            <ac:spMk id="4" creationId="{27AC3401-1126-C841-57F2-63CC5ECCA87E}"/>
          </ac:spMkLst>
        </pc:spChg>
      </pc:sldChg>
      <pc:sldChg chg="addSp modSp add mod">
        <pc:chgData name="Norbey Muñoz" userId="b7e811e8891ccd42" providerId="LiveId" clId="{2482167B-ADD3-4E68-AB8B-ADE9CECE27D0}" dt="2026-08-10T20:56:08.901" v="1351" actId="167"/>
        <pc:sldMkLst>
          <pc:docMk/>
          <pc:sldMk cId="2192698301" sldId="447"/>
        </pc:sldMkLst>
        <pc:spChg chg="add ord">
          <ac:chgData name="Norbey Muñoz" userId="b7e811e8891ccd42" providerId="LiveId" clId="{2482167B-ADD3-4E68-AB8B-ADE9CECE27D0}" dt="2026-08-10T20:56:08.901" v="1351" actId="167"/>
          <ac:spMkLst>
            <pc:docMk/>
            <pc:sldMk cId="2192698301" sldId="447"/>
            <ac:spMk id="4" creationId="{37DA108D-9F37-CF9C-A09A-8443B1BEC364}"/>
          </ac:spMkLst>
        </pc:spChg>
      </pc:sldChg>
      <pc:sldChg chg="addSp modSp add mod">
        <pc:chgData name="Norbey Muñoz" userId="b7e811e8891ccd42" providerId="LiveId" clId="{2482167B-ADD3-4E68-AB8B-ADE9CECE27D0}" dt="2026-08-10T20:56:16.934" v="1355" actId="167"/>
        <pc:sldMkLst>
          <pc:docMk/>
          <pc:sldMk cId="2925431247" sldId="448"/>
        </pc:sldMkLst>
        <pc:spChg chg="add ord">
          <ac:chgData name="Norbey Muñoz" userId="b7e811e8891ccd42" providerId="LiveId" clId="{2482167B-ADD3-4E68-AB8B-ADE9CECE27D0}" dt="2026-08-10T20:56:16.934" v="1355" actId="167"/>
          <ac:spMkLst>
            <pc:docMk/>
            <pc:sldMk cId="2925431247" sldId="448"/>
            <ac:spMk id="4" creationId="{199818C6-11C9-87F3-AEF8-E810CA4F3CD4}"/>
          </ac:spMkLst>
        </pc:spChg>
      </pc:sldChg>
      <pc:sldChg chg="addSp modSp add mod">
        <pc:chgData name="Norbey Muñoz" userId="b7e811e8891ccd42" providerId="LiveId" clId="{2482167B-ADD3-4E68-AB8B-ADE9CECE27D0}" dt="2026-08-10T20:56:12.932" v="1353" actId="167"/>
        <pc:sldMkLst>
          <pc:docMk/>
          <pc:sldMk cId="2435660484" sldId="449"/>
        </pc:sldMkLst>
        <pc:spChg chg="add ord">
          <ac:chgData name="Norbey Muñoz" userId="b7e811e8891ccd42" providerId="LiveId" clId="{2482167B-ADD3-4E68-AB8B-ADE9CECE27D0}" dt="2026-08-10T20:56:12.932" v="1353" actId="167"/>
          <ac:spMkLst>
            <pc:docMk/>
            <pc:sldMk cId="2435660484" sldId="449"/>
            <ac:spMk id="4" creationId="{F984EC40-99B0-708F-B019-1AF97A4CB147}"/>
          </ac:spMkLst>
        </pc:spChg>
      </pc:sldChg>
      <pc:sldChg chg="addSp modSp add mod">
        <pc:chgData name="Norbey Muñoz" userId="b7e811e8891ccd42" providerId="LiveId" clId="{2482167B-ADD3-4E68-AB8B-ADE9CECE27D0}" dt="2026-08-10T20:56:21.140" v="1357" actId="167"/>
        <pc:sldMkLst>
          <pc:docMk/>
          <pc:sldMk cId="2626093428" sldId="450"/>
        </pc:sldMkLst>
        <pc:spChg chg="add ord">
          <ac:chgData name="Norbey Muñoz" userId="b7e811e8891ccd42" providerId="LiveId" clId="{2482167B-ADD3-4E68-AB8B-ADE9CECE27D0}" dt="2026-08-10T20:56:21.140" v="1357" actId="167"/>
          <ac:spMkLst>
            <pc:docMk/>
            <pc:sldMk cId="2626093428" sldId="450"/>
            <ac:spMk id="4" creationId="{511CEA0C-2F3F-5F25-B3D5-4205E70CC8DE}"/>
          </ac:spMkLst>
        </pc:spChg>
      </pc:sldChg>
      <pc:sldChg chg="del">
        <pc:chgData name="Norbey Muñoz" userId="b7e811e8891ccd42" providerId="LiveId" clId="{2482167B-ADD3-4E68-AB8B-ADE9CECE27D0}" dt="2026-08-10T04:06:12.147" v="829" actId="47"/>
        <pc:sldMkLst>
          <pc:docMk/>
          <pc:sldMk cId="2426043750" sldId="465"/>
        </pc:sldMkLst>
      </pc:sldChg>
      <pc:sldChg chg="del">
        <pc:chgData name="Norbey Muñoz" userId="b7e811e8891ccd42" providerId="LiveId" clId="{2482167B-ADD3-4E68-AB8B-ADE9CECE27D0}" dt="2026-08-10T04:06:10.542" v="825" actId="47"/>
        <pc:sldMkLst>
          <pc:docMk/>
          <pc:sldMk cId="3107005021" sldId="515"/>
        </pc:sldMkLst>
      </pc:sldChg>
      <pc:sldChg chg="del">
        <pc:chgData name="Norbey Muñoz" userId="b7e811e8891ccd42" providerId="LiveId" clId="{2482167B-ADD3-4E68-AB8B-ADE9CECE27D0}" dt="2026-08-10T04:06:11.759" v="828" actId="47"/>
        <pc:sldMkLst>
          <pc:docMk/>
          <pc:sldMk cId="1472918529" sldId="522"/>
        </pc:sldMkLst>
      </pc:sldChg>
      <pc:sldChg chg="del">
        <pc:chgData name="Norbey Muñoz" userId="b7e811e8891ccd42" providerId="LiveId" clId="{2482167B-ADD3-4E68-AB8B-ADE9CECE27D0}" dt="2026-08-10T04:06:11.305" v="827" actId="47"/>
        <pc:sldMkLst>
          <pc:docMk/>
          <pc:sldMk cId="3190320037" sldId="576"/>
        </pc:sldMkLst>
      </pc:sldChg>
      <pc:sldChg chg="del">
        <pc:chgData name="Norbey Muñoz" userId="b7e811e8891ccd42" providerId="LiveId" clId="{2482167B-ADD3-4E68-AB8B-ADE9CECE27D0}" dt="2026-08-10T04:06:08.924" v="822" actId="47"/>
        <pc:sldMkLst>
          <pc:docMk/>
          <pc:sldMk cId="2546194558" sldId="1329"/>
        </pc:sldMkLst>
      </pc:sldChg>
      <pc:sldChg chg="del">
        <pc:chgData name="Norbey Muñoz" userId="b7e811e8891ccd42" providerId="LiveId" clId="{2482167B-ADD3-4E68-AB8B-ADE9CECE27D0}" dt="2026-08-10T04:06:09.322" v="823" actId="47"/>
        <pc:sldMkLst>
          <pc:docMk/>
          <pc:sldMk cId="3279597992" sldId="1330"/>
        </pc:sldMkLst>
      </pc:sldChg>
      <pc:sldChg chg="del">
        <pc:chgData name="Norbey Muñoz" userId="b7e811e8891ccd42" providerId="LiveId" clId="{2482167B-ADD3-4E68-AB8B-ADE9CECE27D0}" dt="2026-08-10T04:06:09.619" v="824" actId="47"/>
        <pc:sldMkLst>
          <pc:docMk/>
          <pc:sldMk cId="1878834936" sldId="1331"/>
        </pc:sldMkLst>
      </pc:sldChg>
      <pc:sldChg chg="del">
        <pc:chgData name="Norbey Muñoz" userId="b7e811e8891ccd42" providerId="LiveId" clId="{2482167B-ADD3-4E68-AB8B-ADE9CECE27D0}" dt="2026-08-10T04:06:16.476" v="833" actId="47"/>
        <pc:sldMkLst>
          <pc:docMk/>
          <pc:sldMk cId="703820046" sldId="1332"/>
        </pc:sldMkLst>
      </pc:sldChg>
      <pc:sldChg chg="del">
        <pc:chgData name="Norbey Muñoz" userId="b7e811e8891ccd42" providerId="LiveId" clId="{2482167B-ADD3-4E68-AB8B-ADE9CECE27D0}" dt="2026-08-10T04:06:10.952" v="826" actId="47"/>
        <pc:sldMkLst>
          <pc:docMk/>
          <pc:sldMk cId="4234187005" sldId="1335"/>
        </pc:sldMkLst>
      </pc:sldChg>
      <pc:sldChg chg="addSp delSp modSp mod ord">
        <pc:chgData name="Norbey Muñoz" userId="b7e811e8891ccd42" providerId="LiveId" clId="{2482167B-ADD3-4E68-AB8B-ADE9CECE27D0}" dt="2026-08-10T20:23:05.762" v="1141"/>
        <pc:sldMkLst>
          <pc:docMk/>
          <pc:sldMk cId="839468348" sldId="1336"/>
        </pc:sldMkLst>
        <pc:spChg chg="del">
          <ac:chgData name="Norbey Muñoz" userId="b7e811e8891ccd42" providerId="LiveId" clId="{2482167B-ADD3-4E68-AB8B-ADE9CECE27D0}" dt="2026-08-10T04:06:48.175" v="842" actId="478"/>
          <ac:spMkLst>
            <pc:docMk/>
            <pc:sldMk cId="839468348" sldId="1336"/>
            <ac:spMk id="3" creationId="{02927E72-96C8-066F-9023-5BEF8F916658}"/>
          </ac:spMkLst>
        </pc:spChg>
        <pc:spChg chg="mod">
          <ac:chgData name="Norbey Muñoz" userId="b7e811e8891ccd42" providerId="LiveId" clId="{2482167B-ADD3-4E68-AB8B-ADE9CECE27D0}" dt="2026-08-10T04:06:38.755" v="840" actId="14100"/>
          <ac:spMkLst>
            <pc:docMk/>
            <pc:sldMk cId="839468348" sldId="1336"/>
            <ac:spMk id="108" creationId="{00000000-0000-0000-0000-000000000000}"/>
          </ac:spMkLst>
        </pc:spChg>
        <pc:graphicFrameChg chg="add mod modGraphic">
          <ac:chgData name="Norbey Muñoz" userId="b7e811e8891ccd42" providerId="LiveId" clId="{2482167B-ADD3-4E68-AB8B-ADE9CECE27D0}" dt="2026-08-10T04:07:44.307" v="857" actId="1076"/>
          <ac:graphicFrameMkLst>
            <pc:docMk/>
            <pc:sldMk cId="839468348" sldId="1336"/>
            <ac:graphicFrameMk id="2" creationId="{9D5D1F2D-93B8-9D4A-B5C2-E04BA6A7F15B}"/>
          </ac:graphicFrameMkLst>
        </pc:graphicFrameChg>
      </pc:sldChg>
      <pc:sldChg chg="del">
        <pc:chgData name="Norbey Muñoz" userId="b7e811e8891ccd42" providerId="LiveId" clId="{2482167B-ADD3-4E68-AB8B-ADE9CECE27D0}" dt="2026-08-10T04:06:14.786" v="830" actId="47"/>
        <pc:sldMkLst>
          <pc:docMk/>
          <pc:sldMk cId="300122151" sldId="1337"/>
        </pc:sldMkLst>
      </pc:sldChg>
      <pc:sldChg chg="add del">
        <pc:chgData name="Norbey Muñoz" userId="b7e811e8891ccd42" providerId="LiveId" clId="{2482167B-ADD3-4E68-AB8B-ADE9CECE27D0}" dt="2026-08-10T20:57:01.226" v="1358" actId="47"/>
        <pc:sldMkLst>
          <pc:docMk/>
          <pc:sldMk cId="1271695490" sldId="1337"/>
        </pc:sldMkLst>
      </pc:sldChg>
      <pc:sldChg chg="del">
        <pc:chgData name="Norbey Muñoz" userId="b7e811e8891ccd42" providerId="LiveId" clId="{2482167B-ADD3-4E68-AB8B-ADE9CECE27D0}" dt="2026-08-10T04:06:15.422" v="831" actId="47"/>
        <pc:sldMkLst>
          <pc:docMk/>
          <pc:sldMk cId="1676396648" sldId="1338"/>
        </pc:sldMkLst>
      </pc:sldChg>
      <pc:sldChg chg="addSp delSp modSp add mod ord delAnim modAnim">
        <pc:chgData name="Norbey Muñoz" userId="b7e811e8891ccd42" providerId="LiveId" clId="{2482167B-ADD3-4E68-AB8B-ADE9CECE27D0}" dt="2026-08-10T04:21:22.534" v="912"/>
        <pc:sldMkLst>
          <pc:docMk/>
          <pc:sldMk cId="1856775025" sldId="1338"/>
        </pc:sldMkLst>
        <pc:spChg chg="del">
          <ac:chgData name="Norbey Muñoz" userId="b7e811e8891ccd42" providerId="LiveId" clId="{2482167B-ADD3-4E68-AB8B-ADE9CECE27D0}" dt="2026-08-10T04:10:48.542" v="863" actId="478"/>
          <ac:spMkLst>
            <pc:docMk/>
            <pc:sldMk cId="1856775025" sldId="1338"/>
            <ac:spMk id="2" creationId="{DB7D9BD3-C71A-0989-ABAA-C6D372B894F0}"/>
          </ac:spMkLst>
        </pc:spChg>
        <pc:spChg chg="del">
          <ac:chgData name="Norbey Muñoz" userId="b7e811e8891ccd42" providerId="LiveId" clId="{2482167B-ADD3-4E68-AB8B-ADE9CECE27D0}" dt="2026-08-10T04:10:46.172" v="862" actId="478"/>
          <ac:spMkLst>
            <pc:docMk/>
            <pc:sldMk cId="1856775025" sldId="1338"/>
            <ac:spMk id="4" creationId="{1EB0A28E-2E68-46EA-E40F-68BF8FF2801A}"/>
          </ac:spMkLst>
        </pc:spChg>
        <pc:spChg chg="del">
          <ac:chgData name="Norbey Muñoz" userId="b7e811e8891ccd42" providerId="LiveId" clId="{2482167B-ADD3-4E68-AB8B-ADE9CECE27D0}" dt="2026-08-10T04:10:46.172" v="862" actId="478"/>
          <ac:spMkLst>
            <pc:docMk/>
            <pc:sldMk cId="1856775025" sldId="1338"/>
            <ac:spMk id="8" creationId="{B8B43F57-78FE-5570-1CE7-FB12917ADAAD}"/>
          </ac:spMkLst>
        </pc:spChg>
        <pc:spChg chg="del">
          <ac:chgData name="Norbey Muñoz" userId="b7e811e8891ccd42" providerId="LiveId" clId="{2482167B-ADD3-4E68-AB8B-ADE9CECE27D0}" dt="2026-08-10T04:10:46.172" v="862" actId="478"/>
          <ac:spMkLst>
            <pc:docMk/>
            <pc:sldMk cId="1856775025" sldId="1338"/>
            <ac:spMk id="10" creationId="{3660CF69-5B6F-B40B-944F-F431F433C5BE}"/>
          </ac:spMkLst>
        </pc:spChg>
        <pc:spChg chg="del">
          <ac:chgData name="Norbey Muñoz" userId="b7e811e8891ccd42" providerId="LiveId" clId="{2482167B-ADD3-4E68-AB8B-ADE9CECE27D0}" dt="2026-08-10T04:10:46.172" v="862" actId="478"/>
          <ac:spMkLst>
            <pc:docMk/>
            <pc:sldMk cId="1856775025" sldId="1338"/>
            <ac:spMk id="12" creationId="{634DD907-92A9-3599-4C40-9FBAB7046DBF}"/>
          </ac:spMkLst>
        </pc:spChg>
        <pc:spChg chg="add del mod">
          <ac:chgData name="Norbey Muñoz" userId="b7e811e8891ccd42" providerId="LiveId" clId="{2482167B-ADD3-4E68-AB8B-ADE9CECE27D0}" dt="2026-08-10T04:10:49.666" v="864" actId="478"/>
          <ac:spMkLst>
            <pc:docMk/>
            <pc:sldMk cId="1856775025" sldId="1338"/>
            <ac:spMk id="13" creationId="{425898FC-9A84-AD71-CCCE-D9CD05DB3478}"/>
          </ac:spMkLst>
        </pc:spChg>
        <pc:spChg chg="add mod">
          <ac:chgData name="Norbey Muñoz" userId="b7e811e8891ccd42" providerId="LiveId" clId="{2482167B-ADD3-4E68-AB8B-ADE9CECE27D0}" dt="2026-08-10T04:19:13.691" v="890" actId="122"/>
          <ac:spMkLst>
            <pc:docMk/>
            <pc:sldMk cId="1856775025" sldId="1338"/>
            <ac:spMk id="18" creationId="{57308524-D5BF-06A1-4289-F0CEF225CCA7}"/>
          </ac:spMkLst>
        </pc:spChg>
        <pc:grpChg chg="del">
          <ac:chgData name="Norbey Muñoz" userId="b7e811e8891ccd42" providerId="LiveId" clId="{2482167B-ADD3-4E68-AB8B-ADE9CECE27D0}" dt="2026-08-10T04:10:46.172" v="862" actId="478"/>
          <ac:grpSpMkLst>
            <pc:docMk/>
            <pc:sldMk cId="1856775025" sldId="1338"/>
            <ac:grpSpMk id="5" creationId="{D84799D6-B492-0422-BD7F-D3752F79FD9D}"/>
          </ac:grpSpMkLst>
        </pc:grpChg>
        <pc:picChg chg="del">
          <ac:chgData name="Norbey Muñoz" userId="b7e811e8891ccd42" providerId="LiveId" clId="{2482167B-ADD3-4E68-AB8B-ADE9CECE27D0}" dt="2026-08-10T04:10:43.604" v="861" actId="478"/>
          <ac:picMkLst>
            <pc:docMk/>
            <pc:sldMk cId="1856775025" sldId="1338"/>
            <ac:picMk id="3" creationId="{B8E27552-EDC6-7304-968E-071846AD195E}"/>
          </ac:picMkLst>
        </pc:picChg>
        <pc:picChg chg="del">
          <ac:chgData name="Norbey Muñoz" userId="b7e811e8891ccd42" providerId="LiveId" clId="{2482167B-ADD3-4E68-AB8B-ADE9CECE27D0}" dt="2026-08-10T04:10:46.172" v="862" actId="478"/>
          <ac:picMkLst>
            <pc:docMk/>
            <pc:sldMk cId="1856775025" sldId="1338"/>
            <ac:picMk id="9" creationId="{74535C97-5F84-7EBB-CF30-375B50F5C5FF}"/>
          </ac:picMkLst>
        </pc:picChg>
        <pc:picChg chg="add del mod">
          <ac:chgData name="Norbey Muñoz" userId="b7e811e8891ccd42" providerId="LiveId" clId="{2482167B-ADD3-4E68-AB8B-ADE9CECE27D0}" dt="2026-08-10T04:14:34.908" v="869" actId="478"/>
          <ac:picMkLst>
            <pc:docMk/>
            <pc:sldMk cId="1856775025" sldId="1338"/>
            <ac:picMk id="14" creationId="{CB6EA63E-0168-04E8-8DC1-4B083B28C4BA}"/>
          </ac:picMkLst>
        </pc:picChg>
        <pc:picChg chg="add mod">
          <ac:chgData name="Norbey Muñoz" userId="b7e811e8891ccd42" providerId="LiveId" clId="{2482167B-ADD3-4E68-AB8B-ADE9CECE27D0}" dt="2026-08-10T04:19:05.848" v="887" actId="1076"/>
          <ac:picMkLst>
            <pc:docMk/>
            <pc:sldMk cId="1856775025" sldId="1338"/>
            <ac:picMk id="15" creationId="{D09E73A7-722F-6A62-A798-026204E40663}"/>
          </ac:picMkLst>
        </pc:picChg>
        <pc:picChg chg="add mod">
          <ac:chgData name="Norbey Muñoz" userId="b7e811e8891ccd42" providerId="LiveId" clId="{2482167B-ADD3-4E68-AB8B-ADE9CECE27D0}" dt="2026-08-10T04:18:43.128" v="880" actId="1076"/>
          <ac:picMkLst>
            <pc:docMk/>
            <pc:sldMk cId="1856775025" sldId="1338"/>
            <ac:picMk id="16" creationId="{245EDD07-3D98-8280-A419-CB67D4AA8105}"/>
          </ac:picMkLst>
        </pc:picChg>
      </pc:sldChg>
      <pc:sldChg chg="addSp modSp add mod modAnim">
        <pc:chgData name="Norbey Muñoz" userId="b7e811e8891ccd42" providerId="LiveId" clId="{2482167B-ADD3-4E68-AB8B-ADE9CECE27D0}" dt="2026-08-10T04:22:07.318" v="916" actId="1076"/>
        <pc:sldMkLst>
          <pc:docMk/>
          <pc:sldMk cId="1875101046" sldId="1339"/>
        </pc:sldMkLst>
        <pc:spChg chg="add mod">
          <ac:chgData name="Norbey Muñoz" userId="b7e811e8891ccd42" providerId="LiveId" clId="{2482167B-ADD3-4E68-AB8B-ADE9CECE27D0}" dt="2026-08-10T04:22:07.318" v="916" actId="1076"/>
          <ac:spMkLst>
            <pc:docMk/>
            <pc:sldMk cId="1875101046" sldId="1339"/>
            <ac:spMk id="3" creationId="{B6F82206-DDCB-1413-AD9E-E88BE0AEEB61}"/>
          </ac:spMkLst>
        </pc:spChg>
        <pc:spChg chg="add mod">
          <ac:chgData name="Norbey Muñoz" userId="b7e811e8891ccd42" providerId="LiveId" clId="{2482167B-ADD3-4E68-AB8B-ADE9CECE27D0}" dt="2026-08-10T04:22:04.573" v="915" actId="1076"/>
          <ac:spMkLst>
            <pc:docMk/>
            <pc:sldMk cId="1875101046" sldId="1339"/>
            <ac:spMk id="5" creationId="{1A096F1F-D703-8C78-D95F-10CE43BEAC4C}"/>
          </ac:spMkLst>
        </pc:spChg>
        <pc:picChg chg="mod">
          <ac:chgData name="Norbey Muñoz" userId="b7e811e8891ccd42" providerId="LiveId" clId="{2482167B-ADD3-4E68-AB8B-ADE9CECE27D0}" dt="2026-08-10T04:20:26.691" v="906" actId="1076"/>
          <ac:picMkLst>
            <pc:docMk/>
            <pc:sldMk cId="1875101046" sldId="1339"/>
            <ac:picMk id="14" creationId="{60545885-2F1C-AEA7-02F6-73A7B967DB12}"/>
          </ac:picMkLst>
        </pc:picChg>
      </pc:sldChg>
      <pc:sldChg chg="del">
        <pc:chgData name="Norbey Muñoz" userId="b7e811e8891ccd42" providerId="LiveId" clId="{2482167B-ADD3-4E68-AB8B-ADE9CECE27D0}" dt="2026-08-10T04:06:15.899" v="832" actId="47"/>
        <pc:sldMkLst>
          <pc:docMk/>
          <pc:sldMk cId="4002412311" sldId="1339"/>
        </pc:sldMkLst>
      </pc:sldChg>
      <pc:sldChg chg="del">
        <pc:chgData name="Norbey Muñoz" userId="b7e811e8891ccd42" providerId="LiveId" clId="{2482167B-ADD3-4E68-AB8B-ADE9CECE27D0}" dt="2026-08-10T04:06:17.921" v="835" actId="47"/>
        <pc:sldMkLst>
          <pc:docMk/>
          <pc:sldMk cId="426110878" sldId="1340"/>
        </pc:sldMkLst>
      </pc:sldChg>
      <pc:sldChg chg="addSp delSp modSp add mod modAnim">
        <pc:chgData name="Norbey Muñoz" userId="b7e811e8891ccd42" providerId="LiveId" clId="{2482167B-ADD3-4E68-AB8B-ADE9CECE27D0}" dt="2026-08-10T04:40:23.049" v="963"/>
        <pc:sldMkLst>
          <pc:docMk/>
          <pc:sldMk cId="542953634" sldId="1340"/>
        </pc:sldMkLst>
        <pc:spChg chg="mod">
          <ac:chgData name="Norbey Muñoz" userId="b7e811e8891ccd42" providerId="LiveId" clId="{2482167B-ADD3-4E68-AB8B-ADE9CECE27D0}" dt="2026-08-10T04:32:04.610" v="934" actId="1076"/>
          <ac:spMkLst>
            <pc:docMk/>
            <pc:sldMk cId="542953634" sldId="1340"/>
            <ac:spMk id="3" creationId="{EED19EAC-20E2-8785-B12D-BE0F1D3DE62A}"/>
          </ac:spMkLst>
        </pc:spChg>
        <pc:spChg chg="mod">
          <ac:chgData name="Norbey Muñoz" userId="b7e811e8891ccd42" providerId="LiveId" clId="{2482167B-ADD3-4E68-AB8B-ADE9CECE27D0}" dt="2026-08-10T04:32:42.397" v="947" actId="20577"/>
          <ac:spMkLst>
            <pc:docMk/>
            <pc:sldMk cId="542953634" sldId="1340"/>
            <ac:spMk id="5" creationId="{012011D5-D356-907E-9F81-D909095D5D00}"/>
          </ac:spMkLst>
        </pc:spChg>
        <pc:spChg chg="add mod">
          <ac:chgData name="Norbey Muñoz" userId="b7e811e8891ccd42" providerId="LiveId" clId="{2482167B-ADD3-4E68-AB8B-ADE9CECE27D0}" dt="2026-08-10T04:40:08.577" v="961" actId="1076"/>
          <ac:spMkLst>
            <pc:docMk/>
            <pc:sldMk cId="542953634" sldId="1340"/>
            <ac:spMk id="6" creationId="{578A65C9-7A34-C3B3-888A-95A919D88F8E}"/>
          </ac:spMkLst>
        </pc:spChg>
        <pc:picChg chg="add del mod">
          <ac:chgData name="Norbey Muñoz" userId="b7e811e8891ccd42" providerId="LiveId" clId="{2482167B-ADD3-4E68-AB8B-ADE9CECE27D0}" dt="2026-08-10T04:35:31.738" v="953" actId="478"/>
          <ac:picMkLst>
            <pc:docMk/>
            <pc:sldMk cId="542953634" sldId="1340"/>
            <ac:picMk id="2" creationId="{4DD41DE4-3DF6-39D8-2C40-CF38CA1DA61C}"/>
          </ac:picMkLst>
        </pc:picChg>
        <pc:picChg chg="add mod">
          <ac:chgData name="Norbey Muñoz" userId="b7e811e8891ccd42" providerId="LiveId" clId="{2482167B-ADD3-4E68-AB8B-ADE9CECE27D0}" dt="2026-08-10T04:39:22.311" v="960" actId="1076"/>
          <ac:picMkLst>
            <pc:docMk/>
            <pc:sldMk cId="542953634" sldId="1340"/>
            <ac:picMk id="7" creationId="{95E78A93-3041-3FD7-8C94-9B03D211A83A}"/>
          </ac:picMkLst>
        </pc:picChg>
        <pc:picChg chg="del">
          <ac:chgData name="Norbey Muñoz" userId="b7e811e8891ccd42" providerId="LiveId" clId="{2482167B-ADD3-4E68-AB8B-ADE9CECE27D0}" dt="2026-08-10T04:22:38.241" v="918" actId="478"/>
          <ac:picMkLst>
            <pc:docMk/>
            <pc:sldMk cId="542953634" sldId="1340"/>
            <ac:picMk id="14" creationId="{C581F86A-D002-5AA6-1AB2-DC7B0FF1F9C7}"/>
          </ac:picMkLst>
        </pc:picChg>
      </pc:sldChg>
      <pc:sldChg chg="del">
        <pc:chgData name="Norbey Muñoz" userId="b7e811e8891ccd42" providerId="LiveId" clId="{2482167B-ADD3-4E68-AB8B-ADE9CECE27D0}" dt="2026-08-10T04:06:16.987" v="834" actId="47"/>
        <pc:sldMkLst>
          <pc:docMk/>
          <pc:sldMk cId="595459555" sldId="1341"/>
        </pc:sldMkLst>
      </pc:sldChg>
      <pc:sldChg chg="addSp delSp modSp add mod delAnim modAnim">
        <pc:chgData name="Norbey Muñoz" userId="b7e811e8891ccd42" providerId="LiveId" clId="{2482167B-ADD3-4E68-AB8B-ADE9CECE27D0}" dt="2026-08-10T04:45:24.244" v="1029" actId="1076"/>
        <pc:sldMkLst>
          <pc:docMk/>
          <pc:sldMk cId="2930991478" sldId="1341"/>
        </pc:sldMkLst>
        <pc:spChg chg="mod">
          <ac:chgData name="Norbey Muñoz" userId="b7e811e8891ccd42" providerId="LiveId" clId="{2482167B-ADD3-4E68-AB8B-ADE9CECE27D0}" dt="2026-08-10T04:44:38.666" v="1028" actId="1076"/>
          <ac:spMkLst>
            <pc:docMk/>
            <pc:sldMk cId="2930991478" sldId="1341"/>
            <ac:spMk id="3" creationId="{8EC3BBB7-3166-369E-73A4-C1C4C36F7F94}"/>
          </ac:spMkLst>
        </pc:spChg>
        <pc:spChg chg="add mod">
          <ac:chgData name="Norbey Muñoz" userId="b7e811e8891ccd42" providerId="LiveId" clId="{2482167B-ADD3-4E68-AB8B-ADE9CECE27D0}" dt="2026-08-10T04:45:24.244" v="1029" actId="1076"/>
          <ac:spMkLst>
            <pc:docMk/>
            <pc:sldMk cId="2930991478" sldId="1341"/>
            <ac:spMk id="4" creationId="{9E12FB27-7977-EDF0-94F0-87BFDDF8CA72}"/>
          </ac:spMkLst>
        </pc:spChg>
        <pc:spChg chg="del">
          <ac:chgData name="Norbey Muñoz" userId="b7e811e8891ccd42" providerId="LiveId" clId="{2482167B-ADD3-4E68-AB8B-ADE9CECE27D0}" dt="2026-08-10T04:41:31.711" v="970" actId="478"/>
          <ac:spMkLst>
            <pc:docMk/>
            <pc:sldMk cId="2930991478" sldId="1341"/>
            <ac:spMk id="5" creationId="{E809597E-66AC-5F3C-5887-3CEF6ADC6B69}"/>
          </ac:spMkLst>
        </pc:spChg>
        <pc:spChg chg="del">
          <ac:chgData name="Norbey Muñoz" userId="b7e811e8891ccd42" providerId="LiveId" clId="{2482167B-ADD3-4E68-AB8B-ADE9CECE27D0}" dt="2026-08-10T04:40:45.805" v="968" actId="478"/>
          <ac:spMkLst>
            <pc:docMk/>
            <pc:sldMk cId="2930991478" sldId="1341"/>
            <ac:spMk id="6" creationId="{ACC5BA30-886E-046D-350E-03B28D367FB3}"/>
          </ac:spMkLst>
        </pc:spChg>
        <pc:spChg chg="add mod">
          <ac:chgData name="Norbey Muñoz" userId="b7e811e8891ccd42" providerId="LiveId" clId="{2482167B-ADD3-4E68-AB8B-ADE9CECE27D0}" dt="2026-08-10T04:45:24.244" v="1029" actId="1076"/>
          <ac:spMkLst>
            <pc:docMk/>
            <pc:sldMk cId="2930991478" sldId="1341"/>
            <ac:spMk id="9" creationId="{B1E4C80A-E57A-92BF-0E69-EF32FB2AEFA3}"/>
          </ac:spMkLst>
        </pc:spChg>
        <pc:spChg chg="add mod">
          <ac:chgData name="Norbey Muñoz" userId="b7e811e8891ccd42" providerId="LiveId" clId="{2482167B-ADD3-4E68-AB8B-ADE9CECE27D0}" dt="2026-08-10T04:45:24.244" v="1029" actId="1076"/>
          <ac:spMkLst>
            <pc:docMk/>
            <pc:sldMk cId="2930991478" sldId="1341"/>
            <ac:spMk id="11" creationId="{5CF18188-2706-5112-4C76-2688956C6CA8}"/>
          </ac:spMkLst>
        </pc:spChg>
        <pc:picChg chg="add mod">
          <ac:chgData name="Norbey Muñoz" userId="b7e811e8891ccd42" providerId="LiveId" clId="{2482167B-ADD3-4E68-AB8B-ADE9CECE27D0}" dt="2026-08-10T04:45:24.244" v="1029" actId="1076"/>
          <ac:picMkLst>
            <pc:docMk/>
            <pc:sldMk cId="2930991478" sldId="1341"/>
            <ac:picMk id="2" creationId="{E742295A-14F4-11D9-E34B-2E62F6A22E03}"/>
          </ac:picMkLst>
        </pc:picChg>
        <pc:picChg chg="del">
          <ac:chgData name="Norbey Muñoz" userId="b7e811e8891ccd42" providerId="LiveId" clId="{2482167B-ADD3-4E68-AB8B-ADE9CECE27D0}" dt="2026-08-10T04:40:40.117" v="965" actId="478"/>
          <ac:picMkLst>
            <pc:docMk/>
            <pc:sldMk cId="2930991478" sldId="1341"/>
            <ac:picMk id="7" creationId="{B4AD8FAB-7C9D-06A6-13EF-B438DC6CCFE7}"/>
          </ac:picMkLst>
        </pc:picChg>
      </pc:sldChg>
      <pc:sldChg chg="addSp delSp modSp add mod delAnim">
        <pc:chgData name="Norbey Muñoz" userId="b7e811e8891ccd42" providerId="LiveId" clId="{2482167B-ADD3-4E68-AB8B-ADE9CECE27D0}" dt="2026-08-10T04:50:13.650" v="1058" actId="20577"/>
        <pc:sldMkLst>
          <pc:docMk/>
          <pc:sldMk cId="2319407395" sldId="1342"/>
        </pc:sldMkLst>
        <pc:spChg chg="del">
          <ac:chgData name="Norbey Muñoz" userId="b7e811e8891ccd42" providerId="LiveId" clId="{2482167B-ADD3-4E68-AB8B-ADE9CECE27D0}" dt="2026-08-10T04:45:31.246" v="1032" actId="478"/>
          <ac:spMkLst>
            <pc:docMk/>
            <pc:sldMk cId="2319407395" sldId="1342"/>
            <ac:spMk id="3" creationId="{EB0DF777-52C8-716C-23FA-DD0D87879D5A}"/>
          </ac:spMkLst>
        </pc:spChg>
        <pc:spChg chg="del">
          <ac:chgData name="Norbey Muñoz" userId="b7e811e8891ccd42" providerId="LiveId" clId="{2482167B-ADD3-4E68-AB8B-ADE9CECE27D0}" dt="2026-08-10T04:45:29.172" v="1031" actId="478"/>
          <ac:spMkLst>
            <pc:docMk/>
            <pc:sldMk cId="2319407395" sldId="1342"/>
            <ac:spMk id="4" creationId="{2A56CA27-6106-BF7C-CA1A-2E103C740C92}"/>
          </ac:spMkLst>
        </pc:spChg>
        <pc:spChg chg="add mod">
          <ac:chgData name="Norbey Muñoz" userId="b7e811e8891ccd42" providerId="LiveId" clId="{2482167B-ADD3-4E68-AB8B-ADE9CECE27D0}" dt="2026-08-10T04:50:13.650" v="1058" actId="20577"/>
          <ac:spMkLst>
            <pc:docMk/>
            <pc:sldMk cId="2319407395" sldId="1342"/>
            <ac:spMk id="7" creationId="{1D9E8B46-DDC5-8DB2-600C-1A2183F503B3}"/>
          </ac:spMkLst>
        </pc:spChg>
        <pc:spChg chg="del">
          <ac:chgData name="Norbey Muñoz" userId="b7e811e8891ccd42" providerId="LiveId" clId="{2482167B-ADD3-4E68-AB8B-ADE9CECE27D0}" dt="2026-08-10T04:45:29.172" v="1031" actId="478"/>
          <ac:spMkLst>
            <pc:docMk/>
            <pc:sldMk cId="2319407395" sldId="1342"/>
            <ac:spMk id="9" creationId="{9BF4B1A3-9D4B-7E05-1239-06497DD5BAAF}"/>
          </ac:spMkLst>
        </pc:spChg>
        <pc:spChg chg="del">
          <ac:chgData name="Norbey Muñoz" userId="b7e811e8891ccd42" providerId="LiveId" clId="{2482167B-ADD3-4E68-AB8B-ADE9CECE27D0}" dt="2026-08-10T04:45:29.172" v="1031" actId="478"/>
          <ac:spMkLst>
            <pc:docMk/>
            <pc:sldMk cId="2319407395" sldId="1342"/>
            <ac:spMk id="11" creationId="{D64AE8A7-A50C-5E4C-B4D8-2AFA96BA5537}"/>
          </ac:spMkLst>
        </pc:spChg>
        <pc:picChg chg="del">
          <ac:chgData name="Norbey Muñoz" userId="b7e811e8891ccd42" providerId="LiveId" clId="{2482167B-ADD3-4E68-AB8B-ADE9CECE27D0}" dt="2026-08-10T04:45:31.789" v="1033" actId="478"/>
          <ac:picMkLst>
            <pc:docMk/>
            <pc:sldMk cId="2319407395" sldId="1342"/>
            <ac:picMk id="2" creationId="{8FFA8F1E-3150-4E48-5C61-3B39A7C78562}"/>
          </ac:picMkLst>
        </pc:picChg>
        <pc:picChg chg="add mod">
          <ac:chgData name="Norbey Muñoz" userId="b7e811e8891ccd42" providerId="LiveId" clId="{2482167B-ADD3-4E68-AB8B-ADE9CECE27D0}" dt="2026-08-10T04:45:35.468" v="1036" actId="1076"/>
          <ac:picMkLst>
            <pc:docMk/>
            <pc:sldMk cId="2319407395" sldId="1342"/>
            <ac:picMk id="5" creationId="{08DAC8D0-7574-D5BA-4496-CBC8DBC04B05}"/>
          </ac:picMkLst>
        </pc:picChg>
      </pc:sldChg>
      <pc:sldChg chg="addSp delSp add mod">
        <pc:chgData name="Norbey Muñoz" userId="b7e811e8891ccd42" providerId="LiveId" clId="{2482167B-ADD3-4E68-AB8B-ADE9CECE27D0}" dt="2026-08-10T04:51:46.935" v="1063"/>
        <pc:sldMkLst>
          <pc:docMk/>
          <pc:sldMk cId="2387327961" sldId="1343"/>
        </pc:sldMkLst>
        <pc:spChg chg="del">
          <ac:chgData name="Norbey Muñoz" userId="b7e811e8891ccd42" providerId="LiveId" clId="{2482167B-ADD3-4E68-AB8B-ADE9CECE27D0}" dt="2026-08-10T04:50:21.655" v="1060" actId="478"/>
          <ac:spMkLst>
            <pc:docMk/>
            <pc:sldMk cId="2387327961" sldId="1343"/>
            <ac:spMk id="7" creationId="{44E3FD19-8A39-2EB2-1692-3BEC8C292841}"/>
          </ac:spMkLst>
        </pc:spChg>
        <pc:picChg chg="add">
          <ac:chgData name="Norbey Muñoz" userId="b7e811e8891ccd42" providerId="LiveId" clId="{2482167B-ADD3-4E68-AB8B-ADE9CECE27D0}" dt="2026-08-10T04:51:46.935" v="1063"/>
          <ac:picMkLst>
            <pc:docMk/>
            <pc:sldMk cId="2387327961" sldId="1343"/>
            <ac:picMk id="2" creationId="{24373511-3586-A480-669C-3B7F4B4146D3}"/>
          </ac:picMkLst>
        </pc:picChg>
        <pc:picChg chg="del">
          <ac:chgData name="Norbey Muñoz" userId="b7e811e8891ccd42" providerId="LiveId" clId="{2482167B-ADD3-4E68-AB8B-ADE9CECE27D0}" dt="2026-08-10T04:50:22.193" v="1061" actId="478"/>
          <ac:picMkLst>
            <pc:docMk/>
            <pc:sldMk cId="2387327961" sldId="1343"/>
            <ac:picMk id="5" creationId="{79E448D0-0D3C-A084-34FC-BE67840B863A}"/>
          </ac:picMkLst>
        </pc:picChg>
      </pc:sldChg>
      <pc:sldChg chg="addSp delSp modSp add mod">
        <pc:chgData name="Norbey Muñoz" userId="b7e811e8891ccd42" providerId="LiveId" clId="{2482167B-ADD3-4E68-AB8B-ADE9CECE27D0}" dt="2026-08-10T04:56:18.432" v="1079" actId="1076"/>
        <pc:sldMkLst>
          <pc:docMk/>
          <pc:sldMk cId="1562449640" sldId="1344"/>
        </pc:sldMkLst>
        <pc:picChg chg="del">
          <ac:chgData name="Norbey Muñoz" userId="b7e811e8891ccd42" providerId="LiveId" clId="{2482167B-ADD3-4E68-AB8B-ADE9CECE27D0}" dt="2026-08-10T04:51:57.315" v="1065" actId="478"/>
          <ac:picMkLst>
            <pc:docMk/>
            <pc:sldMk cId="1562449640" sldId="1344"/>
            <ac:picMk id="2" creationId="{0BCBC13F-AD7F-4EA4-5BDE-99B5D76FC138}"/>
          </ac:picMkLst>
        </pc:picChg>
        <pc:picChg chg="add mod">
          <ac:chgData name="Norbey Muñoz" userId="b7e811e8891ccd42" providerId="LiveId" clId="{2482167B-ADD3-4E68-AB8B-ADE9CECE27D0}" dt="2026-08-10T04:56:18.432" v="1079" actId="1076"/>
          <ac:picMkLst>
            <pc:docMk/>
            <pc:sldMk cId="1562449640" sldId="1344"/>
            <ac:picMk id="3" creationId="{F266811C-8535-2796-23F3-1D616DAB122C}"/>
          </ac:picMkLst>
        </pc:picChg>
        <pc:picChg chg="add mod">
          <ac:chgData name="Norbey Muñoz" userId="b7e811e8891ccd42" providerId="LiveId" clId="{2482167B-ADD3-4E68-AB8B-ADE9CECE27D0}" dt="2026-08-10T04:56:16.328" v="1078" actId="1076"/>
          <ac:picMkLst>
            <pc:docMk/>
            <pc:sldMk cId="1562449640" sldId="1344"/>
            <ac:picMk id="4" creationId="{C23BB081-BAB3-0A70-AA5C-506DA4950106}"/>
          </ac:picMkLst>
        </pc:picChg>
      </pc:sldChg>
      <pc:sldChg chg="addSp delSp add mod">
        <pc:chgData name="Norbey Muñoz" userId="b7e811e8891ccd42" providerId="LiveId" clId="{2482167B-ADD3-4E68-AB8B-ADE9CECE27D0}" dt="2026-08-10T04:52:36.807" v="1069"/>
        <pc:sldMkLst>
          <pc:docMk/>
          <pc:sldMk cId="3890393166" sldId="1345"/>
        </pc:sldMkLst>
        <pc:picChg chg="del">
          <ac:chgData name="Norbey Muñoz" userId="b7e811e8891ccd42" providerId="LiveId" clId="{2482167B-ADD3-4E68-AB8B-ADE9CECE27D0}" dt="2026-08-10T04:52:36.227" v="1067" actId="478"/>
          <ac:picMkLst>
            <pc:docMk/>
            <pc:sldMk cId="3890393166" sldId="1345"/>
            <ac:picMk id="2" creationId="{DDD50D87-92BE-14C1-8C2C-3A24100CBD5C}"/>
          </ac:picMkLst>
        </pc:picChg>
        <pc:picChg chg="add">
          <ac:chgData name="Norbey Muñoz" userId="b7e811e8891ccd42" providerId="LiveId" clId="{2482167B-ADD3-4E68-AB8B-ADE9CECE27D0}" dt="2026-08-10T04:52:36.807" v="1069"/>
          <ac:picMkLst>
            <pc:docMk/>
            <pc:sldMk cId="3890393166" sldId="1345"/>
            <ac:picMk id="3" creationId="{985CCF94-9F8E-B7EA-E89C-7900EA0569DE}"/>
          </ac:picMkLst>
        </pc:picChg>
      </pc:sldChg>
      <pc:sldChg chg="addSp delSp modSp add mod">
        <pc:chgData name="Norbey Muñoz" userId="b7e811e8891ccd42" providerId="LiveId" clId="{2482167B-ADD3-4E68-AB8B-ADE9CECE27D0}" dt="2026-08-10T04:57:08.425" v="1094" actId="1076"/>
        <pc:sldMkLst>
          <pc:docMk/>
          <pc:sldMk cId="4255261971" sldId="1346"/>
        </pc:sldMkLst>
        <pc:picChg chg="add mod">
          <ac:chgData name="Norbey Muñoz" userId="b7e811e8891ccd42" providerId="LiveId" clId="{2482167B-ADD3-4E68-AB8B-ADE9CECE27D0}" dt="2026-08-10T04:57:02.370" v="1091" actId="1076"/>
          <ac:picMkLst>
            <pc:docMk/>
            <pc:sldMk cId="4255261971" sldId="1346"/>
            <ac:picMk id="2" creationId="{0F6EC912-0168-B231-249F-001B6BF53BDD}"/>
          </ac:picMkLst>
        </pc:picChg>
        <pc:picChg chg="del">
          <ac:chgData name="Norbey Muñoz" userId="b7e811e8891ccd42" providerId="LiveId" clId="{2482167B-ADD3-4E68-AB8B-ADE9CECE27D0}" dt="2026-08-10T04:56:25.535" v="1081" actId="478"/>
          <ac:picMkLst>
            <pc:docMk/>
            <pc:sldMk cId="4255261971" sldId="1346"/>
            <ac:picMk id="3" creationId="{CB8C5AD0-380E-CA86-2D07-0231B1728891}"/>
          </ac:picMkLst>
        </pc:picChg>
        <pc:picChg chg="del">
          <ac:chgData name="Norbey Muñoz" userId="b7e811e8891ccd42" providerId="LiveId" clId="{2482167B-ADD3-4E68-AB8B-ADE9CECE27D0}" dt="2026-08-10T04:56:26.295" v="1082" actId="478"/>
          <ac:picMkLst>
            <pc:docMk/>
            <pc:sldMk cId="4255261971" sldId="1346"/>
            <ac:picMk id="4" creationId="{8D38D2F1-7E91-F999-20BF-C69AB139D841}"/>
          </ac:picMkLst>
        </pc:picChg>
        <pc:picChg chg="add mod">
          <ac:chgData name="Norbey Muñoz" userId="b7e811e8891ccd42" providerId="LiveId" clId="{2482167B-ADD3-4E68-AB8B-ADE9CECE27D0}" dt="2026-08-10T04:57:08.425" v="1094" actId="1076"/>
          <ac:picMkLst>
            <pc:docMk/>
            <pc:sldMk cId="4255261971" sldId="1346"/>
            <ac:picMk id="5" creationId="{63D470B8-3E66-A9B2-F9B2-87D51A7AFC13}"/>
          </ac:picMkLst>
        </pc:picChg>
      </pc:sldChg>
      <pc:sldChg chg="addSp delSp add mod">
        <pc:chgData name="Norbey Muñoz" userId="b7e811e8891ccd42" providerId="LiveId" clId="{2482167B-ADD3-4E68-AB8B-ADE9CECE27D0}" dt="2026-08-10T05:07:25.582" v="1099"/>
        <pc:sldMkLst>
          <pc:docMk/>
          <pc:sldMk cId="2353032473" sldId="1347"/>
        </pc:sldMkLst>
        <pc:picChg chg="del">
          <ac:chgData name="Norbey Muñoz" userId="b7e811e8891ccd42" providerId="LiveId" clId="{2482167B-ADD3-4E68-AB8B-ADE9CECE27D0}" dt="2026-08-10T05:07:23.620" v="1096" actId="478"/>
          <ac:picMkLst>
            <pc:docMk/>
            <pc:sldMk cId="2353032473" sldId="1347"/>
            <ac:picMk id="2" creationId="{049F7F00-4A37-3586-65EC-2399ADA54449}"/>
          </ac:picMkLst>
        </pc:picChg>
        <pc:picChg chg="add">
          <ac:chgData name="Norbey Muñoz" userId="b7e811e8891ccd42" providerId="LiveId" clId="{2482167B-ADD3-4E68-AB8B-ADE9CECE27D0}" dt="2026-08-10T05:07:25.582" v="1099"/>
          <ac:picMkLst>
            <pc:docMk/>
            <pc:sldMk cId="2353032473" sldId="1347"/>
            <ac:picMk id="3" creationId="{87FA4875-F382-7231-19CF-B3BD0B20653E}"/>
          </ac:picMkLst>
        </pc:picChg>
        <pc:picChg chg="del">
          <ac:chgData name="Norbey Muñoz" userId="b7e811e8891ccd42" providerId="LiveId" clId="{2482167B-ADD3-4E68-AB8B-ADE9CECE27D0}" dt="2026-08-10T05:07:24.284" v="1097" actId="478"/>
          <ac:picMkLst>
            <pc:docMk/>
            <pc:sldMk cId="2353032473" sldId="1347"/>
            <ac:picMk id="5" creationId="{4D928BD2-EFF0-3A0A-CA8E-26FE99A0C9D2}"/>
          </ac:picMkLst>
        </pc:picChg>
      </pc:sldChg>
      <pc:sldChg chg="addSp delSp add mod">
        <pc:chgData name="Norbey Muñoz" userId="b7e811e8891ccd42" providerId="LiveId" clId="{2482167B-ADD3-4E68-AB8B-ADE9CECE27D0}" dt="2026-08-10T05:07:56.771" v="1103"/>
        <pc:sldMkLst>
          <pc:docMk/>
          <pc:sldMk cId="3771092914" sldId="1348"/>
        </pc:sldMkLst>
        <pc:picChg chg="add">
          <ac:chgData name="Norbey Muñoz" userId="b7e811e8891ccd42" providerId="LiveId" clId="{2482167B-ADD3-4E68-AB8B-ADE9CECE27D0}" dt="2026-08-10T05:07:56.771" v="1103"/>
          <ac:picMkLst>
            <pc:docMk/>
            <pc:sldMk cId="3771092914" sldId="1348"/>
            <ac:picMk id="2" creationId="{4A054BB2-8190-C2A6-E988-5F021FB943D4}"/>
          </ac:picMkLst>
        </pc:picChg>
        <pc:picChg chg="del">
          <ac:chgData name="Norbey Muñoz" userId="b7e811e8891ccd42" providerId="LiveId" clId="{2482167B-ADD3-4E68-AB8B-ADE9CECE27D0}" dt="2026-08-10T05:07:55.459" v="1101" actId="478"/>
          <ac:picMkLst>
            <pc:docMk/>
            <pc:sldMk cId="3771092914" sldId="1348"/>
            <ac:picMk id="3" creationId="{BBB778B3-4F17-AB67-AA44-36E22A731DC7}"/>
          </ac:picMkLst>
        </pc:picChg>
      </pc:sldChg>
      <pc:sldChg chg="addSp delSp modSp add mod ord">
        <pc:chgData name="Norbey Muñoz" userId="b7e811e8891ccd42" providerId="LiveId" clId="{2482167B-ADD3-4E68-AB8B-ADE9CECE27D0}" dt="2026-08-10T23:01:16.848" v="1451" actId="1076"/>
        <pc:sldMkLst>
          <pc:docMk/>
          <pc:sldMk cId="1791102394" sldId="1349"/>
        </pc:sldMkLst>
        <pc:spChg chg="add del mod">
          <ac:chgData name="Norbey Muñoz" userId="b7e811e8891ccd42" providerId="LiveId" clId="{2482167B-ADD3-4E68-AB8B-ADE9CECE27D0}" dt="2026-08-10T23:00:47.472" v="1442"/>
          <ac:spMkLst>
            <pc:docMk/>
            <pc:sldMk cId="1791102394" sldId="1349"/>
            <ac:spMk id="3" creationId="{56DAB0B2-72F5-3D9B-3570-34374E11B44A}"/>
          </ac:spMkLst>
        </pc:spChg>
        <pc:spChg chg="del">
          <ac:chgData name="Norbey Muñoz" userId="b7e811e8891ccd42" providerId="LiveId" clId="{2482167B-ADD3-4E68-AB8B-ADE9CECE27D0}" dt="2026-08-10T20:19:01.660" v="1108" actId="478"/>
          <ac:spMkLst>
            <pc:docMk/>
            <pc:sldMk cId="1791102394" sldId="1349"/>
            <ac:spMk id="3" creationId="{FEEE9332-BF26-3EB9-B12E-B667817684A2}"/>
          </ac:spMkLst>
        </pc:spChg>
        <pc:spChg chg="add mod">
          <ac:chgData name="Norbey Muñoz" userId="b7e811e8891ccd42" providerId="LiveId" clId="{2482167B-ADD3-4E68-AB8B-ADE9CECE27D0}" dt="2026-08-10T23:01:16.848" v="1451" actId="1076"/>
          <ac:spMkLst>
            <pc:docMk/>
            <pc:sldMk cId="1791102394" sldId="1349"/>
            <ac:spMk id="5" creationId="{E85C6E11-62D7-5471-D248-B94DAC9A764B}"/>
          </ac:spMkLst>
        </pc:spChg>
        <pc:spChg chg="mod">
          <ac:chgData name="Norbey Muñoz" userId="b7e811e8891ccd42" providerId="LiveId" clId="{2482167B-ADD3-4E68-AB8B-ADE9CECE27D0}" dt="2026-08-10T23:00:06.054" v="1437" actId="1076"/>
          <ac:spMkLst>
            <pc:docMk/>
            <pc:sldMk cId="1791102394" sldId="1349"/>
            <ac:spMk id="91" creationId="{1EA0796D-1548-FE42-79CD-D620424D8254}"/>
          </ac:spMkLst>
        </pc:spChg>
        <pc:spChg chg="del">
          <ac:chgData name="Norbey Muñoz" userId="b7e811e8891ccd42" providerId="LiveId" clId="{2482167B-ADD3-4E68-AB8B-ADE9CECE27D0}" dt="2026-08-10T20:18:59.452" v="1107" actId="478"/>
          <ac:spMkLst>
            <pc:docMk/>
            <pc:sldMk cId="1791102394" sldId="1349"/>
            <ac:spMk id="98" creationId="{4AC1E40C-DB04-4508-FFE7-2897AAF04DDE}"/>
          </ac:spMkLst>
        </pc:spChg>
      </pc:sldChg>
      <pc:sldChg chg="add del ord setBg">
        <pc:chgData name="Norbey Muñoz" userId="b7e811e8891ccd42" providerId="LiveId" clId="{2482167B-ADD3-4E68-AB8B-ADE9CECE27D0}" dt="2026-08-10T20:19:32.146" v="1131" actId="47"/>
        <pc:sldMkLst>
          <pc:docMk/>
          <pc:sldMk cId="2566795156" sldId="1350"/>
        </pc:sldMkLst>
      </pc:sldChg>
      <pc:sldChg chg="addSp modSp add mod ord">
        <pc:chgData name="Norbey Muñoz" userId="b7e811e8891ccd42" providerId="LiveId" clId="{2482167B-ADD3-4E68-AB8B-ADE9CECE27D0}" dt="2026-08-10T23:03:01.744" v="1495" actId="20577"/>
        <pc:sldMkLst>
          <pc:docMk/>
          <pc:sldMk cId="3522700501" sldId="1350"/>
        </pc:sldMkLst>
        <pc:spChg chg="add mod">
          <ac:chgData name="Norbey Muñoz" userId="b7e811e8891ccd42" providerId="LiveId" clId="{2482167B-ADD3-4E68-AB8B-ADE9CECE27D0}" dt="2026-08-10T23:02:30.823" v="1473" actId="20577"/>
          <ac:spMkLst>
            <pc:docMk/>
            <pc:sldMk cId="3522700501" sldId="1350"/>
            <ac:spMk id="3" creationId="{2E2E4DB8-4E62-FECA-6E75-6167C23BAF44}"/>
          </ac:spMkLst>
        </pc:spChg>
        <pc:spChg chg="mod">
          <ac:chgData name="Norbey Muñoz" userId="b7e811e8891ccd42" providerId="LiveId" clId="{2482167B-ADD3-4E68-AB8B-ADE9CECE27D0}" dt="2026-08-10T23:03:01.744" v="1495" actId="20577"/>
          <ac:spMkLst>
            <pc:docMk/>
            <pc:sldMk cId="3522700501" sldId="1350"/>
            <ac:spMk id="91" creationId="{A78C353B-9521-C944-8C40-2C0C117A7785}"/>
          </ac:spMkLst>
        </pc:spChg>
      </pc:sldChg>
      <pc:sldChg chg="addSp delSp add mod ord">
        <pc:chgData name="Norbey Muñoz" userId="b7e811e8891ccd42" providerId="LiveId" clId="{2482167B-ADD3-4E68-AB8B-ADE9CECE27D0}" dt="2026-08-10T20:24:09.785" v="1147"/>
        <pc:sldMkLst>
          <pc:docMk/>
          <pc:sldMk cId="2248842296" sldId="1351"/>
        </pc:sldMkLst>
        <pc:picChg chg="del">
          <ac:chgData name="Norbey Muñoz" userId="b7e811e8891ccd42" providerId="LiveId" clId="{2482167B-ADD3-4E68-AB8B-ADE9CECE27D0}" dt="2026-08-10T20:23:15.885" v="1145" actId="478"/>
          <ac:picMkLst>
            <pc:docMk/>
            <pc:sldMk cId="2248842296" sldId="1351"/>
            <ac:picMk id="2" creationId="{713B4F37-2D71-812B-E970-FA93CB002879}"/>
          </ac:picMkLst>
        </pc:picChg>
        <pc:picChg chg="add">
          <ac:chgData name="Norbey Muñoz" userId="b7e811e8891ccd42" providerId="LiveId" clId="{2482167B-ADD3-4E68-AB8B-ADE9CECE27D0}" dt="2026-08-10T20:24:09.785" v="1147"/>
          <ac:picMkLst>
            <pc:docMk/>
            <pc:sldMk cId="2248842296" sldId="1351"/>
            <ac:picMk id="3" creationId="{06F4B661-050C-D95F-E558-E74CFAFE6716}"/>
          </ac:picMkLst>
        </pc:picChg>
      </pc:sldChg>
      <pc:sldChg chg="addSp delSp modSp add mod ord addAnim delAnim modAnim">
        <pc:chgData name="Norbey Muñoz" userId="b7e811e8891ccd42" providerId="LiveId" clId="{2482167B-ADD3-4E68-AB8B-ADE9CECE27D0}" dt="2026-08-10T20:29:06.208" v="1183" actId="113"/>
        <pc:sldMkLst>
          <pc:docMk/>
          <pc:sldMk cId="3182060108" sldId="1352"/>
        </pc:sldMkLst>
        <pc:spChg chg="add del mod">
          <ac:chgData name="Norbey Muñoz" userId="b7e811e8891ccd42" providerId="LiveId" clId="{2482167B-ADD3-4E68-AB8B-ADE9CECE27D0}" dt="2026-08-10T20:29:06.208" v="1183" actId="113"/>
          <ac:spMkLst>
            <pc:docMk/>
            <pc:sldMk cId="3182060108" sldId="1352"/>
            <ac:spMk id="3" creationId="{69E205C7-BECD-0975-205A-16C3ED473F96}"/>
          </ac:spMkLst>
        </pc:spChg>
        <pc:spChg chg="del">
          <ac:chgData name="Norbey Muñoz" userId="b7e811e8891ccd42" providerId="LiveId" clId="{2482167B-ADD3-4E68-AB8B-ADE9CECE27D0}" dt="2026-08-10T20:25:09.335" v="1151" actId="478"/>
          <ac:spMkLst>
            <pc:docMk/>
            <pc:sldMk cId="3182060108" sldId="1352"/>
            <ac:spMk id="4" creationId="{EA071F4E-C0C0-F4B4-9325-03214A5E7503}"/>
          </ac:spMkLst>
        </pc:spChg>
        <pc:spChg chg="del">
          <ac:chgData name="Norbey Muñoz" userId="b7e811e8891ccd42" providerId="LiveId" clId="{2482167B-ADD3-4E68-AB8B-ADE9CECE27D0}" dt="2026-08-10T20:25:09.335" v="1151" actId="478"/>
          <ac:spMkLst>
            <pc:docMk/>
            <pc:sldMk cId="3182060108" sldId="1352"/>
            <ac:spMk id="9" creationId="{C7878F9E-B168-BB34-9D02-A636A81E3D0B}"/>
          </ac:spMkLst>
        </pc:spChg>
        <pc:spChg chg="del">
          <ac:chgData name="Norbey Muñoz" userId="b7e811e8891ccd42" providerId="LiveId" clId="{2482167B-ADD3-4E68-AB8B-ADE9CECE27D0}" dt="2026-08-10T20:25:09.335" v="1151" actId="478"/>
          <ac:spMkLst>
            <pc:docMk/>
            <pc:sldMk cId="3182060108" sldId="1352"/>
            <ac:spMk id="11" creationId="{AA450BCC-D454-FB1A-415E-B2F67D22085B}"/>
          </ac:spMkLst>
        </pc:spChg>
        <pc:picChg chg="del">
          <ac:chgData name="Norbey Muñoz" userId="b7e811e8891ccd42" providerId="LiveId" clId="{2482167B-ADD3-4E68-AB8B-ADE9CECE27D0}" dt="2026-08-10T20:27:26.506" v="1155" actId="478"/>
          <ac:picMkLst>
            <pc:docMk/>
            <pc:sldMk cId="3182060108" sldId="1352"/>
            <ac:picMk id="2" creationId="{AF17BCCC-E704-6C84-8437-435D7CF3C633}"/>
          </ac:picMkLst>
        </pc:picChg>
        <pc:picChg chg="add mod">
          <ac:chgData name="Norbey Muñoz" userId="b7e811e8891ccd42" providerId="LiveId" clId="{2482167B-ADD3-4E68-AB8B-ADE9CECE27D0}" dt="2026-08-10T20:27:31.393" v="1158" actId="1076"/>
          <ac:picMkLst>
            <pc:docMk/>
            <pc:sldMk cId="3182060108" sldId="1352"/>
            <ac:picMk id="5" creationId="{D80A6E94-809A-1942-81AA-011330B287B1}"/>
          </ac:picMkLst>
        </pc:picChg>
      </pc:sldChg>
      <pc:sldChg chg="addSp delSp modSp add mod">
        <pc:chgData name="Norbey Muñoz" userId="b7e811e8891ccd42" providerId="LiveId" clId="{2482167B-ADD3-4E68-AB8B-ADE9CECE27D0}" dt="2026-08-10T20:38:39.126" v="1248" actId="1076"/>
        <pc:sldMkLst>
          <pc:docMk/>
          <pc:sldMk cId="1528905294" sldId="1353"/>
        </pc:sldMkLst>
        <pc:spChg chg="del mod">
          <ac:chgData name="Norbey Muñoz" userId="b7e811e8891ccd42" providerId="LiveId" clId="{2482167B-ADD3-4E68-AB8B-ADE9CECE27D0}" dt="2026-08-10T20:29:36.254" v="1188" actId="478"/>
          <ac:spMkLst>
            <pc:docMk/>
            <pc:sldMk cId="1528905294" sldId="1353"/>
            <ac:spMk id="3" creationId="{9ADBC3D3-80C9-2CD5-1176-F05BB4311118}"/>
          </ac:spMkLst>
        </pc:spChg>
        <pc:spChg chg="add del mod">
          <ac:chgData name="Norbey Muñoz" userId="b7e811e8891ccd42" providerId="LiveId" clId="{2482167B-ADD3-4E68-AB8B-ADE9CECE27D0}" dt="2026-08-10T20:29:46.117" v="1192" actId="478"/>
          <ac:spMkLst>
            <pc:docMk/>
            <pc:sldMk cId="1528905294" sldId="1353"/>
            <ac:spMk id="6" creationId="{58E2F6A8-4103-F866-F9B4-AB57FE1836CC}"/>
          </ac:spMkLst>
        </pc:spChg>
        <pc:spChg chg="add del mod">
          <ac:chgData name="Norbey Muñoz" userId="b7e811e8891ccd42" providerId="LiveId" clId="{2482167B-ADD3-4E68-AB8B-ADE9CECE27D0}" dt="2026-08-10T20:29:55.133" v="1197" actId="478"/>
          <ac:spMkLst>
            <pc:docMk/>
            <pc:sldMk cId="1528905294" sldId="1353"/>
            <ac:spMk id="9" creationId="{C16A94BF-A7EB-974F-D52A-F791573DFDB9}"/>
          </ac:spMkLst>
        </pc:spChg>
        <pc:spChg chg="add mod">
          <ac:chgData name="Norbey Muñoz" userId="b7e811e8891ccd42" providerId="LiveId" clId="{2482167B-ADD3-4E68-AB8B-ADE9CECE27D0}" dt="2026-08-10T20:38:16.902" v="1243" actId="114"/>
          <ac:spMkLst>
            <pc:docMk/>
            <pc:sldMk cId="1528905294" sldId="1353"/>
            <ac:spMk id="12" creationId="{BC5F21E0-6133-5F36-E374-AA424DF958D2}"/>
          </ac:spMkLst>
        </pc:spChg>
        <pc:spChg chg="add mod">
          <ac:chgData name="Norbey Muñoz" userId="b7e811e8891ccd42" providerId="LiveId" clId="{2482167B-ADD3-4E68-AB8B-ADE9CECE27D0}" dt="2026-08-10T20:38:39.126" v="1248" actId="1076"/>
          <ac:spMkLst>
            <pc:docMk/>
            <pc:sldMk cId="1528905294" sldId="1353"/>
            <ac:spMk id="14" creationId="{7F6163F4-DF44-4410-4799-83B5B6CFDC0B}"/>
          </ac:spMkLst>
        </pc:spChg>
        <pc:graphicFrameChg chg="add del mod">
          <ac:chgData name="Norbey Muñoz" userId="b7e811e8891ccd42" providerId="LiveId" clId="{2482167B-ADD3-4E68-AB8B-ADE9CECE27D0}" dt="2026-08-10T20:29:46.895" v="1193" actId="478"/>
          <ac:graphicFrameMkLst>
            <pc:docMk/>
            <pc:sldMk cId="1528905294" sldId="1353"/>
            <ac:graphicFrameMk id="2" creationId="{61BE5853-CFB3-9479-1C27-E4B38297BFFA}"/>
          </ac:graphicFrameMkLst>
        </pc:graphicFrameChg>
        <pc:graphicFrameChg chg="add mod modGraphic">
          <ac:chgData name="Norbey Muñoz" userId="b7e811e8891ccd42" providerId="LiveId" clId="{2482167B-ADD3-4E68-AB8B-ADE9CECE27D0}" dt="2026-08-10T20:38:08.774" v="1240" actId="1076"/>
          <ac:graphicFrameMkLst>
            <pc:docMk/>
            <pc:sldMk cId="1528905294" sldId="1353"/>
            <ac:graphicFrameMk id="7" creationId="{664194AC-A178-99EC-4B94-E71D52C9DD05}"/>
          </ac:graphicFrameMkLst>
        </pc:graphicFrameChg>
        <pc:graphicFrameChg chg="add mod modGraphic">
          <ac:chgData name="Norbey Muñoz" userId="b7e811e8891ccd42" providerId="LiveId" clId="{2482167B-ADD3-4E68-AB8B-ADE9CECE27D0}" dt="2026-08-10T20:38:03.878" v="1239" actId="1076"/>
          <ac:graphicFrameMkLst>
            <pc:docMk/>
            <pc:sldMk cId="1528905294" sldId="1353"/>
            <ac:graphicFrameMk id="10" creationId="{1CDBAB33-02B4-D18B-5B8B-EB6C260CF186}"/>
          </ac:graphicFrameMkLst>
        </pc:graphicFrameChg>
        <pc:picChg chg="del">
          <ac:chgData name="Norbey Muñoz" userId="b7e811e8891ccd42" providerId="LiveId" clId="{2482167B-ADD3-4E68-AB8B-ADE9CECE27D0}" dt="2026-08-10T20:29:25.505" v="1185" actId="478"/>
          <ac:picMkLst>
            <pc:docMk/>
            <pc:sldMk cId="1528905294" sldId="1353"/>
            <ac:picMk id="5" creationId="{90811016-6C55-BBCB-80BB-27D8796BECAD}"/>
          </ac:picMkLst>
        </pc:picChg>
      </pc:sldChg>
      <pc:sldChg chg="del">
        <pc:chgData name="Norbey Muñoz" userId="b7e811e8891ccd42" providerId="LiveId" clId="{2482167B-ADD3-4E68-AB8B-ADE9CECE27D0}" dt="2026-08-10T04:01:46.358" v="814" actId="47"/>
        <pc:sldMkLst>
          <pc:docMk/>
          <pc:sldMk cId="3242832850" sldId="1353"/>
        </pc:sldMkLst>
      </pc:sldChg>
      <pc:sldChg chg="addSp delSp modSp add mod">
        <pc:chgData name="Norbey Muñoz" userId="b7e811e8891ccd42" providerId="LiveId" clId="{2482167B-ADD3-4E68-AB8B-ADE9CECE27D0}" dt="2026-08-10T20:40:23.579" v="1255" actId="1076"/>
        <pc:sldMkLst>
          <pc:docMk/>
          <pc:sldMk cId="253151881" sldId="1354"/>
        </pc:sldMkLst>
        <pc:picChg chg="add mod">
          <ac:chgData name="Norbey Muñoz" userId="b7e811e8891ccd42" providerId="LiveId" clId="{2482167B-ADD3-4E68-AB8B-ADE9CECE27D0}" dt="2026-08-10T20:40:23.579" v="1255" actId="1076"/>
          <ac:picMkLst>
            <pc:docMk/>
            <pc:sldMk cId="253151881" sldId="1354"/>
            <ac:picMk id="2" creationId="{712FF70B-21E4-5A6E-81F7-DDEFC2F2B778}"/>
          </ac:picMkLst>
        </pc:picChg>
        <pc:picChg chg="del">
          <ac:chgData name="Norbey Muñoz" userId="b7e811e8891ccd42" providerId="LiveId" clId="{2482167B-ADD3-4E68-AB8B-ADE9CECE27D0}" dt="2026-08-10T20:40:13.900" v="1250" actId="478"/>
          <ac:picMkLst>
            <pc:docMk/>
            <pc:sldMk cId="253151881" sldId="1354"/>
            <ac:picMk id="3" creationId="{1AC45ED0-5114-9905-9A3D-3E16F271C91B}"/>
          </ac:picMkLst>
        </pc:picChg>
      </pc:sldChg>
      <pc:sldChg chg="del">
        <pc:chgData name="Norbey Muñoz" userId="b7e811e8891ccd42" providerId="LiveId" clId="{2482167B-ADD3-4E68-AB8B-ADE9CECE27D0}" dt="2026-08-10T04:06:08.539" v="821" actId="47"/>
        <pc:sldMkLst>
          <pc:docMk/>
          <pc:sldMk cId="2718314828" sldId="1354"/>
        </pc:sldMkLst>
      </pc:sldChg>
      <pc:sldChg chg="del">
        <pc:chgData name="Norbey Muñoz" userId="b7e811e8891ccd42" providerId="LiveId" clId="{2482167B-ADD3-4E68-AB8B-ADE9CECE27D0}" dt="2026-08-10T04:06:07.013" v="819" actId="47"/>
        <pc:sldMkLst>
          <pc:docMk/>
          <pc:sldMk cId="0" sldId="1355"/>
        </pc:sldMkLst>
      </pc:sldChg>
      <pc:sldChg chg="addSp delSp modSp add mod">
        <pc:chgData name="Norbey Muñoz" userId="b7e811e8891ccd42" providerId="LiveId" clId="{2482167B-ADD3-4E68-AB8B-ADE9CECE27D0}" dt="2026-08-10T20:46:20.622" v="1284" actId="1076"/>
        <pc:sldMkLst>
          <pc:docMk/>
          <pc:sldMk cId="1972738989" sldId="1355"/>
        </pc:sldMkLst>
        <pc:spChg chg="add mod">
          <ac:chgData name="Norbey Muñoz" userId="b7e811e8891ccd42" providerId="LiveId" clId="{2482167B-ADD3-4E68-AB8B-ADE9CECE27D0}" dt="2026-08-10T20:46:17.318" v="1283" actId="1076"/>
          <ac:spMkLst>
            <pc:docMk/>
            <pc:sldMk cId="1972738989" sldId="1355"/>
            <ac:spMk id="5" creationId="{A130BE4D-8873-641E-351C-D1571FC45ECE}"/>
          </ac:spMkLst>
        </pc:spChg>
        <pc:picChg chg="del">
          <ac:chgData name="Norbey Muñoz" userId="b7e811e8891ccd42" providerId="LiveId" clId="{2482167B-ADD3-4E68-AB8B-ADE9CECE27D0}" dt="2026-08-10T20:41:34.962" v="1257" actId="478"/>
          <ac:picMkLst>
            <pc:docMk/>
            <pc:sldMk cId="1972738989" sldId="1355"/>
            <ac:picMk id="2" creationId="{9D53B99B-C3E6-EFE4-3939-656046F10940}"/>
          </ac:picMkLst>
        </pc:picChg>
        <pc:picChg chg="add mod">
          <ac:chgData name="Norbey Muñoz" userId="b7e811e8891ccd42" providerId="LiveId" clId="{2482167B-ADD3-4E68-AB8B-ADE9CECE27D0}" dt="2026-08-10T20:46:20.622" v="1284" actId="1076"/>
          <ac:picMkLst>
            <pc:docMk/>
            <pc:sldMk cId="1972738989" sldId="1355"/>
            <ac:picMk id="3" creationId="{A72A2F30-092A-0A65-9C18-79C842FC90B6}"/>
          </ac:picMkLst>
        </pc:picChg>
      </pc:sldChg>
      <pc:sldChg chg="addSp delSp modSp add mod">
        <pc:chgData name="Norbey Muñoz" userId="b7e811e8891ccd42" providerId="LiveId" clId="{2482167B-ADD3-4E68-AB8B-ADE9CECE27D0}" dt="2026-08-10T20:49:06.068" v="1334" actId="1076"/>
        <pc:sldMkLst>
          <pc:docMk/>
          <pc:sldMk cId="1498457190" sldId="1356"/>
        </pc:sldMkLst>
        <pc:spChg chg="mod">
          <ac:chgData name="Norbey Muñoz" userId="b7e811e8891ccd42" providerId="LiveId" clId="{2482167B-ADD3-4E68-AB8B-ADE9CECE27D0}" dt="2026-08-10T20:49:06.068" v="1334" actId="1076"/>
          <ac:spMkLst>
            <pc:docMk/>
            <pc:sldMk cId="1498457190" sldId="1356"/>
            <ac:spMk id="5" creationId="{20F12508-5CBA-4A90-648F-269A2DE3FD96}"/>
          </ac:spMkLst>
        </pc:spChg>
        <pc:spChg chg="add del mod">
          <ac:chgData name="Norbey Muñoz" userId="b7e811e8891ccd42" providerId="LiveId" clId="{2482167B-ADD3-4E68-AB8B-ADE9CECE27D0}" dt="2026-08-10T20:47:29.753" v="1304" actId="478"/>
          <ac:spMkLst>
            <pc:docMk/>
            <pc:sldMk cId="1498457190" sldId="1356"/>
            <ac:spMk id="8" creationId="{EE358A22-F007-171C-F5BE-046F5FA1F4EB}"/>
          </ac:spMkLst>
        </pc:spChg>
        <pc:graphicFrameChg chg="add mod modGraphic">
          <ac:chgData name="Norbey Muñoz" userId="b7e811e8891ccd42" providerId="LiveId" clId="{2482167B-ADD3-4E68-AB8B-ADE9CECE27D0}" dt="2026-08-10T20:48:17.211" v="1322" actId="14100"/>
          <ac:graphicFrameMkLst>
            <pc:docMk/>
            <pc:sldMk cId="1498457190" sldId="1356"/>
            <ac:graphicFrameMk id="6" creationId="{6D93DB04-1783-3B14-636C-490A336D9C05}"/>
          </ac:graphicFrameMkLst>
        </pc:graphicFrameChg>
        <pc:picChg chg="add mod">
          <ac:chgData name="Norbey Muñoz" userId="b7e811e8891ccd42" providerId="LiveId" clId="{2482167B-ADD3-4E68-AB8B-ADE9CECE27D0}" dt="2026-08-10T20:47:17.232" v="1299" actId="1076"/>
          <ac:picMkLst>
            <pc:docMk/>
            <pc:sldMk cId="1498457190" sldId="1356"/>
            <ac:picMk id="2" creationId="{60EC405A-E62C-4323-FE7B-A6F2B55CE52D}"/>
          </ac:picMkLst>
        </pc:picChg>
        <pc:picChg chg="del">
          <ac:chgData name="Norbey Muñoz" userId="b7e811e8891ccd42" providerId="LiveId" clId="{2482167B-ADD3-4E68-AB8B-ADE9CECE27D0}" dt="2026-08-10T20:46:25.554" v="1286" actId="478"/>
          <ac:picMkLst>
            <pc:docMk/>
            <pc:sldMk cId="1498457190" sldId="1356"/>
            <ac:picMk id="3" creationId="{6F2FF6AA-FD4A-0B17-7D53-6E5C5CAE1034}"/>
          </ac:picMkLst>
        </pc:picChg>
        <pc:picChg chg="add mod">
          <ac:chgData name="Norbey Muñoz" userId="b7e811e8891ccd42" providerId="LiveId" clId="{2482167B-ADD3-4E68-AB8B-ADE9CECE27D0}" dt="2026-08-10T20:47:14.753" v="1298" actId="1076"/>
          <ac:picMkLst>
            <pc:docMk/>
            <pc:sldMk cId="1498457190" sldId="1356"/>
            <ac:picMk id="4" creationId="{00F45659-80C4-14B5-A7CC-0B1F8952C842}"/>
          </ac:picMkLst>
        </pc:picChg>
      </pc:sldChg>
      <pc:sldChg chg="del">
        <pc:chgData name="Norbey Muñoz" userId="b7e811e8891ccd42" providerId="LiveId" clId="{2482167B-ADD3-4E68-AB8B-ADE9CECE27D0}" dt="2026-08-10T04:06:21.130" v="836" actId="47"/>
        <pc:sldMkLst>
          <pc:docMk/>
          <pc:sldMk cId="1924188671" sldId="1356"/>
        </pc:sldMkLst>
      </pc:sldChg>
      <pc:sldChg chg="addSp delSp add mod ord">
        <pc:chgData name="Norbey Muñoz" userId="b7e811e8891ccd42" providerId="LiveId" clId="{2482167B-ADD3-4E68-AB8B-ADE9CECE27D0}" dt="2026-08-10T20:54:14.230" v="1344"/>
        <pc:sldMkLst>
          <pc:docMk/>
          <pc:sldMk cId="2739999253" sldId="1357"/>
        </pc:sldMkLst>
        <pc:picChg chg="del">
          <ac:chgData name="Norbey Muñoz" userId="b7e811e8891ccd42" providerId="LiveId" clId="{2482167B-ADD3-4E68-AB8B-ADE9CECE27D0}" dt="2026-08-10T20:53:51.603" v="1338" actId="478"/>
          <ac:picMkLst>
            <pc:docMk/>
            <pc:sldMk cId="2739999253" sldId="1357"/>
            <ac:picMk id="2" creationId="{64B372BC-63DF-6A7A-9978-E5B91C94DD48}"/>
          </ac:picMkLst>
        </pc:picChg>
        <pc:picChg chg="add del">
          <ac:chgData name="Norbey Muñoz" userId="b7e811e8891ccd42" providerId="LiveId" clId="{2482167B-ADD3-4E68-AB8B-ADE9CECE27D0}" dt="2026-08-10T20:54:13.548" v="1342" actId="478"/>
          <ac:picMkLst>
            <pc:docMk/>
            <pc:sldMk cId="2739999253" sldId="1357"/>
            <ac:picMk id="3" creationId="{7913605B-993F-6DAF-1416-39182DB498D0}"/>
          </ac:picMkLst>
        </pc:picChg>
        <pc:picChg chg="add">
          <ac:chgData name="Norbey Muñoz" userId="b7e811e8891ccd42" providerId="LiveId" clId="{2482167B-ADD3-4E68-AB8B-ADE9CECE27D0}" dt="2026-08-10T20:54:14.230" v="1344"/>
          <ac:picMkLst>
            <pc:docMk/>
            <pc:sldMk cId="2739999253" sldId="1357"/>
            <ac:picMk id="4" creationId="{57DB12FF-B407-641A-1DE5-A20BB0E271DD}"/>
          </ac:picMkLst>
        </pc:picChg>
      </pc:sldChg>
      <pc:sldChg chg="add">
        <pc:chgData name="Norbey Muñoz" userId="b7e811e8891ccd42" providerId="LiveId" clId="{2482167B-ADD3-4E68-AB8B-ADE9CECE27D0}" dt="2026-08-10T20:54:11.701" v="1341" actId="2890"/>
        <pc:sldMkLst>
          <pc:docMk/>
          <pc:sldMk cId="2938304110" sldId="1358"/>
        </pc:sldMkLst>
      </pc:sldChg>
      <pc:sldChg chg="addSp modSp add mod ord">
        <pc:chgData name="Norbey Muñoz" userId="b7e811e8891ccd42" providerId="LiveId" clId="{2482167B-ADD3-4E68-AB8B-ADE9CECE27D0}" dt="2026-08-10T23:01:36.161" v="1456" actId="1076"/>
        <pc:sldMkLst>
          <pc:docMk/>
          <pc:sldMk cId="1680857186" sldId="1359"/>
        </pc:sldMkLst>
        <pc:spChg chg="add mod">
          <ac:chgData name="Norbey Muñoz" userId="b7e811e8891ccd42" providerId="LiveId" clId="{2482167B-ADD3-4E68-AB8B-ADE9CECE27D0}" dt="2026-08-10T23:01:36.161" v="1456" actId="1076"/>
          <ac:spMkLst>
            <pc:docMk/>
            <pc:sldMk cId="1680857186" sldId="1359"/>
            <ac:spMk id="3" creationId="{DD26E38B-F820-8352-AF0C-ABBDC47C68DD}"/>
          </ac:spMkLst>
        </pc:spChg>
        <pc:spChg chg="mod">
          <ac:chgData name="Norbey Muñoz" userId="b7e811e8891ccd42" providerId="LiveId" clId="{2482167B-ADD3-4E68-AB8B-ADE9CECE27D0}" dt="2026-08-10T23:01:26.600" v="1453" actId="20577"/>
          <ac:spMkLst>
            <pc:docMk/>
            <pc:sldMk cId="1680857186" sldId="1359"/>
            <ac:spMk id="91" creationId="{4F95023E-8FB4-7524-121A-A0F559FCDA0C}"/>
          </ac:spMkLst>
        </pc:spChg>
      </pc:sldChg>
      <pc:sldChg chg="add del setBg">
        <pc:chgData name="Norbey Muñoz" userId="b7e811e8891ccd42" providerId="LiveId" clId="{2482167B-ADD3-4E68-AB8B-ADE9CECE27D0}" dt="2026-08-10T22:58:22.619" v="1389"/>
        <pc:sldMkLst>
          <pc:docMk/>
          <pc:sldMk cId="3128813497" sldId="1359"/>
        </pc:sldMkLst>
      </pc:sldChg>
      <pc:sldChg chg="add del ord">
        <pc:chgData name="Norbey Muñoz" userId="b7e811e8891ccd42" providerId="LiveId" clId="{2482167B-ADD3-4E68-AB8B-ADE9CECE27D0}" dt="2026-08-10T22:59:48.193" v="1418" actId="47"/>
        <pc:sldMkLst>
          <pc:docMk/>
          <pc:sldMk cId="3995320604" sldId="1360"/>
        </pc:sldMkLst>
      </pc:sldChg>
      <pc:sldMasterChg chg="delSldLayout">
        <pc:chgData name="Norbey Muñoz" userId="b7e811e8891ccd42" providerId="LiveId" clId="{2482167B-ADD3-4E68-AB8B-ADE9CECE27D0}" dt="2026-08-10T04:06:07.611" v="820" actId="47"/>
        <pc:sldMasterMkLst>
          <pc:docMk/>
          <pc:sldMasterMk cId="0" sldId="2147483648"/>
        </pc:sldMasterMkLst>
        <pc:sldLayoutChg chg="del">
          <pc:chgData name="Norbey Muñoz" userId="b7e811e8891ccd42" providerId="LiveId" clId="{2482167B-ADD3-4E68-AB8B-ADE9CECE27D0}" dt="2026-08-10T04:06:07.611" v="820" actId="47"/>
          <pc:sldLayoutMkLst>
            <pc:docMk/>
            <pc:sldMasterMk cId="0" sldId="2147483648"/>
            <pc:sldLayoutMk cId="2655756690" sldId="214748366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1"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CO"/>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1"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1"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1"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1"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1"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1"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ES" sz="1200" b="1" i="0" u="none" strike="noStrike" cap="none">
                <a:solidFill>
                  <a:schemeClr val="dk1"/>
                </a:solidFill>
                <a:latin typeface="Arial"/>
                <a:ea typeface="Arial"/>
                <a:cs typeface="Arial"/>
                <a:sym typeface="Arial"/>
              </a:rPr>
              <a:t>‹#›</a:t>
            </a:fld>
            <a:endParaRPr sz="1200" b="1"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andreaperlato.com/theorypost/ridge-and-lasso-regression/" TargetMode="External"/><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www.andreaperlato.com/theorypost/ridge-and-lasso-regression/" TargetMode="External"/><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www.andreaperlato.com/theorypost/ridge-and-lasso-regression/"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andreaperlato.com/theorypost/ridge-and-lasso-regression/" TargetMode="External"/><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CO"/>
          </a:p>
        </p:txBody>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900"/>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1" i="0" u="none" strike="noStrike" cap="none">
                <a:solidFill>
                  <a:srgbClr val="000000"/>
                </a:solidFill>
                <a:latin typeface="Arial"/>
                <a:ea typeface="Arial"/>
                <a:cs typeface="Arial"/>
                <a:sym typeface="Arial"/>
              </a:rPr>
              <a:t>1</a:t>
            </a:fld>
            <a:endParaRPr sz="1200" b="1" i="0" u="none" strike="noStrike" cap="non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a:p>
        </p:txBody>
      </p:sp>
    </p:spTree>
    <p:extLst>
      <p:ext uri="{BB962C8B-B14F-4D97-AF65-F5344CB8AC3E}">
        <p14:creationId xmlns:p14="http://schemas.microsoft.com/office/powerpoint/2010/main" val="30775407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a:extLst>
            <a:ext uri="{FF2B5EF4-FFF2-40B4-BE49-F238E27FC236}">
              <a16:creationId xmlns:a16="http://schemas.microsoft.com/office/drawing/2014/main" id="{333FB600-ED09-51B2-8239-10B3FC9CB352}"/>
            </a:ext>
          </a:extLst>
        </p:cNvPr>
        <p:cNvGrpSpPr/>
        <p:nvPr/>
      </p:nvGrpSpPr>
      <p:grpSpPr>
        <a:xfrm>
          <a:off x="0" y="0"/>
          <a:ext cx="0" cy="0"/>
          <a:chOff x="0" y="0"/>
          <a:chExt cx="0" cy="0"/>
        </a:xfrm>
      </p:grpSpPr>
      <p:sp>
        <p:nvSpPr>
          <p:cNvPr id="85" name="Google Shape;85;p1:notes">
            <a:extLst>
              <a:ext uri="{FF2B5EF4-FFF2-40B4-BE49-F238E27FC236}">
                <a16:creationId xmlns:a16="http://schemas.microsoft.com/office/drawing/2014/main" id="{5D7BA3EF-E2A1-6A23-A244-7F8AFD582D7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CO"/>
          </a:p>
        </p:txBody>
      </p:sp>
      <p:sp>
        <p:nvSpPr>
          <p:cNvPr id="86" name="Google Shape;86;p1:notes">
            <a:extLst>
              <a:ext uri="{FF2B5EF4-FFF2-40B4-BE49-F238E27FC236}">
                <a16:creationId xmlns:a16="http://schemas.microsoft.com/office/drawing/2014/main" id="{ABE2DE4E-0676-0F64-E555-47F63252FC6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900"/>
          </a:p>
        </p:txBody>
      </p:sp>
      <p:sp>
        <p:nvSpPr>
          <p:cNvPr id="87" name="Google Shape;87;p1:notes">
            <a:extLst>
              <a:ext uri="{FF2B5EF4-FFF2-40B4-BE49-F238E27FC236}">
                <a16:creationId xmlns:a16="http://schemas.microsoft.com/office/drawing/2014/main" id="{CDBE4B36-CD38-0960-9DBF-450B77BA56F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1" i="0" u="none" strike="noStrike" cap="none">
                <a:solidFill>
                  <a:srgbClr val="000000"/>
                </a:solidFill>
                <a:latin typeface="Arial"/>
                <a:ea typeface="Arial"/>
                <a:cs typeface="Arial"/>
                <a:sym typeface="Arial"/>
              </a:rPr>
              <a:t>4</a:t>
            </a:fld>
            <a:endParaRPr sz="1200" b="1"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9222690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a:extLst>
            <a:ext uri="{FF2B5EF4-FFF2-40B4-BE49-F238E27FC236}">
              <a16:creationId xmlns:a16="http://schemas.microsoft.com/office/drawing/2014/main" id="{15F85157-ED8D-8BD2-11BD-7485649C6AB6}"/>
            </a:ext>
          </a:extLst>
        </p:cNvPr>
        <p:cNvGrpSpPr/>
        <p:nvPr/>
      </p:nvGrpSpPr>
      <p:grpSpPr>
        <a:xfrm>
          <a:off x="0" y="0"/>
          <a:ext cx="0" cy="0"/>
          <a:chOff x="0" y="0"/>
          <a:chExt cx="0" cy="0"/>
        </a:xfrm>
      </p:grpSpPr>
      <p:sp>
        <p:nvSpPr>
          <p:cNvPr id="85" name="Google Shape;85;p1:notes">
            <a:extLst>
              <a:ext uri="{FF2B5EF4-FFF2-40B4-BE49-F238E27FC236}">
                <a16:creationId xmlns:a16="http://schemas.microsoft.com/office/drawing/2014/main" id="{9A0DC970-DE18-DA8E-E783-9FF2FC0CE5B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CO"/>
          </a:p>
        </p:txBody>
      </p:sp>
      <p:sp>
        <p:nvSpPr>
          <p:cNvPr id="86" name="Google Shape;86;p1:notes">
            <a:extLst>
              <a:ext uri="{FF2B5EF4-FFF2-40B4-BE49-F238E27FC236}">
                <a16:creationId xmlns:a16="http://schemas.microsoft.com/office/drawing/2014/main" id="{9C85B8FB-B4AE-5F1D-21DD-EA09F82FBB6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900"/>
          </a:p>
        </p:txBody>
      </p:sp>
      <p:sp>
        <p:nvSpPr>
          <p:cNvPr id="87" name="Google Shape;87;p1:notes">
            <a:extLst>
              <a:ext uri="{FF2B5EF4-FFF2-40B4-BE49-F238E27FC236}">
                <a16:creationId xmlns:a16="http://schemas.microsoft.com/office/drawing/2014/main" id="{27E6D41D-2F61-FD51-1A59-7B8B5C59299C}"/>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1" i="0" u="none" strike="noStrike" cap="none">
                <a:solidFill>
                  <a:srgbClr val="000000"/>
                </a:solidFill>
                <a:latin typeface="Arial"/>
                <a:ea typeface="Arial"/>
                <a:cs typeface="Arial"/>
                <a:sym typeface="Arial"/>
              </a:rPr>
              <a:t>7</a:t>
            </a:fld>
            <a:endParaRPr sz="1200" b="1"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4310026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a:extLst>
            <a:ext uri="{FF2B5EF4-FFF2-40B4-BE49-F238E27FC236}">
              <a16:creationId xmlns:a16="http://schemas.microsoft.com/office/drawing/2014/main" id="{4B84BFC2-7CCB-219F-6CBE-F24317C5791A}"/>
            </a:ext>
          </a:extLst>
        </p:cNvPr>
        <p:cNvGrpSpPr/>
        <p:nvPr/>
      </p:nvGrpSpPr>
      <p:grpSpPr>
        <a:xfrm>
          <a:off x="0" y="0"/>
          <a:ext cx="0" cy="0"/>
          <a:chOff x="0" y="0"/>
          <a:chExt cx="0" cy="0"/>
        </a:xfrm>
      </p:grpSpPr>
      <p:sp>
        <p:nvSpPr>
          <p:cNvPr id="85" name="Google Shape;85;p1:notes">
            <a:extLst>
              <a:ext uri="{FF2B5EF4-FFF2-40B4-BE49-F238E27FC236}">
                <a16:creationId xmlns:a16="http://schemas.microsoft.com/office/drawing/2014/main" id="{E26B326F-31FA-5B32-5AE8-D3147586BE7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CO"/>
          </a:p>
        </p:txBody>
      </p:sp>
      <p:sp>
        <p:nvSpPr>
          <p:cNvPr id="86" name="Google Shape;86;p1:notes">
            <a:extLst>
              <a:ext uri="{FF2B5EF4-FFF2-40B4-BE49-F238E27FC236}">
                <a16:creationId xmlns:a16="http://schemas.microsoft.com/office/drawing/2014/main" id="{C6E56CFD-2180-64D8-E9BC-A4D894FF4EC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900"/>
          </a:p>
        </p:txBody>
      </p:sp>
      <p:sp>
        <p:nvSpPr>
          <p:cNvPr id="87" name="Google Shape;87;p1:notes">
            <a:extLst>
              <a:ext uri="{FF2B5EF4-FFF2-40B4-BE49-F238E27FC236}">
                <a16:creationId xmlns:a16="http://schemas.microsoft.com/office/drawing/2014/main" id="{D259E711-C94B-FFA3-AEF6-F8C4B6AFCCF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1" i="0" u="none" strike="noStrike" cap="none">
                <a:solidFill>
                  <a:srgbClr val="000000"/>
                </a:solidFill>
                <a:latin typeface="Arial"/>
                <a:ea typeface="Arial"/>
                <a:cs typeface="Arial"/>
                <a:sym typeface="Arial"/>
              </a:rPr>
              <a:t>17</a:t>
            </a:fld>
            <a:endParaRPr sz="1200" b="1"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8527889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p:cNvGrpSpPr/>
        <p:nvPr/>
      </p:nvGrpSpPr>
      <p:grpSpPr>
        <a:xfrm>
          <a:off x="0" y="0"/>
          <a:ext cx="0" cy="0"/>
          <a:chOff x="0" y="0"/>
          <a:chExt cx="0" cy="0"/>
        </a:xfrm>
      </p:grpSpPr>
      <p:sp>
        <p:nvSpPr>
          <p:cNvPr id="865" name="Google Shape;865;p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6" name="Google Shape;866;p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593363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p:cNvGrpSpPr/>
        <p:nvPr/>
      </p:nvGrpSpPr>
      <p:grpSpPr>
        <a:xfrm>
          <a:off x="0" y="0"/>
          <a:ext cx="0" cy="0"/>
          <a:chOff x="0" y="0"/>
          <a:chExt cx="0" cy="0"/>
        </a:xfrm>
      </p:grpSpPr>
      <p:sp>
        <p:nvSpPr>
          <p:cNvPr id="865" name="Google Shape;865;p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hlinkClick r:id="rId3"/>
              </a:rPr>
              <a:t>Ridge and Lasso Regression - Andrea </a:t>
            </a:r>
            <a:r>
              <a:rPr lang="en-US" dirty="0" err="1">
                <a:hlinkClick r:id="rId3"/>
              </a:rPr>
              <a:t>Perlato</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s-ES" b="0" i="0" dirty="0">
                <a:solidFill>
                  <a:srgbClr val="BFBFBF"/>
                </a:solidFill>
                <a:effectLst/>
                <a:highlight>
                  <a:srgbClr val="1F1F1F"/>
                </a:highlight>
                <a:latin typeface="Google Sans"/>
              </a:rPr>
              <a:t>MCO es la técnica de regresión más conocida</a:t>
            </a:r>
          </a:p>
          <a:p>
            <a:pPr marL="0" lvl="0" indent="0" algn="l" rtl="0">
              <a:spcBef>
                <a:spcPts val="0"/>
              </a:spcBef>
              <a:spcAft>
                <a:spcPts val="0"/>
              </a:spcAft>
              <a:buNone/>
            </a:pPr>
            <a:endParaRPr lang="es-ES" b="0" i="0" dirty="0">
              <a:solidFill>
                <a:srgbClr val="BFBFBF"/>
              </a:solidFill>
              <a:effectLst/>
              <a:highlight>
                <a:srgbClr val="1F1F1F"/>
              </a:highlight>
              <a:latin typeface="Google Sans"/>
            </a:endParaRPr>
          </a:p>
          <a:p>
            <a:pPr marL="0" lvl="0" indent="0" algn="l" rtl="0">
              <a:spcBef>
                <a:spcPts val="0"/>
              </a:spcBef>
              <a:spcAft>
                <a:spcPts val="0"/>
              </a:spcAft>
              <a:buNone/>
            </a:pPr>
            <a:r>
              <a:rPr lang="es-ES" dirty="0"/>
              <a:t>La idea principal detrás de Ridge </a:t>
            </a:r>
            <a:r>
              <a:rPr lang="es-ES" dirty="0" err="1"/>
              <a:t>Regression</a:t>
            </a:r>
            <a:r>
              <a:rPr lang="es-ES" dirty="0"/>
              <a:t> es encontrar una nueva línea que no se ajuste también a los datos de entrenamiento...</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s-ES" dirty="0"/>
              <a:t>...en otras palabras, introducimos una pequeña cantidad de sesgo en cómo se ajusta la nueva línea a los datos...</a:t>
            </a:r>
          </a:p>
          <a:p>
            <a:pPr marL="0" lvl="0" indent="0" algn="l" rtl="0">
              <a:spcBef>
                <a:spcPts val="0"/>
              </a:spcBef>
              <a:spcAft>
                <a:spcPts val="0"/>
              </a:spcAft>
              <a:buNone/>
            </a:pPr>
            <a:endParaRPr lang="es-ES" dirty="0"/>
          </a:p>
          <a:p>
            <a:pPr marL="0" lvl="0" indent="0" algn="l" rtl="0">
              <a:spcBef>
                <a:spcPts val="0"/>
              </a:spcBef>
              <a:spcAft>
                <a:spcPts val="0"/>
              </a:spcAft>
              <a:buNone/>
            </a:pPr>
            <a:r>
              <a:rPr lang="es-ES" dirty="0"/>
              <a:t>En otras palabras, al comenzar con un ajuste ligeramente peor, Ridge </a:t>
            </a:r>
            <a:r>
              <a:rPr lang="es-ES" dirty="0" err="1"/>
              <a:t>Regression</a:t>
            </a:r>
            <a:r>
              <a:rPr lang="es-ES" dirty="0"/>
              <a:t> puede proporcionar mejores predicciones a largo plazo.</a:t>
            </a:r>
          </a:p>
        </p:txBody>
      </p:sp>
      <p:sp>
        <p:nvSpPr>
          <p:cNvPr id="866" name="Google Shape;866;p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302834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p:cNvGrpSpPr/>
        <p:nvPr/>
      </p:nvGrpSpPr>
      <p:grpSpPr>
        <a:xfrm>
          <a:off x="0" y="0"/>
          <a:ext cx="0" cy="0"/>
          <a:chOff x="0" y="0"/>
          <a:chExt cx="0" cy="0"/>
        </a:xfrm>
      </p:grpSpPr>
      <p:sp>
        <p:nvSpPr>
          <p:cNvPr id="865" name="Google Shape;865;p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hlinkClick r:id="rId3"/>
              </a:rPr>
              <a:t>Ridge and Lasso Regression - Andrea </a:t>
            </a:r>
            <a:r>
              <a:rPr lang="en-US" dirty="0" err="1">
                <a:hlinkClick r:id="rId3"/>
              </a:rPr>
              <a:t>Perlato</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s-ES" dirty="0"/>
              <a:t>La penalización L2 es cuadrática: lambda*slope^2: ninguno de los coeficientes (pendiente) es extremadamente grande.</a:t>
            </a:r>
            <a:endParaRPr lang="en-US" dirty="0"/>
          </a:p>
        </p:txBody>
      </p:sp>
      <p:sp>
        <p:nvSpPr>
          <p:cNvPr id="866" name="Google Shape;866;p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76230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p:cNvGrpSpPr/>
        <p:nvPr/>
      </p:nvGrpSpPr>
      <p:grpSpPr>
        <a:xfrm>
          <a:off x="0" y="0"/>
          <a:ext cx="0" cy="0"/>
          <a:chOff x="0" y="0"/>
          <a:chExt cx="0" cy="0"/>
        </a:xfrm>
      </p:grpSpPr>
      <p:sp>
        <p:nvSpPr>
          <p:cNvPr id="865" name="Google Shape;865;p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hlinkClick r:id="rId3"/>
              </a:rPr>
              <a:t>Ridge and Lasso Regression - Andrea </a:t>
            </a:r>
            <a:r>
              <a:rPr lang="en-US" dirty="0" err="1">
                <a:hlinkClick r:id="rId3"/>
              </a:rPr>
              <a:t>Perlato</a:t>
            </a:r>
            <a:endParaRPr lang="es-ES" dirty="0"/>
          </a:p>
          <a:p>
            <a:pPr marL="0" lvl="0" indent="0" algn="l" rtl="0">
              <a:spcBef>
                <a:spcPts val="0"/>
              </a:spcBef>
              <a:spcAft>
                <a:spcPts val="0"/>
              </a:spcAft>
              <a:buNone/>
            </a:pPr>
            <a:endParaRPr lang="es-ES" dirty="0"/>
          </a:p>
          <a:p>
            <a:pPr marL="0" lvl="0" indent="0" algn="l" rtl="0">
              <a:spcBef>
                <a:spcPts val="0"/>
              </a:spcBef>
              <a:spcAft>
                <a:spcPts val="0"/>
              </a:spcAft>
              <a:buNone/>
            </a:pPr>
            <a:r>
              <a:rPr lang="es-ES" dirty="0"/>
              <a:t>...y hacen cosas similares.</a:t>
            </a:r>
          </a:p>
          <a:p>
            <a:pPr marL="0" lvl="0" indent="0" algn="l" rtl="0">
              <a:spcBef>
                <a:spcPts val="0"/>
              </a:spcBef>
              <a:spcAft>
                <a:spcPts val="0"/>
              </a:spcAft>
              <a:buNone/>
            </a:pPr>
            <a:r>
              <a:rPr lang="es-ES" dirty="0"/>
              <a:t>En este caso, hacen que nuestras predicciones de tamaño sean menos sensibles a este pequeño conjunto de datos de entrenamiento.</a:t>
            </a:r>
          </a:p>
        </p:txBody>
      </p:sp>
      <p:sp>
        <p:nvSpPr>
          <p:cNvPr id="866" name="Google Shape;866;p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79445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p:cNvGrpSpPr/>
        <p:nvPr/>
      </p:nvGrpSpPr>
      <p:grpSpPr>
        <a:xfrm>
          <a:off x="0" y="0"/>
          <a:ext cx="0" cy="0"/>
          <a:chOff x="0" y="0"/>
          <a:chExt cx="0" cy="0"/>
        </a:xfrm>
      </p:grpSpPr>
      <p:sp>
        <p:nvSpPr>
          <p:cNvPr id="865" name="Google Shape;865;p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hlinkClick r:id="rId3"/>
              </a:rPr>
              <a:t>Ridge and Lasso Regression - Andrea </a:t>
            </a:r>
            <a:r>
              <a:rPr lang="en-US" dirty="0" err="1">
                <a:hlinkClick r:id="rId3"/>
              </a:rPr>
              <a:t>Perlato</a:t>
            </a:r>
            <a:endParaRPr lang="es-ES" dirty="0"/>
          </a:p>
          <a:p>
            <a:pPr marL="0" lvl="0" indent="0" algn="l" rtl="0">
              <a:spcBef>
                <a:spcPts val="0"/>
              </a:spcBef>
              <a:spcAft>
                <a:spcPts val="0"/>
              </a:spcAft>
              <a:buNone/>
            </a:pPr>
            <a:endParaRPr lang="es-ES" dirty="0"/>
          </a:p>
        </p:txBody>
      </p:sp>
      <p:sp>
        <p:nvSpPr>
          <p:cNvPr id="866" name="Google Shape;866;p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703793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ítulo y objetos" type="obj">
  <p:cSld name="OBJECT">
    <p:spTree>
      <p:nvGrpSpPr>
        <p:cNvPr id="1" name="Shape 15"/>
        <p:cNvGrpSpPr/>
        <p:nvPr/>
      </p:nvGrpSpPr>
      <p:grpSpPr>
        <a:xfrm>
          <a:off x="0" y="0"/>
          <a:ext cx="0" cy="0"/>
          <a:chOff x="0" y="0"/>
          <a:chExt cx="0" cy="0"/>
        </a:xfrm>
      </p:grpSpPr>
      <p:sp>
        <p:nvSpPr>
          <p:cNvPr id="16" name="Google Shape;16;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Diapositiva de título" type="title">
  <p:cSld name="TITLE">
    <p:spTree>
      <p:nvGrpSpPr>
        <p:cNvPr id="1" name="Shape 21"/>
        <p:cNvGrpSpPr/>
        <p:nvPr/>
      </p:nvGrpSpPr>
      <p:grpSpPr>
        <a:xfrm>
          <a:off x="0" y="0"/>
          <a:ext cx="0" cy="0"/>
          <a:chOff x="0" y="0"/>
          <a:chExt cx="0" cy="0"/>
        </a:xfrm>
      </p:grpSpPr>
      <p:sp>
        <p:nvSpPr>
          <p:cNvPr id="22" name="Google Shape;22;p2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2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Encabezado de sección" type="secHead">
  <p:cSld name="SECTION_HEADER">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2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Comparación" type="twoTxTwoObj">
  <p:cSld name="TWO_OBJECTS_WITH_TEXT">
    <p:spTree>
      <p:nvGrpSpPr>
        <p:cNvPr id="1" name="Shape 40"/>
        <p:cNvGrpSpPr/>
        <p:nvPr/>
      </p:nvGrpSpPr>
      <p:grpSpPr>
        <a:xfrm>
          <a:off x="0" y="0"/>
          <a:ext cx="0" cy="0"/>
          <a:chOff x="0" y="0"/>
          <a:chExt cx="0" cy="0"/>
        </a:xfrm>
      </p:grpSpPr>
      <p:sp>
        <p:nvSpPr>
          <p:cNvPr id="41" name="Google Shape;41;p24"/>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4"/>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24"/>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24"/>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24"/>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En blanco" type="blank">
  <p:cSld name="BLANK">
    <p:spTree>
      <p:nvGrpSpPr>
        <p:cNvPr id="1" name="Shape 54"/>
        <p:cNvGrpSpPr/>
        <p:nvPr/>
      </p:nvGrpSpPr>
      <p:grpSpPr>
        <a:xfrm>
          <a:off x="0" y="0"/>
          <a:ext cx="0" cy="0"/>
          <a:chOff x="0" y="0"/>
          <a:chExt cx="0" cy="0"/>
        </a:xfrm>
      </p:grpSpPr>
      <p:sp>
        <p:nvSpPr>
          <p:cNvPr id="55" name="Google Shape;55;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Contenido con título" type="objTx">
  <p:cSld name="OBJECT_WITH_CAPTION_TEXT">
    <p:spTree>
      <p:nvGrpSpPr>
        <p:cNvPr id="1" name="Shape 58"/>
        <p:cNvGrpSpPr/>
        <p:nvPr/>
      </p:nvGrpSpPr>
      <p:grpSpPr>
        <a:xfrm>
          <a:off x="0" y="0"/>
          <a:ext cx="0" cy="0"/>
          <a:chOff x="0" y="0"/>
          <a:chExt cx="0" cy="0"/>
        </a:xfrm>
      </p:grpSpPr>
      <p:sp>
        <p:nvSpPr>
          <p:cNvPr id="59" name="Google Shape;59;p2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7"/>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7"/>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Imagen con título" type="picTx">
  <p:cSld name="PICTURE_WITH_CAPTION_TEXT">
    <p:spTree>
      <p:nvGrpSpPr>
        <p:cNvPr id="1" name="Shape 65"/>
        <p:cNvGrpSpPr/>
        <p:nvPr/>
      </p:nvGrpSpPr>
      <p:grpSpPr>
        <a:xfrm>
          <a:off x="0" y="0"/>
          <a:ext cx="0" cy="0"/>
          <a:chOff x="0" y="0"/>
          <a:chExt cx="0" cy="0"/>
        </a:xfrm>
      </p:grpSpPr>
      <p:sp>
        <p:nvSpPr>
          <p:cNvPr id="66" name="Google Shape;66;p2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8"/>
          <p:cNvSpPr>
            <a:spLocks noGrp="1"/>
          </p:cNvSpPr>
          <p:nvPr>
            <p:ph type="pic" idx="2"/>
          </p:nvPr>
        </p:nvSpPr>
        <p:spPr>
          <a:xfrm>
            <a:off x="5183188" y="987425"/>
            <a:ext cx="6172200" cy="4873625"/>
          </a:xfrm>
          <a:prstGeom prst="rect">
            <a:avLst/>
          </a:prstGeom>
          <a:noFill/>
          <a:ln>
            <a:noFill/>
          </a:ln>
        </p:spPr>
        <p:txBody>
          <a:bodyPr/>
          <a:lstStyle/>
          <a:p>
            <a:endParaRPr lang="es-CO"/>
          </a:p>
        </p:txBody>
      </p:sp>
      <p:sp>
        <p:nvSpPr>
          <p:cNvPr id="68" name="Google Shape;68;p28"/>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Título y texto vertical" type="vertTx">
  <p:cSld name="VERTICAL_TEXT">
    <p:spTree>
      <p:nvGrpSpPr>
        <p:cNvPr id="1" name="Shape 72"/>
        <p:cNvGrpSpPr/>
        <p:nvPr/>
      </p:nvGrpSpPr>
      <p:grpSpPr>
        <a:xfrm>
          <a:off x="0" y="0"/>
          <a:ext cx="0" cy="0"/>
          <a:chOff x="0" y="0"/>
          <a:chExt cx="0" cy="0"/>
        </a:xfrm>
      </p:grpSpPr>
      <p:sp>
        <p:nvSpPr>
          <p:cNvPr id="73" name="Google Shape;73;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9"/>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Título vertical y texto" type="vertTitleAndTx">
  <p:cSld name="VERTICAL_TITLE_AND_VERTICAL_TEXT">
    <p:spTree>
      <p:nvGrpSpPr>
        <p:cNvPr id="1" name="Shape 78"/>
        <p:cNvGrpSpPr/>
        <p:nvPr/>
      </p:nvGrpSpPr>
      <p:grpSpPr>
        <a:xfrm>
          <a:off x="0" y="0"/>
          <a:ext cx="0" cy="0"/>
          <a:chOff x="0" y="0"/>
          <a:chExt cx="0" cy="0"/>
        </a:xfrm>
      </p:grpSpPr>
      <p:sp>
        <p:nvSpPr>
          <p:cNvPr id="79" name="Google Shape;79;p30"/>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30"/>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4"/>
        <p:cNvGrpSpPr/>
        <p:nvPr/>
      </p:nvGrpSpPr>
      <p:grpSpPr>
        <a:xfrm>
          <a:off x="0" y="0"/>
          <a:ext cx="0" cy="0"/>
          <a:chOff x="0" y="0"/>
          <a:chExt cx="0" cy="0"/>
        </a:xfrm>
      </p:grpSpPr>
      <p:sp>
        <p:nvSpPr>
          <p:cNvPr id="35" name="Google Shape;35;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a:t>
            </a:fld>
            <a:endParaRPr/>
          </a:p>
        </p:txBody>
      </p:sp>
    </p:spTree>
    <p:extLst>
      <p:ext uri="{BB962C8B-B14F-4D97-AF65-F5344CB8AC3E}">
        <p14:creationId xmlns:p14="http://schemas.microsoft.com/office/powerpoint/2010/main" val="2774951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6FF"/>
        </a:solidFill>
        <a:effectLst/>
      </p:bgPr>
    </p:bg>
    <p:spTree>
      <p:nvGrpSpPr>
        <p:cNvPr id="1" name="Shape 9"/>
        <p:cNvGrpSpPr/>
        <p:nvPr/>
      </p:nvGrpSpPr>
      <p:grpSpPr>
        <a:xfrm>
          <a:off x="0" y="0"/>
          <a:ext cx="0" cy="0"/>
          <a:chOff x="0" y="0"/>
          <a:chExt cx="0" cy="0"/>
        </a:xfrm>
      </p:grpSpPr>
      <p:sp>
        <p:nvSpPr>
          <p:cNvPr id="10" name="Google Shape;10;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1"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1"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1"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1"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1"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dirty="0"/>
          </a:p>
        </p:txBody>
      </p:sp>
      <p:sp>
        <p:nvSpPr>
          <p:cNvPr id="12" name="Google Shape;12;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1"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9"/>
          <p:cNvSpPr txBox="1">
            <a:spLocks noGrp="1"/>
          </p:cNvSpPr>
          <p:nvPr>
            <p:ph type="sldNum" idx="12"/>
          </p:nvPr>
        </p:nvSpPr>
        <p:spPr>
          <a:xfrm>
            <a:off x="3725091" y="6351089"/>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1" i="0" u="none" strike="noStrike" cap="none">
                <a:solidFill>
                  <a:srgbClr val="888888"/>
                </a:solidFill>
                <a:latin typeface="Arial"/>
                <a:ea typeface="Arial"/>
                <a:cs typeface="Arial"/>
                <a:sym typeface="Arial"/>
              </a:defRPr>
            </a:lvl1pPr>
            <a:lvl2pPr marL="0" marR="0" lvl="1" indent="0" algn="r" rtl="0">
              <a:spcBef>
                <a:spcPts val="0"/>
              </a:spcBef>
              <a:buNone/>
              <a:defRPr sz="1200" b="1" i="0" u="none" strike="noStrike" cap="none">
                <a:solidFill>
                  <a:srgbClr val="888888"/>
                </a:solidFill>
                <a:latin typeface="Arial"/>
                <a:ea typeface="Arial"/>
                <a:cs typeface="Arial"/>
                <a:sym typeface="Arial"/>
              </a:defRPr>
            </a:lvl2pPr>
            <a:lvl3pPr marL="0" marR="0" lvl="2" indent="0" algn="r" rtl="0">
              <a:spcBef>
                <a:spcPts val="0"/>
              </a:spcBef>
              <a:buNone/>
              <a:defRPr sz="1200" b="1" i="0" u="none" strike="noStrike" cap="none">
                <a:solidFill>
                  <a:srgbClr val="888888"/>
                </a:solidFill>
                <a:latin typeface="Arial"/>
                <a:ea typeface="Arial"/>
                <a:cs typeface="Arial"/>
                <a:sym typeface="Arial"/>
              </a:defRPr>
            </a:lvl3pPr>
            <a:lvl4pPr marL="0" marR="0" lvl="3" indent="0" algn="r" rtl="0">
              <a:spcBef>
                <a:spcPts val="0"/>
              </a:spcBef>
              <a:buNone/>
              <a:defRPr sz="1200" b="1" i="0" u="none" strike="noStrike" cap="none">
                <a:solidFill>
                  <a:srgbClr val="888888"/>
                </a:solidFill>
                <a:latin typeface="Arial"/>
                <a:ea typeface="Arial"/>
                <a:cs typeface="Arial"/>
                <a:sym typeface="Arial"/>
              </a:defRPr>
            </a:lvl4pPr>
            <a:lvl5pPr marL="0" marR="0" lvl="4" indent="0" algn="r" rtl="0">
              <a:spcBef>
                <a:spcPts val="0"/>
              </a:spcBef>
              <a:buNone/>
              <a:defRPr sz="1200" b="1" i="0" u="none" strike="noStrike" cap="none">
                <a:solidFill>
                  <a:srgbClr val="888888"/>
                </a:solidFill>
                <a:latin typeface="Arial"/>
                <a:ea typeface="Arial"/>
                <a:cs typeface="Arial"/>
                <a:sym typeface="Arial"/>
              </a:defRPr>
            </a:lvl5pPr>
            <a:lvl6pPr marL="0" marR="0" lvl="5" indent="0" algn="r" rtl="0">
              <a:spcBef>
                <a:spcPts val="0"/>
              </a:spcBef>
              <a:buNone/>
              <a:defRPr sz="1200" b="1" i="0" u="none" strike="noStrike" cap="none">
                <a:solidFill>
                  <a:srgbClr val="888888"/>
                </a:solidFill>
                <a:latin typeface="Arial"/>
                <a:ea typeface="Arial"/>
                <a:cs typeface="Arial"/>
                <a:sym typeface="Arial"/>
              </a:defRPr>
            </a:lvl6pPr>
            <a:lvl7pPr marL="0" marR="0" lvl="6" indent="0" algn="r" rtl="0">
              <a:spcBef>
                <a:spcPts val="0"/>
              </a:spcBef>
              <a:buNone/>
              <a:defRPr sz="1200" b="1" i="0" u="none" strike="noStrike" cap="none">
                <a:solidFill>
                  <a:srgbClr val="888888"/>
                </a:solidFill>
                <a:latin typeface="Arial"/>
                <a:ea typeface="Arial"/>
                <a:cs typeface="Arial"/>
                <a:sym typeface="Arial"/>
              </a:defRPr>
            </a:lvl7pPr>
            <a:lvl8pPr marL="0" marR="0" lvl="7" indent="0" algn="r" rtl="0">
              <a:spcBef>
                <a:spcPts val="0"/>
              </a:spcBef>
              <a:buNone/>
              <a:defRPr sz="1200" b="1" i="0" u="none" strike="noStrike" cap="none">
                <a:solidFill>
                  <a:srgbClr val="888888"/>
                </a:solidFill>
                <a:latin typeface="Arial"/>
                <a:ea typeface="Arial"/>
                <a:cs typeface="Arial"/>
                <a:sym typeface="Arial"/>
              </a:defRPr>
            </a:lvl8pPr>
            <a:lvl9pPr marL="0" marR="0" lvl="8" indent="0" algn="r" rtl="0">
              <a:spcBef>
                <a:spcPts val="0"/>
              </a:spcBef>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ES"/>
              <a:t>‹#›</a:t>
            </a:fld>
            <a:endParaRPr/>
          </a:p>
        </p:txBody>
      </p:sp>
      <p:pic>
        <p:nvPicPr>
          <p:cNvPr id="5" name="Imagen 4" descr="Escala de tiempo&#10;&#10;Descripción generada automáticamente con confianza media">
            <a:extLst>
              <a:ext uri="{FF2B5EF4-FFF2-40B4-BE49-F238E27FC236}">
                <a16:creationId xmlns:a16="http://schemas.microsoft.com/office/drawing/2014/main" id="{FF23A706-937B-567A-37E0-E24E11173CA1}"/>
              </a:ext>
            </a:extLst>
          </p:cNvPr>
          <p:cNvPicPr>
            <a:picLocks noChangeAspect="1"/>
          </p:cNvPicPr>
          <p:nvPr userDrawn="1"/>
        </p:nvPicPr>
        <p:blipFill rotWithShape="1">
          <a:blip r:embed="rId12"/>
          <a:srcRect l="26893" t="50000"/>
          <a:stretch/>
        </p:blipFill>
        <p:spPr>
          <a:xfrm>
            <a:off x="6498305" y="6021977"/>
            <a:ext cx="5693696" cy="811417"/>
          </a:xfrm>
          <a:prstGeom prst="rect">
            <a:avLst/>
          </a:prstGeom>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5" r:id="rId5"/>
    <p:sldLayoutId id="2147483656" r:id="rId6"/>
    <p:sldLayoutId id="2147483657" r:id="rId7"/>
    <p:sldLayoutId id="2147483658" r:id="rId8"/>
    <p:sldLayoutId id="2147483659" r:id="rId9"/>
    <p:sldLayoutId id="2147483660"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image" Target="../media/image14.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3.webp"/><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accent5">
            <a:lumMod val="50000"/>
          </a:schemeClr>
        </a:solidFill>
        <a:effectLst/>
      </p:bgPr>
    </p:bg>
    <p:spTree>
      <p:nvGrpSpPr>
        <p:cNvPr id="1" name="Shape 88"/>
        <p:cNvGrpSpPr/>
        <p:nvPr/>
      </p:nvGrpSpPr>
      <p:grpSpPr>
        <a:xfrm>
          <a:off x="0" y="0"/>
          <a:ext cx="0" cy="0"/>
          <a:chOff x="0" y="0"/>
          <a:chExt cx="0" cy="0"/>
        </a:xfrm>
      </p:grpSpPr>
      <p:sp>
        <p:nvSpPr>
          <p:cNvPr id="91" name="Google Shape;91;p1"/>
          <p:cNvSpPr/>
          <p:nvPr/>
        </p:nvSpPr>
        <p:spPr>
          <a:xfrm>
            <a:off x="3455304" y="2089552"/>
            <a:ext cx="5281387" cy="989557"/>
          </a:xfrm>
          <a:prstGeom prst="roundRect">
            <a:avLst>
              <a:gd name="adj" fmla="val 50000"/>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r>
              <a:rPr lang="en-US" sz="2800" dirty="0">
                <a:solidFill>
                  <a:schemeClr val="tx1"/>
                </a:solidFill>
                <a:latin typeface="+mj-lt"/>
                <a:ea typeface="Calibri"/>
                <a:cs typeface="Calibri"/>
                <a:sym typeface="Calibri"/>
              </a:rPr>
              <a:t>D</a:t>
            </a:r>
            <a:r>
              <a:rPr lang="es-CO" sz="2800" dirty="0">
                <a:solidFill>
                  <a:schemeClr val="tx1"/>
                </a:solidFill>
                <a:latin typeface="+mj-lt"/>
                <a:ea typeface="Calibri"/>
                <a:cs typeface="Calibri"/>
                <a:sym typeface="Calibri"/>
              </a:rPr>
              <a:t>ata </a:t>
            </a:r>
            <a:r>
              <a:rPr lang="es-CO" sz="2800" dirty="0" err="1">
                <a:solidFill>
                  <a:schemeClr val="tx1"/>
                </a:solidFill>
                <a:latin typeface="+mj-lt"/>
                <a:ea typeface="Calibri"/>
                <a:cs typeface="Calibri"/>
                <a:sym typeface="Calibri"/>
              </a:rPr>
              <a:t>Mining</a:t>
            </a:r>
            <a:endParaRPr lang="es-CO" sz="2800" b="0" i="0" u="none" strike="noStrike" cap="none" dirty="0">
              <a:solidFill>
                <a:schemeClr val="tx1"/>
              </a:solidFill>
              <a:latin typeface="+mj-lt"/>
              <a:ea typeface="Calibri"/>
              <a:cs typeface="Calibri"/>
              <a:sym typeface="Calibri"/>
            </a:endParaRPr>
          </a:p>
        </p:txBody>
      </p:sp>
      <p:sp>
        <p:nvSpPr>
          <p:cNvPr id="98" name="Google Shape;98;p1"/>
          <p:cNvSpPr txBox="1"/>
          <p:nvPr/>
        </p:nvSpPr>
        <p:spPr>
          <a:xfrm>
            <a:off x="3047996" y="3734215"/>
            <a:ext cx="6096000" cy="46162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1800"/>
              <a:buFont typeface="Arial"/>
              <a:buNone/>
            </a:pPr>
            <a:r>
              <a:rPr lang="en-US" sz="2400" b="1" dirty="0" err="1">
                <a:solidFill>
                  <a:srgbClr val="FFFFFF"/>
                </a:solidFill>
              </a:rPr>
              <a:t>Evaluación</a:t>
            </a:r>
            <a:r>
              <a:rPr lang="en-US" sz="2400" b="1" dirty="0">
                <a:solidFill>
                  <a:srgbClr val="FFFFFF"/>
                </a:solidFill>
              </a:rPr>
              <a:t> para el </a:t>
            </a:r>
            <a:r>
              <a:rPr lang="en-US" sz="2400" b="1" dirty="0" err="1">
                <a:solidFill>
                  <a:srgbClr val="FFFFFF"/>
                </a:solidFill>
              </a:rPr>
              <a:t>modelo</a:t>
            </a:r>
            <a:endParaRPr lang="es-CO" sz="1800" dirty="0"/>
          </a:p>
        </p:txBody>
      </p:sp>
      <p:sp>
        <p:nvSpPr>
          <p:cNvPr id="3" name="Google Shape;98;p1">
            <a:extLst>
              <a:ext uri="{FF2B5EF4-FFF2-40B4-BE49-F238E27FC236}">
                <a16:creationId xmlns:a16="http://schemas.microsoft.com/office/drawing/2014/main" id="{F6E5FE4C-F0A4-04D9-BDF6-552D3C5B8C83}"/>
              </a:ext>
            </a:extLst>
          </p:cNvPr>
          <p:cNvSpPr txBox="1"/>
          <p:nvPr/>
        </p:nvSpPr>
        <p:spPr>
          <a:xfrm>
            <a:off x="3816479" y="4850945"/>
            <a:ext cx="4559033" cy="47701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1800"/>
              <a:buFont typeface="Arial"/>
              <a:buNone/>
            </a:pPr>
            <a:r>
              <a:rPr lang="es-CO" dirty="0">
                <a:solidFill>
                  <a:srgbClr val="FFFFFF"/>
                </a:solidFill>
              </a:rPr>
              <a:t>Norbey Danilo Muñoz Cañón</a:t>
            </a:r>
          </a:p>
          <a:p>
            <a:pPr marL="0" marR="0" lvl="0" indent="0" algn="ctr" rtl="0">
              <a:lnSpc>
                <a:spcPct val="100000"/>
              </a:lnSpc>
              <a:spcBef>
                <a:spcPts val="0"/>
              </a:spcBef>
              <a:spcAft>
                <a:spcPts val="0"/>
              </a:spcAft>
              <a:buClr>
                <a:srgbClr val="FFFFFF"/>
              </a:buClr>
              <a:buSzPts val="1800"/>
              <a:buFont typeface="Arial"/>
              <a:buNone/>
            </a:pPr>
            <a:r>
              <a:rPr lang="es-CO" sz="1100" dirty="0">
                <a:solidFill>
                  <a:srgbClr val="FFFFFF"/>
                </a:solidFill>
              </a:rPr>
              <a:t>2026</a:t>
            </a:r>
            <a:endParaRPr lang="es-CO"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14427" rIns="0" bIns="0" rtlCol="0">
            <a:spAutoFit/>
          </a:bodyPr>
          <a:lstStyle/>
          <a:p>
            <a:pPr marL="678815">
              <a:lnSpc>
                <a:spcPct val="100000"/>
              </a:lnSpc>
              <a:spcBef>
                <a:spcPts val="105"/>
              </a:spcBef>
            </a:pPr>
            <a:r>
              <a:rPr lang="es-CO" spc="-275" noProof="0" dirty="0"/>
              <a:t>Extracción</a:t>
            </a:r>
            <a:r>
              <a:rPr lang="es-CO" spc="-254" noProof="0" dirty="0"/>
              <a:t> </a:t>
            </a:r>
            <a:r>
              <a:rPr lang="es-CO" noProof="0" dirty="0"/>
              <a:t>de</a:t>
            </a:r>
            <a:r>
              <a:rPr lang="es-CO" spc="-130" noProof="0" dirty="0"/>
              <a:t> </a:t>
            </a:r>
            <a:r>
              <a:rPr lang="es-CO" spc="-305" noProof="0" dirty="0"/>
              <a:t>Conocimiento</a:t>
            </a:r>
            <a:r>
              <a:rPr lang="es-CO" spc="-340" noProof="0" dirty="0"/>
              <a:t> </a:t>
            </a:r>
            <a:r>
              <a:rPr lang="es-CO" spc="-270" noProof="0" dirty="0"/>
              <a:t>(proceso</a:t>
            </a:r>
            <a:r>
              <a:rPr lang="es-CO" spc="-300" noProof="0" dirty="0"/>
              <a:t> </a:t>
            </a:r>
            <a:r>
              <a:rPr lang="es-CO" spc="-365" noProof="0" dirty="0"/>
              <a:t>KDD)</a:t>
            </a:r>
          </a:p>
        </p:txBody>
      </p:sp>
      <p:pic>
        <p:nvPicPr>
          <p:cNvPr id="3" name="object 3"/>
          <p:cNvPicPr/>
          <p:nvPr/>
        </p:nvPicPr>
        <p:blipFill>
          <a:blip r:embed="rId2" cstate="print"/>
          <a:stretch>
            <a:fillRect/>
          </a:stretch>
        </p:blipFill>
        <p:spPr>
          <a:xfrm>
            <a:off x="824483" y="2080260"/>
            <a:ext cx="10754868" cy="1732788"/>
          </a:xfrm>
          <a:prstGeom prst="rect">
            <a:avLst/>
          </a:prstGeom>
        </p:spPr>
      </p:pic>
      <p:sp>
        <p:nvSpPr>
          <p:cNvPr id="4" name="object 4"/>
          <p:cNvSpPr txBox="1"/>
          <p:nvPr/>
        </p:nvSpPr>
        <p:spPr>
          <a:xfrm>
            <a:off x="10202671" y="3701288"/>
            <a:ext cx="1185545" cy="239395"/>
          </a:xfrm>
          <a:prstGeom prst="rect">
            <a:avLst/>
          </a:prstGeom>
        </p:spPr>
        <p:txBody>
          <a:bodyPr vert="horz" wrap="square" lIns="0" tIns="12700" rIns="0" bIns="0" rtlCol="0">
            <a:spAutoFit/>
          </a:bodyPr>
          <a:lstStyle/>
          <a:p>
            <a:pPr marL="12700">
              <a:lnSpc>
                <a:spcPct val="100000"/>
              </a:lnSpc>
              <a:spcBef>
                <a:spcPts val="100"/>
              </a:spcBef>
            </a:pPr>
            <a:r>
              <a:rPr lang="es-CO" sz="1400" b="1" spc="-20" noProof="0" dirty="0">
                <a:latin typeface="Arial"/>
                <a:cs typeface="Arial"/>
              </a:rPr>
              <a:t>Fayyad</a:t>
            </a:r>
            <a:r>
              <a:rPr lang="es-CO" sz="1400" b="1" spc="-45" noProof="0" dirty="0">
                <a:latin typeface="Arial"/>
                <a:cs typeface="Arial"/>
              </a:rPr>
              <a:t> </a:t>
            </a:r>
            <a:r>
              <a:rPr lang="es-CO" sz="1400" b="1" spc="-10" noProof="0" dirty="0">
                <a:latin typeface="Arial"/>
                <a:cs typeface="Arial"/>
              </a:rPr>
              <a:t>(1996)</a:t>
            </a:r>
            <a:endParaRPr lang="es-CO" sz="1400" noProof="0" dirty="0">
              <a:latin typeface="Arial"/>
              <a:cs typeface="Arial"/>
            </a:endParaRPr>
          </a:p>
        </p:txBody>
      </p:sp>
      <p:grpSp>
        <p:nvGrpSpPr>
          <p:cNvPr id="5" name="object 5"/>
          <p:cNvGrpSpPr/>
          <p:nvPr/>
        </p:nvGrpSpPr>
        <p:grpSpPr>
          <a:xfrm>
            <a:off x="7528941" y="1682876"/>
            <a:ext cx="365125" cy="331470"/>
            <a:chOff x="7528941" y="1682876"/>
            <a:chExt cx="365125" cy="331470"/>
          </a:xfrm>
        </p:grpSpPr>
        <p:sp>
          <p:nvSpPr>
            <p:cNvPr id="6" name="object 6"/>
            <p:cNvSpPr/>
            <p:nvPr/>
          </p:nvSpPr>
          <p:spPr>
            <a:xfrm>
              <a:off x="7537704" y="1691639"/>
              <a:ext cx="346075" cy="312420"/>
            </a:xfrm>
            <a:custGeom>
              <a:avLst/>
              <a:gdLst/>
              <a:ahLst/>
              <a:cxnLst/>
              <a:rect l="l" t="t" r="r" b="b"/>
              <a:pathLst>
                <a:path w="346075" h="312419">
                  <a:moveTo>
                    <a:pt x="259334" y="0"/>
                  </a:moveTo>
                  <a:lnTo>
                    <a:pt x="86487" y="0"/>
                  </a:lnTo>
                  <a:lnTo>
                    <a:pt x="86487" y="156210"/>
                  </a:lnTo>
                  <a:lnTo>
                    <a:pt x="0" y="156210"/>
                  </a:lnTo>
                  <a:lnTo>
                    <a:pt x="172847" y="312420"/>
                  </a:lnTo>
                  <a:lnTo>
                    <a:pt x="345821" y="156210"/>
                  </a:lnTo>
                  <a:lnTo>
                    <a:pt x="259334" y="156210"/>
                  </a:lnTo>
                  <a:lnTo>
                    <a:pt x="259334" y="0"/>
                  </a:lnTo>
                  <a:close/>
                </a:path>
              </a:pathLst>
            </a:custGeom>
            <a:solidFill>
              <a:srgbClr val="FF0000"/>
            </a:solidFill>
          </p:spPr>
          <p:txBody>
            <a:bodyPr wrap="square" lIns="0" tIns="0" rIns="0" bIns="0" rtlCol="0"/>
            <a:lstStyle/>
            <a:p>
              <a:endParaRPr lang="es-CO" noProof="0" dirty="0"/>
            </a:p>
          </p:txBody>
        </p:sp>
        <p:sp>
          <p:nvSpPr>
            <p:cNvPr id="7" name="object 7"/>
            <p:cNvSpPr/>
            <p:nvPr/>
          </p:nvSpPr>
          <p:spPr>
            <a:xfrm>
              <a:off x="7538466" y="1692401"/>
              <a:ext cx="346075" cy="312420"/>
            </a:xfrm>
            <a:custGeom>
              <a:avLst/>
              <a:gdLst/>
              <a:ahLst/>
              <a:cxnLst/>
              <a:rect l="l" t="t" r="r" b="b"/>
              <a:pathLst>
                <a:path w="346075" h="312419">
                  <a:moveTo>
                    <a:pt x="345820" y="156210"/>
                  </a:moveTo>
                  <a:lnTo>
                    <a:pt x="172847" y="312420"/>
                  </a:lnTo>
                  <a:lnTo>
                    <a:pt x="0" y="156210"/>
                  </a:lnTo>
                  <a:lnTo>
                    <a:pt x="86486" y="156210"/>
                  </a:lnTo>
                  <a:lnTo>
                    <a:pt x="86486" y="0"/>
                  </a:lnTo>
                  <a:lnTo>
                    <a:pt x="259333" y="0"/>
                  </a:lnTo>
                  <a:lnTo>
                    <a:pt x="259333" y="156210"/>
                  </a:lnTo>
                  <a:lnTo>
                    <a:pt x="345820" y="156210"/>
                  </a:lnTo>
                  <a:close/>
                </a:path>
              </a:pathLst>
            </a:custGeom>
            <a:ln w="19050">
              <a:solidFill>
                <a:srgbClr val="6B859A"/>
              </a:solidFill>
            </a:ln>
          </p:spPr>
          <p:txBody>
            <a:bodyPr wrap="square" lIns="0" tIns="0" rIns="0" bIns="0" rtlCol="0"/>
            <a:lstStyle/>
            <a:p>
              <a:endParaRPr lang="es-CO" noProof="0" dirty="0"/>
            </a:p>
          </p:txBody>
        </p:sp>
      </p:grpSp>
      <p:sp>
        <p:nvSpPr>
          <p:cNvPr id="8" name="object 8"/>
          <p:cNvSpPr txBox="1"/>
          <p:nvPr/>
        </p:nvSpPr>
        <p:spPr>
          <a:xfrm>
            <a:off x="1206195" y="4007865"/>
            <a:ext cx="4847590" cy="467995"/>
          </a:xfrm>
          <a:prstGeom prst="rect">
            <a:avLst/>
          </a:prstGeom>
        </p:spPr>
        <p:txBody>
          <a:bodyPr vert="horz" wrap="square" lIns="0" tIns="12700" rIns="0" bIns="0" rtlCol="0">
            <a:spAutoFit/>
          </a:bodyPr>
          <a:lstStyle/>
          <a:p>
            <a:pPr marL="332105" indent="-319405">
              <a:lnSpc>
                <a:spcPct val="100000"/>
              </a:lnSpc>
              <a:spcBef>
                <a:spcPts val="100"/>
              </a:spcBef>
              <a:buClr>
                <a:srgbClr val="DD8046"/>
              </a:buClr>
              <a:buSzPct val="60344"/>
              <a:buFont typeface="Wingdings"/>
              <a:buChar char=""/>
              <a:tabLst>
                <a:tab pos="332105" algn="l"/>
              </a:tabLst>
            </a:pPr>
            <a:r>
              <a:rPr lang="es-CO" sz="2900" b="1" spc="-254" noProof="0" dirty="0">
                <a:solidFill>
                  <a:srgbClr val="C00000"/>
                </a:solidFill>
                <a:latin typeface="Arial"/>
                <a:cs typeface="Arial"/>
              </a:rPr>
              <a:t>Técnicas</a:t>
            </a:r>
            <a:r>
              <a:rPr lang="es-CO" sz="2900" b="1" spc="-380" noProof="0" dirty="0">
                <a:solidFill>
                  <a:srgbClr val="C00000"/>
                </a:solidFill>
                <a:latin typeface="Arial"/>
                <a:cs typeface="Arial"/>
              </a:rPr>
              <a:t> </a:t>
            </a:r>
            <a:r>
              <a:rPr lang="es-CO" sz="2900" b="1" spc="-114" noProof="0" dirty="0">
                <a:solidFill>
                  <a:srgbClr val="C00000"/>
                </a:solidFill>
                <a:latin typeface="Arial"/>
                <a:cs typeface="Arial"/>
              </a:rPr>
              <a:t>de</a:t>
            </a:r>
            <a:r>
              <a:rPr lang="es-CO" sz="2900" b="1" spc="-250" noProof="0" dirty="0">
                <a:solidFill>
                  <a:srgbClr val="C00000"/>
                </a:solidFill>
                <a:latin typeface="Arial"/>
                <a:cs typeface="Arial"/>
              </a:rPr>
              <a:t> </a:t>
            </a:r>
            <a:r>
              <a:rPr lang="es-CO" sz="2900" b="1" spc="-135" noProof="0" dirty="0">
                <a:solidFill>
                  <a:srgbClr val="C00000"/>
                </a:solidFill>
                <a:latin typeface="Arial"/>
                <a:cs typeface="Arial"/>
              </a:rPr>
              <a:t>Minería</a:t>
            </a:r>
            <a:r>
              <a:rPr lang="es-CO" sz="2900" b="1" spc="-185" noProof="0" dirty="0">
                <a:solidFill>
                  <a:srgbClr val="C00000"/>
                </a:solidFill>
                <a:latin typeface="Arial"/>
                <a:cs typeface="Arial"/>
              </a:rPr>
              <a:t> </a:t>
            </a:r>
            <a:r>
              <a:rPr lang="es-CO" sz="2900" b="1" spc="-114" noProof="0" dirty="0">
                <a:solidFill>
                  <a:srgbClr val="C00000"/>
                </a:solidFill>
                <a:latin typeface="Arial"/>
                <a:cs typeface="Arial"/>
              </a:rPr>
              <a:t>de</a:t>
            </a:r>
            <a:r>
              <a:rPr lang="es-CO" sz="2900" b="1" spc="-254" noProof="0" dirty="0">
                <a:solidFill>
                  <a:srgbClr val="C00000"/>
                </a:solidFill>
                <a:latin typeface="Arial"/>
                <a:cs typeface="Arial"/>
              </a:rPr>
              <a:t> </a:t>
            </a:r>
            <a:r>
              <a:rPr lang="es-CO" sz="2900" b="1" spc="-120" noProof="0" dirty="0">
                <a:solidFill>
                  <a:srgbClr val="C00000"/>
                </a:solidFill>
                <a:latin typeface="Arial"/>
                <a:cs typeface="Arial"/>
              </a:rPr>
              <a:t>Datos</a:t>
            </a:r>
            <a:endParaRPr lang="es-CO" sz="2900" noProof="0" dirty="0">
              <a:latin typeface="Arial"/>
              <a:cs typeface="Arial"/>
            </a:endParaRPr>
          </a:p>
        </p:txBody>
      </p:sp>
      <p:pic>
        <p:nvPicPr>
          <p:cNvPr id="9" name="object 9"/>
          <p:cNvPicPr/>
          <p:nvPr/>
        </p:nvPicPr>
        <p:blipFill>
          <a:blip r:embed="rId3" cstate="print"/>
          <a:stretch>
            <a:fillRect/>
          </a:stretch>
        </p:blipFill>
        <p:spPr>
          <a:xfrm>
            <a:off x="2130551" y="4652771"/>
            <a:ext cx="7391400" cy="1905000"/>
          </a:xfrm>
          <a:prstGeom prst="rect">
            <a:avLst/>
          </a:prstGeom>
        </p:spPr>
      </p:pic>
      <p:sp>
        <p:nvSpPr>
          <p:cNvPr id="10" name="TextBox 9">
            <a:extLst>
              <a:ext uri="{FF2B5EF4-FFF2-40B4-BE49-F238E27FC236}">
                <a16:creationId xmlns:a16="http://schemas.microsoft.com/office/drawing/2014/main" id="{32A87FD6-E4A2-DF92-4512-041969C07CC5}"/>
              </a:ext>
            </a:extLst>
          </p:cNvPr>
          <p:cNvSpPr txBox="1"/>
          <p:nvPr/>
        </p:nvSpPr>
        <p:spPr>
          <a:xfrm rot="16200000">
            <a:off x="1029578" y="5420605"/>
            <a:ext cx="1205779" cy="369332"/>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pPr algn="ctr"/>
            <a:r>
              <a:rPr lang="es-CO" noProof="0" dirty="0"/>
              <a:t>Predictivas</a:t>
            </a:r>
          </a:p>
        </p:txBody>
      </p:sp>
      <p:sp>
        <p:nvSpPr>
          <p:cNvPr id="12" name="TextBox 11">
            <a:extLst>
              <a:ext uri="{FF2B5EF4-FFF2-40B4-BE49-F238E27FC236}">
                <a16:creationId xmlns:a16="http://schemas.microsoft.com/office/drawing/2014/main" id="{61EC7B96-0E62-189A-27D7-AF94C40F9ADF}"/>
              </a:ext>
            </a:extLst>
          </p:cNvPr>
          <p:cNvSpPr txBox="1"/>
          <p:nvPr/>
        </p:nvSpPr>
        <p:spPr>
          <a:xfrm rot="5400000">
            <a:off x="9893113" y="5420605"/>
            <a:ext cx="1319592" cy="369332"/>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pPr algn="ctr"/>
            <a:r>
              <a:rPr lang="es-CO" noProof="0" dirty="0"/>
              <a:t>Descriptivas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6639282"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 Descriptivo vs. Predictivo</a:t>
            </a:r>
            <a:endParaRPr sz="2400" dirty="0">
              <a:solidFill>
                <a:srgbClr val="08287C"/>
              </a:solidFill>
              <a:latin typeface="Arial"/>
              <a:ea typeface="Arial"/>
              <a:cs typeface="Arial"/>
              <a:sym typeface="Arial"/>
            </a:endParaRPr>
          </a:p>
        </p:txBody>
      </p:sp>
      <p:graphicFrame>
        <p:nvGraphicFramePr>
          <p:cNvPr id="2" name="Table 1">
            <a:extLst>
              <a:ext uri="{FF2B5EF4-FFF2-40B4-BE49-F238E27FC236}">
                <a16:creationId xmlns:a16="http://schemas.microsoft.com/office/drawing/2014/main" id="{9D5D1F2D-93B8-9D4A-B5C2-E04BA6A7F15B}"/>
              </a:ext>
            </a:extLst>
          </p:cNvPr>
          <p:cNvGraphicFramePr>
            <a:graphicFrameLocks noGrp="1"/>
          </p:cNvGraphicFramePr>
          <p:nvPr>
            <p:extLst>
              <p:ext uri="{D42A27DB-BD31-4B8C-83A1-F6EECF244321}">
                <p14:modId xmlns:p14="http://schemas.microsoft.com/office/powerpoint/2010/main" val="1721208354"/>
              </p:ext>
            </p:extLst>
          </p:nvPr>
        </p:nvGraphicFramePr>
        <p:xfrm>
          <a:off x="1098273" y="2590800"/>
          <a:ext cx="9995453" cy="1676400"/>
        </p:xfrm>
        <a:graphic>
          <a:graphicData uri="http://schemas.openxmlformats.org/drawingml/2006/table">
            <a:tbl>
              <a:tblPr>
                <a:tableStyleId>{BDBED569-4797-4DF1-A0F4-6AAB3CD982D8}</a:tableStyleId>
              </a:tblPr>
              <a:tblGrid>
                <a:gridCol w="2620617">
                  <a:extLst>
                    <a:ext uri="{9D8B030D-6E8A-4147-A177-3AD203B41FA5}">
                      <a16:colId xmlns:a16="http://schemas.microsoft.com/office/drawing/2014/main" val="2781906981"/>
                    </a:ext>
                  </a:extLst>
                </a:gridCol>
                <a:gridCol w="3551583">
                  <a:extLst>
                    <a:ext uri="{9D8B030D-6E8A-4147-A177-3AD203B41FA5}">
                      <a16:colId xmlns:a16="http://schemas.microsoft.com/office/drawing/2014/main" val="3765040537"/>
                    </a:ext>
                  </a:extLst>
                </a:gridCol>
                <a:gridCol w="3823253">
                  <a:extLst>
                    <a:ext uri="{9D8B030D-6E8A-4147-A177-3AD203B41FA5}">
                      <a16:colId xmlns:a16="http://schemas.microsoft.com/office/drawing/2014/main" val="163220501"/>
                    </a:ext>
                  </a:extLst>
                </a:gridCol>
              </a:tblGrid>
              <a:tr h="0">
                <a:tc>
                  <a:txBody>
                    <a:bodyPr/>
                    <a:lstStyle/>
                    <a:p>
                      <a:pPr algn="ctr">
                        <a:buNone/>
                      </a:pPr>
                      <a:endParaRPr lang="es-CO" sz="1600"/>
                    </a:p>
                  </a:txBody>
                  <a:tcPr anchor="ctr"/>
                </a:tc>
                <a:tc>
                  <a:txBody>
                    <a:bodyPr/>
                    <a:lstStyle/>
                    <a:p>
                      <a:pPr algn="ctr">
                        <a:buNone/>
                      </a:pPr>
                      <a:r>
                        <a:rPr lang="es-CO" sz="1600" b="1"/>
                        <a:t>Descriptivo</a:t>
                      </a:r>
                      <a:endParaRPr lang="es-CO" sz="1600"/>
                    </a:p>
                  </a:txBody>
                  <a:tcPr anchor="ctr"/>
                </a:tc>
                <a:tc>
                  <a:txBody>
                    <a:bodyPr/>
                    <a:lstStyle/>
                    <a:p>
                      <a:pPr algn="ctr">
                        <a:buNone/>
                      </a:pPr>
                      <a:r>
                        <a:rPr lang="es-CO" sz="1600" b="1"/>
                        <a:t>Predictivo</a:t>
                      </a:r>
                      <a:endParaRPr lang="es-CO" sz="1600"/>
                    </a:p>
                  </a:txBody>
                  <a:tcPr anchor="ctr"/>
                </a:tc>
                <a:extLst>
                  <a:ext uri="{0D108BD9-81ED-4DB2-BD59-A6C34878D82A}">
                    <a16:rowId xmlns:a16="http://schemas.microsoft.com/office/drawing/2014/main" val="148300575"/>
                  </a:ext>
                </a:extLst>
              </a:tr>
              <a:tr h="0">
                <a:tc>
                  <a:txBody>
                    <a:bodyPr/>
                    <a:lstStyle/>
                    <a:p>
                      <a:pPr algn="ctr">
                        <a:buNone/>
                      </a:pPr>
                      <a:r>
                        <a:rPr lang="es-CO" sz="1600"/>
                        <a:t>Pregunta que responde</a:t>
                      </a:r>
                    </a:p>
                  </a:txBody>
                  <a:tcPr anchor="ctr"/>
                </a:tc>
                <a:tc>
                  <a:txBody>
                    <a:bodyPr/>
                    <a:lstStyle/>
                    <a:p>
                      <a:pPr algn="ctr">
                        <a:buNone/>
                      </a:pPr>
                      <a:r>
                        <a:rPr lang="es-CO" sz="1600" dirty="0"/>
                        <a:t>¿Qué patrones existen en los datos?</a:t>
                      </a:r>
                    </a:p>
                  </a:txBody>
                  <a:tcPr anchor="ctr"/>
                </a:tc>
                <a:tc>
                  <a:txBody>
                    <a:bodyPr/>
                    <a:lstStyle/>
                    <a:p>
                      <a:pPr algn="ctr">
                        <a:buNone/>
                      </a:pPr>
                      <a:r>
                        <a:rPr lang="es-CO" sz="1600" dirty="0"/>
                        <a:t>¿Qué va a pasar / cuál es el valor de Y?</a:t>
                      </a:r>
                    </a:p>
                  </a:txBody>
                  <a:tcPr anchor="ctr"/>
                </a:tc>
                <a:extLst>
                  <a:ext uri="{0D108BD9-81ED-4DB2-BD59-A6C34878D82A}">
                    <a16:rowId xmlns:a16="http://schemas.microsoft.com/office/drawing/2014/main" val="1677916532"/>
                  </a:ext>
                </a:extLst>
              </a:tr>
              <a:tr h="0">
                <a:tc>
                  <a:txBody>
                    <a:bodyPr/>
                    <a:lstStyle/>
                    <a:p>
                      <a:pPr algn="ctr">
                        <a:buNone/>
                      </a:pPr>
                      <a:r>
                        <a:rPr lang="es-CO" sz="1600"/>
                        <a:t>Requiere variable objetivo</a:t>
                      </a:r>
                    </a:p>
                  </a:txBody>
                  <a:tcPr anchor="ctr"/>
                </a:tc>
                <a:tc>
                  <a:txBody>
                    <a:bodyPr/>
                    <a:lstStyle/>
                    <a:p>
                      <a:pPr algn="ctr">
                        <a:buNone/>
                      </a:pPr>
                      <a:r>
                        <a:rPr lang="es-CO" sz="1600" dirty="0"/>
                        <a:t>No (no supervisado)</a:t>
                      </a:r>
                    </a:p>
                  </a:txBody>
                  <a:tcPr anchor="ctr"/>
                </a:tc>
                <a:tc>
                  <a:txBody>
                    <a:bodyPr/>
                    <a:lstStyle/>
                    <a:p>
                      <a:pPr algn="ctr">
                        <a:buNone/>
                      </a:pPr>
                      <a:r>
                        <a:rPr lang="es-CO" sz="1600"/>
                        <a:t>Sí (supervisado)</a:t>
                      </a:r>
                    </a:p>
                  </a:txBody>
                  <a:tcPr anchor="ctr"/>
                </a:tc>
                <a:extLst>
                  <a:ext uri="{0D108BD9-81ED-4DB2-BD59-A6C34878D82A}">
                    <a16:rowId xmlns:a16="http://schemas.microsoft.com/office/drawing/2014/main" val="4109668847"/>
                  </a:ext>
                </a:extLst>
              </a:tr>
              <a:tr h="0">
                <a:tc>
                  <a:txBody>
                    <a:bodyPr/>
                    <a:lstStyle/>
                    <a:p>
                      <a:pPr algn="ctr">
                        <a:buNone/>
                      </a:pPr>
                      <a:r>
                        <a:rPr lang="es-CO" sz="1600"/>
                        <a:t>Ejemplos de técnicas</a:t>
                      </a:r>
                    </a:p>
                  </a:txBody>
                  <a:tcPr anchor="ctr"/>
                </a:tc>
                <a:tc>
                  <a:txBody>
                    <a:bodyPr/>
                    <a:lstStyle/>
                    <a:p>
                      <a:pPr algn="ctr">
                        <a:buNone/>
                      </a:pPr>
                      <a:r>
                        <a:rPr lang="es-CO" sz="1600"/>
                        <a:t>Clustering, reglas de asociación</a:t>
                      </a:r>
                    </a:p>
                  </a:txBody>
                  <a:tcPr anchor="ctr"/>
                </a:tc>
                <a:tc>
                  <a:txBody>
                    <a:bodyPr/>
                    <a:lstStyle/>
                    <a:p>
                      <a:pPr algn="ctr">
                        <a:buNone/>
                      </a:pPr>
                      <a:r>
                        <a:rPr lang="es-CO" sz="1600"/>
                        <a:t>Clasificación, regresión</a:t>
                      </a:r>
                    </a:p>
                  </a:txBody>
                  <a:tcPr anchor="ctr"/>
                </a:tc>
                <a:extLst>
                  <a:ext uri="{0D108BD9-81ED-4DB2-BD59-A6C34878D82A}">
                    <a16:rowId xmlns:a16="http://schemas.microsoft.com/office/drawing/2014/main" val="1489595020"/>
                  </a:ext>
                </a:extLst>
              </a:tr>
              <a:tr h="0">
                <a:tc>
                  <a:txBody>
                    <a:bodyPr/>
                    <a:lstStyle/>
                    <a:p>
                      <a:pPr algn="ctr">
                        <a:buNone/>
                      </a:pPr>
                      <a:r>
                        <a:rPr lang="es-CO" sz="1600"/>
                        <a:t>Salida</a:t>
                      </a:r>
                    </a:p>
                  </a:txBody>
                  <a:tcPr anchor="ctr"/>
                </a:tc>
                <a:tc>
                  <a:txBody>
                    <a:bodyPr/>
                    <a:lstStyle/>
                    <a:p>
                      <a:pPr algn="ctr">
                        <a:buNone/>
                      </a:pPr>
                      <a:r>
                        <a:rPr lang="es-CO" sz="1600"/>
                        <a:t>Grupos, patrones, reglas</a:t>
                      </a:r>
                    </a:p>
                  </a:txBody>
                  <a:tcPr anchor="ctr"/>
                </a:tc>
                <a:tc>
                  <a:txBody>
                    <a:bodyPr/>
                    <a:lstStyle/>
                    <a:p>
                      <a:pPr algn="ctr">
                        <a:buNone/>
                      </a:pPr>
                      <a:r>
                        <a:rPr lang="es-CO" sz="1600" dirty="0"/>
                        <a:t>Una predicción (clase o valor numérico)</a:t>
                      </a:r>
                    </a:p>
                  </a:txBody>
                  <a:tcPr anchor="ctr"/>
                </a:tc>
                <a:extLst>
                  <a:ext uri="{0D108BD9-81ED-4DB2-BD59-A6C34878D82A}">
                    <a16:rowId xmlns:a16="http://schemas.microsoft.com/office/drawing/2014/main" val="3560711702"/>
                  </a:ext>
                </a:extLst>
              </a:tr>
            </a:tbl>
          </a:graphicData>
        </a:graphic>
      </p:graphicFrame>
    </p:spTree>
    <p:extLst>
      <p:ext uri="{BB962C8B-B14F-4D97-AF65-F5344CB8AC3E}">
        <p14:creationId xmlns:p14="http://schemas.microsoft.com/office/powerpoint/2010/main" val="8394683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accent5">
            <a:lumMod val="50000"/>
          </a:schemeClr>
        </a:solidFill>
        <a:effectLst/>
      </p:bgPr>
    </p:bg>
    <p:spTree>
      <p:nvGrpSpPr>
        <p:cNvPr id="1" name="Shape 88">
          <a:extLst>
            <a:ext uri="{FF2B5EF4-FFF2-40B4-BE49-F238E27FC236}">
              <a16:creationId xmlns:a16="http://schemas.microsoft.com/office/drawing/2014/main" id="{5522DC85-0DD6-56C4-0BF5-BC128D073DAB}"/>
            </a:ext>
          </a:extLst>
        </p:cNvPr>
        <p:cNvGrpSpPr/>
        <p:nvPr/>
      </p:nvGrpSpPr>
      <p:grpSpPr>
        <a:xfrm>
          <a:off x="0" y="0"/>
          <a:ext cx="0" cy="0"/>
          <a:chOff x="0" y="0"/>
          <a:chExt cx="0" cy="0"/>
        </a:xfrm>
      </p:grpSpPr>
      <p:sp>
        <p:nvSpPr>
          <p:cNvPr id="91" name="Google Shape;91;p1">
            <a:extLst>
              <a:ext uri="{FF2B5EF4-FFF2-40B4-BE49-F238E27FC236}">
                <a16:creationId xmlns:a16="http://schemas.microsoft.com/office/drawing/2014/main" id="{1EA0796D-1548-FE42-79CD-D620424D8254}"/>
              </a:ext>
            </a:extLst>
          </p:cNvPr>
          <p:cNvSpPr/>
          <p:nvPr/>
        </p:nvSpPr>
        <p:spPr>
          <a:xfrm>
            <a:off x="3079374" y="2934221"/>
            <a:ext cx="6033251" cy="989557"/>
          </a:xfrm>
          <a:prstGeom prst="roundRect">
            <a:avLst>
              <a:gd name="adj" fmla="val 50000"/>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r>
              <a:rPr lang="en-US" sz="2800" dirty="0">
                <a:solidFill>
                  <a:schemeClr val="tx1"/>
                </a:solidFill>
                <a:latin typeface="+mj-lt"/>
                <a:ea typeface="Calibri"/>
                <a:cs typeface="Calibri"/>
                <a:sym typeface="Calibri"/>
              </a:rPr>
              <a:t>Train/Test Split y Validation set</a:t>
            </a:r>
            <a:endParaRPr lang="es-CO" sz="2800" b="0" i="0" u="none" strike="noStrike" cap="none" dirty="0">
              <a:solidFill>
                <a:schemeClr val="tx1"/>
              </a:solidFill>
              <a:latin typeface="+mj-lt"/>
              <a:ea typeface="Calibri"/>
              <a:cs typeface="Calibri"/>
              <a:sym typeface="Calibri"/>
            </a:endParaRPr>
          </a:p>
        </p:txBody>
      </p:sp>
      <p:sp>
        <p:nvSpPr>
          <p:cNvPr id="5" name="Google Shape;98;p1">
            <a:extLst>
              <a:ext uri="{FF2B5EF4-FFF2-40B4-BE49-F238E27FC236}">
                <a16:creationId xmlns:a16="http://schemas.microsoft.com/office/drawing/2014/main" id="{E85C6E11-62D7-5471-D248-B94DAC9A764B}"/>
              </a:ext>
            </a:extLst>
          </p:cNvPr>
          <p:cNvSpPr txBox="1"/>
          <p:nvPr/>
        </p:nvSpPr>
        <p:spPr>
          <a:xfrm>
            <a:off x="3336160" y="4831067"/>
            <a:ext cx="5519678" cy="73862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1800"/>
              <a:buFont typeface="Arial"/>
              <a:buNone/>
            </a:pPr>
            <a:r>
              <a:rPr lang="es-CO" dirty="0">
                <a:solidFill>
                  <a:srgbClr val="FFFFFF"/>
                </a:solidFill>
              </a:rPr>
              <a:t>¿Cómo evalúo un modelo con datos que nunca vio?</a:t>
            </a:r>
            <a:br>
              <a:rPr lang="es-CO" dirty="0">
                <a:solidFill>
                  <a:srgbClr val="FFFFFF"/>
                </a:solidFill>
              </a:rPr>
            </a:br>
            <a:br>
              <a:rPr lang="es-CO" dirty="0">
                <a:solidFill>
                  <a:srgbClr val="FFFFFF"/>
                </a:solidFill>
              </a:rPr>
            </a:br>
            <a:r>
              <a:rPr lang="es-CO" dirty="0">
                <a:solidFill>
                  <a:srgbClr val="FFFFFF"/>
                </a:solidFill>
              </a:rPr>
              <a:t>¿Cómo ajusto hiperparámetros sin "hacer trampa" con el test?</a:t>
            </a:r>
          </a:p>
        </p:txBody>
      </p:sp>
    </p:spTree>
    <p:extLst>
      <p:ext uri="{BB962C8B-B14F-4D97-AF65-F5344CB8AC3E}">
        <p14:creationId xmlns:p14="http://schemas.microsoft.com/office/powerpoint/2010/main" val="17911023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088E3BE-5F88-293A-10DA-D31B9F53C58E}"/>
            </a:ext>
          </a:extLst>
        </p:cNvPr>
        <p:cNvGrpSpPr/>
        <p:nvPr/>
      </p:nvGrpSpPr>
      <p:grpSpPr>
        <a:xfrm>
          <a:off x="0" y="0"/>
          <a:ext cx="0" cy="0"/>
          <a:chOff x="0" y="0"/>
          <a:chExt cx="0" cy="0"/>
        </a:xfrm>
      </p:grpSpPr>
      <p:pic>
        <p:nvPicPr>
          <p:cNvPr id="15" name="Picture 14" descr="Train Test Split: What it Means and How to Use It | Built In">
            <a:extLst>
              <a:ext uri="{FF2B5EF4-FFF2-40B4-BE49-F238E27FC236}">
                <a16:creationId xmlns:a16="http://schemas.microsoft.com/office/drawing/2014/main" id="{D09E73A7-722F-6A62-A798-026204E40663}"/>
              </a:ext>
            </a:extLst>
          </p:cNvPr>
          <p:cNvPicPr>
            <a:picLocks noChangeAspect="1"/>
          </p:cNvPicPr>
          <p:nvPr/>
        </p:nvPicPr>
        <p:blipFill>
          <a:blip r:embed="rId2"/>
          <a:stretch>
            <a:fillRect/>
          </a:stretch>
        </p:blipFill>
        <p:spPr>
          <a:xfrm>
            <a:off x="2238375" y="686008"/>
            <a:ext cx="7715250" cy="2676525"/>
          </a:xfrm>
          <a:prstGeom prst="rect">
            <a:avLst/>
          </a:prstGeom>
        </p:spPr>
      </p:pic>
      <p:pic>
        <p:nvPicPr>
          <p:cNvPr id="16" name="Picture 15" descr="2. Splitting and Cross-validation — BAIT 509&lt;br&gt;Business Applications of  Machine Learning">
            <a:extLst>
              <a:ext uri="{FF2B5EF4-FFF2-40B4-BE49-F238E27FC236}">
                <a16:creationId xmlns:a16="http://schemas.microsoft.com/office/drawing/2014/main" id="{245EDD07-3D98-8280-A419-CB67D4AA8105}"/>
              </a:ext>
            </a:extLst>
          </p:cNvPr>
          <p:cNvPicPr>
            <a:picLocks noChangeAspect="1"/>
          </p:cNvPicPr>
          <p:nvPr/>
        </p:nvPicPr>
        <p:blipFill>
          <a:blip r:embed="rId3"/>
          <a:stretch>
            <a:fillRect/>
          </a:stretch>
        </p:blipFill>
        <p:spPr>
          <a:xfrm>
            <a:off x="429454" y="3932790"/>
            <a:ext cx="7666382" cy="2108411"/>
          </a:xfrm>
          <a:prstGeom prst="rect">
            <a:avLst/>
          </a:prstGeom>
        </p:spPr>
      </p:pic>
      <p:sp>
        <p:nvSpPr>
          <p:cNvPr id="18" name="TextBox 17">
            <a:extLst>
              <a:ext uri="{FF2B5EF4-FFF2-40B4-BE49-F238E27FC236}">
                <a16:creationId xmlns:a16="http://schemas.microsoft.com/office/drawing/2014/main" id="{57308524-D5BF-06A1-4289-F0CEF225CCA7}"/>
              </a:ext>
            </a:extLst>
          </p:cNvPr>
          <p:cNvSpPr txBox="1"/>
          <p:nvPr/>
        </p:nvSpPr>
        <p:spPr>
          <a:xfrm>
            <a:off x="8461513" y="3971332"/>
            <a:ext cx="3167270" cy="2031325"/>
          </a:xfrm>
          <a:prstGeom prst="rect">
            <a:avLst/>
          </a:prstGeom>
          <a:noFill/>
        </p:spPr>
        <p:txBody>
          <a:bodyPr wrap="square">
            <a:spAutoFit/>
          </a:bodyPr>
          <a:lstStyle/>
          <a:p>
            <a:pPr algn="ctr" rtl="0">
              <a:buNone/>
            </a:pPr>
            <a:r>
              <a:rPr lang="es-CO" b="1" dirty="0"/>
              <a:t>Conjunto de validación (dentro del </a:t>
            </a:r>
            <a:r>
              <a:rPr lang="es-CO" b="1" dirty="0" err="1"/>
              <a:t>train</a:t>
            </a:r>
            <a:r>
              <a:rPr lang="es-CO" b="1" dirty="0"/>
              <a:t>):</a:t>
            </a:r>
            <a:endParaRPr lang="es-CO" dirty="0"/>
          </a:p>
          <a:p>
            <a:pPr algn="ctr" rtl="0">
              <a:buNone/>
            </a:pPr>
            <a:r>
              <a:rPr lang="es-CO" dirty="0"/>
              <a:t>Es una porción que se separa </a:t>
            </a:r>
            <a:r>
              <a:rPr lang="es-CO" b="1" dirty="0"/>
              <a:t>del conjunto de entrenamiento</a:t>
            </a:r>
            <a:r>
              <a:rPr lang="es-CO" dirty="0"/>
              <a:t> para comparar modelos y ajustar hiperparámetros, permitiendo simular "datos nuevos" sin tocar el test. Se usa </a:t>
            </a:r>
            <a:r>
              <a:rPr lang="es-CO" b="1" dirty="0"/>
              <a:t>muchas veces</a:t>
            </a:r>
            <a:r>
              <a:rPr lang="es-CO" dirty="0"/>
              <a:t> durante el desarrollo del modelo.</a:t>
            </a:r>
          </a:p>
        </p:txBody>
      </p:sp>
    </p:spTree>
    <p:extLst>
      <p:ext uri="{BB962C8B-B14F-4D97-AF65-F5344CB8AC3E}">
        <p14:creationId xmlns:p14="http://schemas.microsoft.com/office/powerpoint/2010/main" val="1856775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08983C7-752C-F52D-DED9-9AEABDC7F66E}"/>
            </a:ext>
          </a:extLst>
        </p:cNvPr>
        <p:cNvGrpSpPr/>
        <p:nvPr/>
      </p:nvGrpSpPr>
      <p:grpSpPr>
        <a:xfrm>
          <a:off x="0" y="0"/>
          <a:ext cx="0" cy="0"/>
          <a:chOff x="0" y="0"/>
          <a:chExt cx="0" cy="0"/>
        </a:xfrm>
      </p:grpSpPr>
      <p:pic>
        <p:nvPicPr>
          <p:cNvPr id="14" name="Google Shape;546;p57">
            <a:extLst>
              <a:ext uri="{FF2B5EF4-FFF2-40B4-BE49-F238E27FC236}">
                <a16:creationId xmlns:a16="http://schemas.microsoft.com/office/drawing/2014/main" id="{60545885-2F1C-AEA7-02F6-73A7B967DB12}"/>
              </a:ext>
            </a:extLst>
          </p:cNvPr>
          <p:cNvPicPr preferRelativeResize="0"/>
          <p:nvPr/>
        </p:nvPicPr>
        <p:blipFill rotWithShape="1">
          <a:blip r:embed="rId2">
            <a:alphaModFix/>
          </a:blip>
          <a:srcRect/>
          <a:stretch/>
        </p:blipFill>
        <p:spPr>
          <a:xfrm>
            <a:off x="834661" y="1445746"/>
            <a:ext cx="6646191" cy="3966507"/>
          </a:xfrm>
          <a:prstGeom prst="rect">
            <a:avLst/>
          </a:prstGeom>
          <a:noFill/>
          <a:ln>
            <a:noFill/>
          </a:ln>
        </p:spPr>
      </p:pic>
      <p:sp>
        <p:nvSpPr>
          <p:cNvPr id="3" name="TextBox 2">
            <a:extLst>
              <a:ext uri="{FF2B5EF4-FFF2-40B4-BE49-F238E27FC236}">
                <a16:creationId xmlns:a16="http://schemas.microsoft.com/office/drawing/2014/main" id="{B6F82206-DDCB-1413-AD9E-E88BE0AEEB61}"/>
              </a:ext>
            </a:extLst>
          </p:cNvPr>
          <p:cNvSpPr txBox="1"/>
          <p:nvPr/>
        </p:nvSpPr>
        <p:spPr>
          <a:xfrm>
            <a:off x="7911544" y="1584894"/>
            <a:ext cx="3253409" cy="2246769"/>
          </a:xfrm>
          <a:prstGeom prst="rect">
            <a:avLst/>
          </a:prstGeom>
          <a:noFill/>
        </p:spPr>
        <p:txBody>
          <a:bodyPr wrap="square">
            <a:spAutoFit/>
          </a:bodyPr>
          <a:lstStyle/>
          <a:p>
            <a:pPr algn="ctr" rtl="0">
              <a:buNone/>
            </a:pPr>
            <a:r>
              <a:rPr lang="es-CO" b="1" dirty="0"/>
              <a:t>Diferencia con el test:</a:t>
            </a:r>
            <a:endParaRPr lang="es-CO" dirty="0"/>
          </a:p>
          <a:p>
            <a:pPr algn="ctr" rtl="0">
              <a:buNone/>
            </a:pPr>
            <a:r>
              <a:rPr lang="es-CO" dirty="0"/>
              <a:t>El test se aparta desde el inicio y se usa </a:t>
            </a:r>
            <a:r>
              <a:rPr lang="es-CO" b="1" dirty="0"/>
              <a:t>una sola vez</a:t>
            </a:r>
            <a:r>
              <a:rPr lang="es-CO" dirty="0"/>
              <a:t>, al final, para obtener una medición honesta del modelo ya elegido. Si se usara el test para decidir entre modelos (como se usa el </a:t>
            </a:r>
            <a:r>
              <a:rPr lang="es-CO" dirty="0" err="1"/>
              <a:t>validation</a:t>
            </a:r>
            <a:r>
              <a:rPr lang="es-CO" dirty="0"/>
              <a:t>), dejaría de ser una medida confiable de qué tan bien generaliza el modelo con datos nunca vistos.</a:t>
            </a:r>
          </a:p>
        </p:txBody>
      </p:sp>
      <p:sp>
        <p:nvSpPr>
          <p:cNvPr id="5" name="TextBox 4">
            <a:extLst>
              <a:ext uri="{FF2B5EF4-FFF2-40B4-BE49-F238E27FC236}">
                <a16:creationId xmlns:a16="http://schemas.microsoft.com/office/drawing/2014/main" id="{1A096F1F-D703-8C78-D95F-10CE43BEAC4C}"/>
              </a:ext>
            </a:extLst>
          </p:cNvPr>
          <p:cNvSpPr txBox="1"/>
          <p:nvPr/>
        </p:nvSpPr>
        <p:spPr>
          <a:xfrm>
            <a:off x="8269354" y="4040702"/>
            <a:ext cx="2537791" cy="954107"/>
          </a:xfrm>
          <a:prstGeom prst="rect">
            <a:avLst/>
          </a:prstGeom>
          <a:noFill/>
        </p:spPr>
        <p:txBody>
          <a:bodyPr wrap="square">
            <a:spAutoFit/>
          </a:bodyPr>
          <a:lstStyle/>
          <a:p>
            <a:pPr algn="ctr"/>
            <a:r>
              <a:rPr lang="es-CO" dirty="0"/>
              <a:t>El </a:t>
            </a:r>
            <a:r>
              <a:rPr lang="es-CO" dirty="0" err="1"/>
              <a:t>validation</a:t>
            </a:r>
            <a:r>
              <a:rPr lang="es-CO" dirty="0"/>
              <a:t> se toca muchas veces para decidir; el test se toca una sola vez para confirmar.</a:t>
            </a:r>
          </a:p>
        </p:txBody>
      </p:sp>
    </p:spTree>
    <p:extLst>
      <p:ext uri="{BB962C8B-B14F-4D97-AF65-F5344CB8AC3E}">
        <p14:creationId xmlns:p14="http://schemas.microsoft.com/office/powerpoint/2010/main" val="1875101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accent5">
            <a:lumMod val="50000"/>
          </a:schemeClr>
        </a:solidFill>
        <a:effectLst/>
      </p:bgPr>
    </p:bg>
    <p:spTree>
      <p:nvGrpSpPr>
        <p:cNvPr id="1" name="Shape 88">
          <a:extLst>
            <a:ext uri="{FF2B5EF4-FFF2-40B4-BE49-F238E27FC236}">
              <a16:creationId xmlns:a16="http://schemas.microsoft.com/office/drawing/2014/main" id="{1438C10C-2C2C-7B18-DF4A-8DC5D23E0F8F}"/>
            </a:ext>
          </a:extLst>
        </p:cNvPr>
        <p:cNvGrpSpPr/>
        <p:nvPr/>
      </p:nvGrpSpPr>
      <p:grpSpPr>
        <a:xfrm>
          <a:off x="0" y="0"/>
          <a:ext cx="0" cy="0"/>
          <a:chOff x="0" y="0"/>
          <a:chExt cx="0" cy="0"/>
        </a:xfrm>
      </p:grpSpPr>
      <p:sp>
        <p:nvSpPr>
          <p:cNvPr id="91" name="Google Shape;91;p1">
            <a:extLst>
              <a:ext uri="{FF2B5EF4-FFF2-40B4-BE49-F238E27FC236}">
                <a16:creationId xmlns:a16="http://schemas.microsoft.com/office/drawing/2014/main" id="{4F95023E-8FB4-7524-121A-A0F559FCDA0C}"/>
              </a:ext>
            </a:extLst>
          </p:cNvPr>
          <p:cNvSpPr/>
          <p:nvPr/>
        </p:nvSpPr>
        <p:spPr>
          <a:xfrm>
            <a:off x="3455306" y="2934221"/>
            <a:ext cx="5281387" cy="989557"/>
          </a:xfrm>
          <a:prstGeom prst="roundRect">
            <a:avLst>
              <a:gd name="adj" fmla="val 50000"/>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r>
              <a:rPr lang="en-US" sz="2800" dirty="0" err="1">
                <a:solidFill>
                  <a:schemeClr val="tx1"/>
                </a:solidFill>
                <a:latin typeface="+mj-lt"/>
                <a:ea typeface="Calibri"/>
                <a:cs typeface="Calibri"/>
                <a:sym typeface="Calibri"/>
              </a:rPr>
              <a:t>Validación</a:t>
            </a:r>
            <a:r>
              <a:rPr lang="en-US" sz="2800" dirty="0">
                <a:solidFill>
                  <a:schemeClr val="tx1"/>
                </a:solidFill>
                <a:latin typeface="+mj-lt"/>
                <a:ea typeface="Calibri"/>
                <a:cs typeface="Calibri"/>
                <a:sym typeface="Calibri"/>
              </a:rPr>
              <a:t> Cruzada</a:t>
            </a:r>
            <a:endParaRPr lang="es-CO" sz="2800" b="0" i="0" u="none" strike="noStrike" cap="none" dirty="0">
              <a:solidFill>
                <a:schemeClr val="tx1"/>
              </a:solidFill>
              <a:latin typeface="+mj-lt"/>
              <a:ea typeface="Calibri"/>
              <a:cs typeface="Calibri"/>
              <a:sym typeface="Calibri"/>
            </a:endParaRPr>
          </a:p>
        </p:txBody>
      </p:sp>
      <p:sp>
        <p:nvSpPr>
          <p:cNvPr id="3" name="Google Shape;98;p1">
            <a:extLst>
              <a:ext uri="{FF2B5EF4-FFF2-40B4-BE49-F238E27FC236}">
                <a16:creationId xmlns:a16="http://schemas.microsoft.com/office/drawing/2014/main" id="{DD26E38B-F820-8352-AF0C-ABBDC47C68DD}"/>
              </a:ext>
            </a:extLst>
          </p:cNvPr>
          <p:cNvSpPr txBox="1"/>
          <p:nvPr/>
        </p:nvSpPr>
        <p:spPr>
          <a:xfrm>
            <a:off x="3395795" y="4850945"/>
            <a:ext cx="5400408" cy="30773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1800"/>
              <a:buFont typeface="Arial"/>
              <a:buNone/>
            </a:pPr>
            <a:r>
              <a:rPr lang="es-CO" dirty="0">
                <a:solidFill>
                  <a:srgbClr val="FFFFFF"/>
                </a:solidFill>
              </a:rPr>
              <a:t>¿Cómo obtengo una evaluación más confiable que un solo </a:t>
            </a:r>
            <a:r>
              <a:rPr lang="es-CO" dirty="0" err="1">
                <a:solidFill>
                  <a:srgbClr val="FFFFFF"/>
                </a:solidFill>
              </a:rPr>
              <a:t>split</a:t>
            </a:r>
            <a:r>
              <a:rPr lang="es-CO" dirty="0">
                <a:solidFill>
                  <a:srgbClr val="FFFFFF"/>
                </a:solidFill>
              </a:rPr>
              <a:t>?</a:t>
            </a:r>
          </a:p>
        </p:txBody>
      </p:sp>
    </p:spTree>
    <p:extLst>
      <p:ext uri="{BB962C8B-B14F-4D97-AF65-F5344CB8AC3E}">
        <p14:creationId xmlns:p14="http://schemas.microsoft.com/office/powerpoint/2010/main" val="16808571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F452F05-CD6D-6662-00F2-C23441AEEBE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ED19EAC-20E2-8785-B12D-BE0F1D3DE62A}"/>
              </a:ext>
            </a:extLst>
          </p:cNvPr>
          <p:cNvSpPr txBox="1"/>
          <p:nvPr/>
        </p:nvSpPr>
        <p:spPr>
          <a:xfrm>
            <a:off x="7911542" y="590980"/>
            <a:ext cx="3253409" cy="1815882"/>
          </a:xfrm>
          <a:prstGeom prst="rect">
            <a:avLst/>
          </a:prstGeom>
          <a:noFill/>
        </p:spPr>
        <p:txBody>
          <a:bodyPr wrap="square">
            <a:spAutoFit/>
          </a:bodyPr>
          <a:lstStyle/>
          <a:p>
            <a:pPr algn="ctr"/>
            <a:r>
              <a:rPr lang="es-CO" b="1" dirty="0"/>
              <a:t>K-Fold Cross-</a:t>
            </a:r>
            <a:r>
              <a:rPr lang="es-CO" b="1" dirty="0" err="1"/>
              <a:t>Validation</a:t>
            </a:r>
            <a:r>
              <a:rPr lang="es-CO" b="1" dirty="0"/>
              <a:t>:</a:t>
            </a:r>
            <a:endParaRPr lang="es-CO" dirty="0"/>
          </a:p>
          <a:p>
            <a:pPr algn="ctr"/>
            <a:r>
              <a:rPr lang="es-CO" dirty="0"/>
              <a:t>En vez de un solo </a:t>
            </a:r>
            <a:r>
              <a:rPr lang="es-CO" dirty="0" err="1"/>
              <a:t>split</a:t>
            </a:r>
            <a:r>
              <a:rPr lang="es-CO" dirty="0"/>
              <a:t> fijo, el conjunto de entrenamiento se divide en </a:t>
            </a:r>
            <a:r>
              <a:rPr lang="es-CO" b="1" dirty="0"/>
              <a:t>K partes (</a:t>
            </a:r>
            <a:r>
              <a:rPr lang="es-CO" b="1" dirty="0" err="1"/>
              <a:t>folds</a:t>
            </a:r>
            <a:r>
              <a:rPr lang="es-CO" b="1" dirty="0"/>
              <a:t>)</a:t>
            </a:r>
            <a:r>
              <a:rPr lang="es-CO" dirty="0"/>
              <a:t>. El modelo se entrena y evalúa </a:t>
            </a:r>
            <a:r>
              <a:rPr lang="es-CO" b="1" dirty="0"/>
              <a:t>K veces</a:t>
            </a:r>
            <a:r>
              <a:rPr lang="es-CO" dirty="0"/>
              <a:t>, usando cada vez un </a:t>
            </a:r>
            <a:r>
              <a:rPr lang="es-CO" dirty="0" err="1"/>
              <a:t>fold</a:t>
            </a:r>
            <a:r>
              <a:rPr lang="es-CO" dirty="0"/>
              <a:t> distinto como validación y el resto como entrenamiento, y luego se </a:t>
            </a:r>
            <a:r>
              <a:rPr lang="es-CO" b="1" dirty="0"/>
              <a:t>promedian los K resultados</a:t>
            </a:r>
            <a:r>
              <a:rPr lang="es-CO" dirty="0"/>
              <a:t>.</a:t>
            </a:r>
          </a:p>
        </p:txBody>
      </p:sp>
      <p:sp>
        <p:nvSpPr>
          <p:cNvPr id="5" name="TextBox 4">
            <a:extLst>
              <a:ext uri="{FF2B5EF4-FFF2-40B4-BE49-F238E27FC236}">
                <a16:creationId xmlns:a16="http://schemas.microsoft.com/office/drawing/2014/main" id="{012011D5-D356-907E-9F81-D909095D5D00}"/>
              </a:ext>
            </a:extLst>
          </p:cNvPr>
          <p:cNvSpPr txBox="1"/>
          <p:nvPr/>
        </p:nvSpPr>
        <p:spPr>
          <a:xfrm>
            <a:off x="7911542" y="2755241"/>
            <a:ext cx="3253409" cy="2031325"/>
          </a:xfrm>
          <a:prstGeom prst="rect">
            <a:avLst/>
          </a:prstGeom>
          <a:noFill/>
        </p:spPr>
        <p:txBody>
          <a:bodyPr wrap="square">
            <a:spAutoFit/>
          </a:bodyPr>
          <a:lstStyle/>
          <a:p>
            <a:pPr algn="ctr"/>
            <a:r>
              <a:rPr lang="es-CO" b="1" dirty="0"/>
              <a:t>¿Por qué es mejor que un solo </a:t>
            </a:r>
            <a:r>
              <a:rPr lang="es-CO" b="1" dirty="0" err="1"/>
              <a:t>split</a:t>
            </a:r>
            <a:r>
              <a:rPr lang="es-CO" b="1" dirty="0"/>
              <a:t>?</a:t>
            </a:r>
            <a:endParaRPr lang="es-CO" dirty="0"/>
          </a:p>
          <a:p>
            <a:pPr algn="ctr"/>
            <a:r>
              <a:rPr lang="es-CO" dirty="0"/>
              <a:t>Cada observación participa exactamente una vez como validación, así el resultado no depende de "qué datos cayeron por azar" en un único </a:t>
            </a:r>
            <a:r>
              <a:rPr lang="es-CO" dirty="0" err="1"/>
              <a:t>split</a:t>
            </a:r>
            <a:r>
              <a:rPr lang="es-CO" dirty="0"/>
              <a:t>: da una estimación más robusta y estable del desempeño real del modelo.</a:t>
            </a:r>
          </a:p>
        </p:txBody>
      </p:sp>
      <p:sp>
        <p:nvSpPr>
          <p:cNvPr id="6" name="TextBox 5">
            <a:extLst>
              <a:ext uri="{FF2B5EF4-FFF2-40B4-BE49-F238E27FC236}">
                <a16:creationId xmlns:a16="http://schemas.microsoft.com/office/drawing/2014/main" id="{578A65C9-7A34-C3B3-888A-95A919D88F8E}"/>
              </a:ext>
            </a:extLst>
          </p:cNvPr>
          <p:cNvSpPr txBox="1"/>
          <p:nvPr/>
        </p:nvSpPr>
        <p:spPr>
          <a:xfrm>
            <a:off x="921026" y="4786566"/>
            <a:ext cx="6096000" cy="738664"/>
          </a:xfrm>
          <a:prstGeom prst="rect">
            <a:avLst/>
          </a:prstGeom>
          <a:noFill/>
        </p:spPr>
        <p:txBody>
          <a:bodyPr wrap="square">
            <a:spAutoFit/>
          </a:bodyPr>
          <a:lstStyle/>
          <a:p>
            <a:pPr algn="ctr" rtl="0">
              <a:buNone/>
            </a:pPr>
            <a:r>
              <a:rPr lang="es-CO" i="1" dirty="0">
                <a:effectLst/>
              </a:rPr>
              <a:t>En vez de validar una sola vez, se valida K veces con partes distintas del conjunto de entrenamiento y se promedia, así el resultado no depende de la suerte de un solo </a:t>
            </a:r>
            <a:r>
              <a:rPr lang="es-CO" i="1" dirty="0" err="1">
                <a:effectLst/>
              </a:rPr>
              <a:t>split</a:t>
            </a:r>
            <a:r>
              <a:rPr lang="es-CO" i="1" dirty="0">
                <a:effectLst/>
              </a:rPr>
              <a:t>. El test sigue aparte, sin tocarse hasta el final.</a:t>
            </a:r>
            <a:endParaRPr lang="es-CO" dirty="0">
              <a:effectLst/>
            </a:endParaRPr>
          </a:p>
        </p:txBody>
      </p:sp>
      <p:pic>
        <p:nvPicPr>
          <p:cNvPr id="7" name="Picture 6" descr="How-To: Cross Validation with Time Series Data | Towards Data Science">
            <a:extLst>
              <a:ext uri="{FF2B5EF4-FFF2-40B4-BE49-F238E27FC236}">
                <a16:creationId xmlns:a16="http://schemas.microsoft.com/office/drawing/2014/main" id="{95E78A93-3041-3FD7-8C94-9B03D211A83A}"/>
              </a:ext>
            </a:extLst>
          </p:cNvPr>
          <p:cNvPicPr>
            <a:picLocks noChangeAspect="1"/>
          </p:cNvPicPr>
          <p:nvPr/>
        </p:nvPicPr>
        <p:blipFill>
          <a:blip r:embed="rId2"/>
          <a:stretch>
            <a:fillRect/>
          </a:stretch>
        </p:blipFill>
        <p:spPr>
          <a:xfrm>
            <a:off x="291548" y="1124697"/>
            <a:ext cx="7502191" cy="3261088"/>
          </a:xfrm>
          <a:prstGeom prst="rect">
            <a:avLst/>
          </a:prstGeom>
        </p:spPr>
      </p:pic>
    </p:spTree>
    <p:extLst>
      <p:ext uri="{BB962C8B-B14F-4D97-AF65-F5344CB8AC3E}">
        <p14:creationId xmlns:p14="http://schemas.microsoft.com/office/powerpoint/2010/main" val="542953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78AAD8C-4EC4-F4E9-52E1-DDB04830B33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EC3BBB7-3166-369E-73A4-C1C4C36F7F94}"/>
              </a:ext>
            </a:extLst>
          </p:cNvPr>
          <p:cNvSpPr txBox="1"/>
          <p:nvPr/>
        </p:nvSpPr>
        <p:spPr>
          <a:xfrm>
            <a:off x="7872678" y="2413337"/>
            <a:ext cx="3253409" cy="2031325"/>
          </a:xfrm>
          <a:prstGeom prst="rect">
            <a:avLst/>
          </a:prstGeom>
          <a:noFill/>
        </p:spPr>
        <p:txBody>
          <a:bodyPr wrap="square">
            <a:spAutoFit/>
          </a:bodyPr>
          <a:lstStyle/>
          <a:p>
            <a:pPr algn="ctr"/>
            <a:r>
              <a:rPr lang="es-CO" dirty="0"/>
              <a:t>En cada iteración, el modelo nunca entrena con los datos que usa para validar en esa misma ronda, aunque esos mismos datos (</a:t>
            </a:r>
            <a:r>
              <a:rPr lang="es-CO" dirty="0" err="1"/>
              <a:t>validate</a:t>
            </a:r>
            <a:r>
              <a:rPr lang="es-CO" dirty="0"/>
              <a:t>) sí sirvan para entrenar en las otras iteraciones.</a:t>
            </a:r>
          </a:p>
          <a:p>
            <a:pPr algn="ctr"/>
            <a:endParaRPr lang="es-CO" dirty="0"/>
          </a:p>
          <a:p>
            <a:pPr algn="ctr"/>
            <a:r>
              <a:rPr lang="es-CO" dirty="0"/>
              <a:t>Cada dato pasa por ambos roles (training en K−1 rondas, validación en 1 ronda).</a:t>
            </a:r>
          </a:p>
        </p:txBody>
      </p:sp>
      <p:pic>
        <p:nvPicPr>
          <p:cNvPr id="2" name="Picture 1" descr="Understanding Cross-Validation | Aptech">
            <a:extLst>
              <a:ext uri="{FF2B5EF4-FFF2-40B4-BE49-F238E27FC236}">
                <a16:creationId xmlns:a16="http://schemas.microsoft.com/office/drawing/2014/main" id="{E742295A-14F4-11D9-E34B-2E62F6A22E03}"/>
              </a:ext>
            </a:extLst>
          </p:cNvPr>
          <p:cNvPicPr>
            <a:picLocks noChangeAspect="1"/>
          </p:cNvPicPr>
          <p:nvPr/>
        </p:nvPicPr>
        <p:blipFill>
          <a:blip r:embed="rId2"/>
          <a:stretch>
            <a:fillRect/>
          </a:stretch>
        </p:blipFill>
        <p:spPr>
          <a:xfrm>
            <a:off x="1457745" y="857249"/>
            <a:ext cx="6037241" cy="5143500"/>
          </a:xfrm>
          <a:prstGeom prst="rect">
            <a:avLst/>
          </a:prstGeom>
        </p:spPr>
      </p:pic>
      <p:sp>
        <p:nvSpPr>
          <p:cNvPr id="4" name="Arrow: Right 3">
            <a:extLst>
              <a:ext uri="{FF2B5EF4-FFF2-40B4-BE49-F238E27FC236}">
                <a16:creationId xmlns:a16="http://schemas.microsoft.com/office/drawing/2014/main" id="{9E12FB27-7977-EDF0-94F0-87BFDDF8CA72}"/>
              </a:ext>
            </a:extLst>
          </p:cNvPr>
          <p:cNvSpPr/>
          <p:nvPr/>
        </p:nvSpPr>
        <p:spPr>
          <a:xfrm>
            <a:off x="649357" y="3478694"/>
            <a:ext cx="987287" cy="251792"/>
          </a:xfrm>
          <a:prstGeom prst="rightArrow">
            <a:avLst/>
          </a:prstGeom>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000" dirty="0" err="1"/>
              <a:t>Iteración</a:t>
            </a:r>
            <a:endParaRPr lang="es-CO" sz="1000" dirty="0"/>
          </a:p>
        </p:txBody>
      </p:sp>
      <p:sp>
        <p:nvSpPr>
          <p:cNvPr id="9" name="Arrow: Right 8">
            <a:extLst>
              <a:ext uri="{FF2B5EF4-FFF2-40B4-BE49-F238E27FC236}">
                <a16:creationId xmlns:a16="http://schemas.microsoft.com/office/drawing/2014/main" id="{B1E4C80A-E57A-92BF-0E69-EF32FB2AEFA3}"/>
              </a:ext>
            </a:extLst>
          </p:cNvPr>
          <p:cNvSpPr/>
          <p:nvPr/>
        </p:nvSpPr>
        <p:spPr>
          <a:xfrm>
            <a:off x="649357" y="3730486"/>
            <a:ext cx="987287" cy="251792"/>
          </a:xfrm>
          <a:prstGeom prst="rightArrow">
            <a:avLst/>
          </a:prstGeom>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000" dirty="0" err="1"/>
              <a:t>Iteración</a:t>
            </a:r>
            <a:endParaRPr lang="es-CO" sz="1000" dirty="0"/>
          </a:p>
        </p:txBody>
      </p:sp>
      <p:sp>
        <p:nvSpPr>
          <p:cNvPr id="11" name="Arrow: Right 10">
            <a:extLst>
              <a:ext uri="{FF2B5EF4-FFF2-40B4-BE49-F238E27FC236}">
                <a16:creationId xmlns:a16="http://schemas.microsoft.com/office/drawing/2014/main" id="{5CF18188-2706-5112-4C76-2688956C6CA8}"/>
              </a:ext>
            </a:extLst>
          </p:cNvPr>
          <p:cNvSpPr/>
          <p:nvPr/>
        </p:nvSpPr>
        <p:spPr>
          <a:xfrm>
            <a:off x="649356" y="4280453"/>
            <a:ext cx="987287" cy="251792"/>
          </a:xfrm>
          <a:prstGeom prst="rightArrow">
            <a:avLst/>
          </a:prstGeom>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000" dirty="0"/>
              <a:t>…</a:t>
            </a:r>
            <a:endParaRPr lang="es-CO" sz="1000" dirty="0"/>
          </a:p>
        </p:txBody>
      </p:sp>
    </p:spTree>
    <p:extLst>
      <p:ext uri="{BB962C8B-B14F-4D97-AF65-F5344CB8AC3E}">
        <p14:creationId xmlns:p14="http://schemas.microsoft.com/office/powerpoint/2010/main" val="2930991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9" grpId="0" animBg="1"/>
      <p:bldP spid="1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CA25783-7327-45AA-5BEB-9F904969A2A5}"/>
            </a:ext>
          </a:extLst>
        </p:cNvPr>
        <p:cNvGrpSpPr/>
        <p:nvPr/>
      </p:nvGrpSpPr>
      <p:grpSpPr>
        <a:xfrm>
          <a:off x="0" y="0"/>
          <a:ext cx="0" cy="0"/>
          <a:chOff x="0" y="0"/>
          <a:chExt cx="0" cy="0"/>
        </a:xfrm>
      </p:grpSpPr>
      <p:pic>
        <p:nvPicPr>
          <p:cNvPr id="5" name="Picture 4" descr="Demystifying Cross-Validation: A Guide to Different Methods for Model  Evaluation | by Subrat Mishra | GoPenAI">
            <a:extLst>
              <a:ext uri="{FF2B5EF4-FFF2-40B4-BE49-F238E27FC236}">
                <a16:creationId xmlns:a16="http://schemas.microsoft.com/office/drawing/2014/main" id="{08DAC8D0-7574-D5BA-4496-CBC8DBC04B05}"/>
              </a:ext>
            </a:extLst>
          </p:cNvPr>
          <p:cNvPicPr>
            <a:picLocks noChangeAspect="1"/>
          </p:cNvPicPr>
          <p:nvPr/>
        </p:nvPicPr>
        <p:blipFill>
          <a:blip r:embed="rId2"/>
          <a:stretch>
            <a:fillRect/>
          </a:stretch>
        </p:blipFill>
        <p:spPr>
          <a:xfrm>
            <a:off x="1059346" y="857250"/>
            <a:ext cx="5143500" cy="5143500"/>
          </a:xfrm>
          <a:prstGeom prst="rect">
            <a:avLst/>
          </a:prstGeom>
        </p:spPr>
      </p:pic>
      <p:sp>
        <p:nvSpPr>
          <p:cNvPr id="7" name="TextBox 6">
            <a:extLst>
              <a:ext uri="{FF2B5EF4-FFF2-40B4-BE49-F238E27FC236}">
                <a16:creationId xmlns:a16="http://schemas.microsoft.com/office/drawing/2014/main" id="{1D9E8B46-DDC5-8DB2-600C-1A2183F503B3}"/>
              </a:ext>
            </a:extLst>
          </p:cNvPr>
          <p:cNvSpPr txBox="1"/>
          <p:nvPr/>
        </p:nvSpPr>
        <p:spPr>
          <a:xfrm>
            <a:off x="6486938" y="1120676"/>
            <a:ext cx="5002696" cy="4616648"/>
          </a:xfrm>
          <a:prstGeom prst="rect">
            <a:avLst/>
          </a:prstGeom>
          <a:noFill/>
        </p:spPr>
        <p:txBody>
          <a:bodyPr wrap="square">
            <a:spAutoFit/>
          </a:bodyPr>
          <a:lstStyle/>
          <a:p>
            <a:pPr algn="just" rtl="0">
              <a:buNone/>
            </a:pPr>
            <a:r>
              <a:rPr lang="es-CO" b="1" dirty="0"/>
              <a:t>K-Fold</a:t>
            </a:r>
          </a:p>
          <a:p>
            <a:pPr algn="just" rtl="0">
              <a:buNone/>
            </a:pPr>
            <a:r>
              <a:rPr lang="es-CO" dirty="0"/>
              <a:t>Los datos se dividen en K partes iguales. Se entrena K veces, usando cada vez una parte distinta como validación y el resto como entrenamiento.</a:t>
            </a:r>
          </a:p>
          <a:p>
            <a:pPr algn="just" rtl="0">
              <a:buNone/>
            </a:pPr>
            <a:endParaRPr lang="es-CO" dirty="0"/>
          </a:p>
          <a:p>
            <a:pPr algn="just" rtl="0">
              <a:buNone/>
            </a:pPr>
            <a:r>
              <a:rPr lang="es-CO" b="1" dirty="0" err="1"/>
              <a:t>Stratified</a:t>
            </a:r>
            <a:r>
              <a:rPr lang="es-CO" b="1" dirty="0"/>
              <a:t> K-Fold</a:t>
            </a:r>
          </a:p>
          <a:p>
            <a:pPr algn="just" rtl="0">
              <a:buNone/>
            </a:pPr>
            <a:r>
              <a:rPr lang="es-CO" dirty="0"/>
              <a:t>Igual que K-Fold, pero garantiza que cada </a:t>
            </a:r>
            <a:r>
              <a:rPr lang="es-CO" dirty="0" err="1"/>
              <a:t>fold</a:t>
            </a:r>
            <a:r>
              <a:rPr lang="es-CO" dirty="0"/>
              <a:t> mantenga la misma proporción de </a:t>
            </a:r>
            <a:r>
              <a:rPr lang="es-CO" b="1" dirty="0"/>
              <a:t>clases</a:t>
            </a:r>
            <a:r>
              <a:rPr lang="es-CO" dirty="0"/>
              <a:t> que el dataset original. Se usa en clasificación, especialmente con clases desbalanceadas.</a:t>
            </a:r>
          </a:p>
          <a:p>
            <a:pPr algn="just" rtl="0">
              <a:buNone/>
            </a:pPr>
            <a:endParaRPr lang="es-CO" dirty="0"/>
          </a:p>
          <a:p>
            <a:pPr algn="just" rtl="0">
              <a:buNone/>
            </a:pPr>
            <a:r>
              <a:rPr lang="es-CO" b="1" dirty="0" err="1"/>
              <a:t>Leave</a:t>
            </a:r>
            <a:r>
              <a:rPr lang="es-CO" b="1" dirty="0"/>
              <a:t>-One-</a:t>
            </a:r>
            <a:r>
              <a:rPr lang="es-CO" b="1" dirty="0" err="1"/>
              <a:t>Out</a:t>
            </a:r>
            <a:r>
              <a:rPr lang="es-CO" b="1" dirty="0"/>
              <a:t> (LOO)</a:t>
            </a:r>
          </a:p>
          <a:p>
            <a:pPr algn="just" rtl="0">
              <a:buNone/>
            </a:pPr>
            <a:r>
              <a:rPr lang="es-CO" dirty="0"/>
              <a:t>Caso extremo de K-Fold donde K = número total de datos. Cada iteración deja </a:t>
            </a:r>
            <a:r>
              <a:rPr lang="es-CO" b="1" dirty="0"/>
              <a:t>un solo dato</a:t>
            </a:r>
            <a:r>
              <a:rPr lang="es-CO" dirty="0"/>
              <a:t> como validación y entrena con todos los demás. Muy costoso computacionalmente, útil solo con datasets pequeños.</a:t>
            </a:r>
          </a:p>
          <a:p>
            <a:pPr algn="just" rtl="0">
              <a:buNone/>
            </a:pPr>
            <a:endParaRPr lang="es-CO" dirty="0"/>
          </a:p>
          <a:p>
            <a:pPr algn="just" rtl="0">
              <a:buNone/>
            </a:pPr>
            <a:r>
              <a:rPr lang="es-CO" b="1" dirty="0" err="1"/>
              <a:t>Leave</a:t>
            </a:r>
            <a:r>
              <a:rPr lang="es-CO" b="1" dirty="0"/>
              <a:t>-P-</a:t>
            </a:r>
            <a:r>
              <a:rPr lang="es-CO" b="1" dirty="0" err="1"/>
              <a:t>Out</a:t>
            </a:r>
            <a:r>
              <a:rPr lang="es-CO" b="1" dirty="0"/>
              <a:t> (LPO)</a:t>
            </a:r>
          </a:p>
          <a:p>
            <a:pPr algn="just" rtl="0">
              <a:buNone/>
            </a:pPr>
            <a:r>
              <a:rPr lang="es-CO" dirty="0"/>
              <a:t>Generalización de LOO: en cada iteración se dejan </a:t>
            </a:r>
            <a:r>
              <a:rPr lang="es-CO" b="1" dirty="0"/>
              <a:t>P datos</a:t>
            </a:r>
            <a:r>
              <a:rPr lang="es-CO" dirty="0"/>
              <a:t> como validación (en vez de solo 1), probando todas las combinaciones posibles de P datos. Aún más costoso que LOO: poco práctico salvo en datasets muy pequeños.</a:t>
            </a:r>
          </a:p>
        </p:txBody>
      </p:sp>
    </p:spTree>
    <p:extLst>
      <p:ext uri="{BB962C8B-B14F-4D97-AF65-F5344CB8AC3E}">
        <p14:creationId xmlns:p14="http://schemas.microsoft.com/office/powerpoint/2010/main" val="23194073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4D49C41-930D-F011-47C0-6217A049D975}"/>
            </a:ext>
          </a:extLst>
        </p:cNvPr>
        <p:cNvGrpSpPr/>
        <p:nvPr/>
      </p:nvGrpSpPr>
      <p:grpSpPr>
        <a:xfrm>
          <a:off x="0" y="0"/>
          <a:ext cx="0" cy="0"/>
          <a:chOff x="0" y="0"/>
          <a:chExt cx="0" cy="0"/>
        </a:xfrm>
      </p:grpSpPr>
      <p:pic>
        <p:nvPicPr>
          <p:cNvPr id="2" name="Picture 1" descr="Cross-Validation Review">
            <a:extLst>
              <a:ext uri="{FF2B5EF4-FFF2-40B4-BE49-F238E27FC236}">
                <a16:creationId xmlns:a16="http://schemas.microsoft.com/office/drawing/2014/main" id="{24373511-3586-A480-669C-3B7F4B4146D3}"/>
              </a:ext>
            </a:extLst>
          </p:cNvPr>
          <p:cNvPicPr>
            <a:picLocks noChangeAspect="1"/>
          </p:cNvPicPr>
          <p:nvPr/>
        </p:nvPicPr>
        <p:blipFill>
          <a:blip r:embed="rId2"/>
          <a:stretch>
            <a:fillRect/>
          </a:stretch>
        </p:blipFill>
        <p:spPr>
          <a:xfrm>
            <a:off x="1809750" y="857250"/>
            <a:ext cx="8572500" cy="5143500"/>
          </a:xfrm>
          <a:prstGeom prst="rect">
            <a:avLst/>
          </a:prstGeom>
        </p:spPr>
      </p:pic>
    </p:spTree>
    <p:extLst>
      <p:ext uri="{BB962C8B-B14F-4D97-AF65-F5344CB8AC3E}">
        <p14:creationId xmlns:p14="http://schemas.microsoft.com/office/powerpoint/2010/main" val="23873279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96DFA88-8C92-EE37-E9B1-FFF67EE1945A}"/>
            </a:ext>
          </a:extLst>
        </p:cNvPr>
        <p:cNvGrpSpPr/>
        <p:nvPr/>
      </p:nvGrpSpPr>
      <p:grpSpPr>
        <a:xfrm>
          <a:off x="0" y="0"/>
          <a:ext cx="0" cy="0"/>
          <a:chOff x="0" y="0"/>
          <a:chExt cx="0" cy="0"/>
        </a:xfrm>
      </p:grpSpPr>
      <p:pic>
        <p:nvPicPr>
          <p:cNvPr id="3" name="Picture 2" descr="The Significance of Train-Validation-Test Split in Machine Learning | by  Everton Gomede, PhD | Medium">
            <a:extLst>
              <a:ext uri="{FF2B5EF4-FFF2-40B4-BE49-F238E27FC236}">
                <a16:creationId xmlns:a16="http://schemas.microsoft.com/office/drawing/2014/main" id="{985CCF94-9F8E-B7EA-E89C-7900EA0569DE}"/>
              </a:ext>
            </a:extLst>
          </p:cNvPr>
          <p:cNvPicPr>
            <a:picLocks noChangeAspect="1"/>
          </p:cNvPicPr>
          <p:nvPr/>
        </p:nvPicPr>
        <p:blipFill>
          <a:blip r:embed="rId2"/>
          <a:stretch>
            <a:fillRect/>
          </a:stretch>
        </p:blipFill>
        <p:spPr>
          <a:xfrm>
            <a:off x="2286000" y="1095375"/>
            <a:ext cx="7620000" cy="4667250"/>
          </a:xfrm>
          <a:prstGeom prst="rect">
            <a:avLst/>
          </a:prstGeom>
        </p:spPr>
      </p:pic>
    </p:spTree>
    <p:extLst>
      <p:ext uri="{BB962C8B-B14F-4D97-AF65-F5344CB8AC3E}">
        <p14:creationId xmlns:p14="http://schemas.microsoft.com/office/powerpoint/2010/main" val="38903931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BFC3F1C-AE1A-9D83-0466-8D9E8D145629}"/>
            </a:ext>
          </a:extLst>
        </p:cNvPr>
        <p:cNvGrpSpPr/>
        <p:nvPr/>
      </p:nvGrpSpPr>
      <p:grpSpPr>
        <a:xfrm>
          <a:off x="0" y="0"/>
          <a:ext cx="0" cy="0"/>
          <a:chOff x="0" y="0"/>
          <a:chExt cx="0" cy="0"/>
        </a:xfrm>
      </p:grpSpPr>
      <p:pic>
        <p:nvPicPr>
          <p:cNvPr id="3" name="Picture 2" descr="Data Splitting Strategies — Applied Machine Learning in Python">
            <a:extLst>
              <a:ext uri="{FF2B5EF4-FFF2-40B4-BE49-F238E27FC236}">
                <a16:creationId xmlns:a16="http://schemas.microsoft.com/office/drawing/2014/main" id="{F266811C-8535-2796-23F3-1D616DAB122C}"/>
              </a:ext>
            </a:extLst>
          </p:cNvPr>
          <p:cNvPicPr>
            <a:picLocks noChangeAspect="1"/>
          </p:cNvPicPr>
          <p:nvPr/>
        </p:nvPicPr>
        <p:blipFill>
          <a:blip r:embed="rId2"/>
          <a:stretch>
            <a:fillRect/>
          </a:stretch>
        </p:blipFill>
        <p:spPr>
          <a:xfrm>
            <a:off x="853036" y="2001009"/>
            <a:ext cx="4456185" cy="2855982"/>
          </a:xfrm>
          <a:prstGeom prst="rect">
            <a:avLst/>
          </a:prstGeom>
        </p:spPr>
      </p:pic>
      <p:pic>
        <p:nvPicPr>
          <p:cNvPr id="4" name="Picture 3" descr="What Is Cross-Validation? A Plain English Guide with Diagrams - KDnuggets">
            <a:extLst>
              <a:ext uri="{FF2B5EF4-FFF2-40B4-BE49-F238E27FC236}">
                <a16:creationId xmlns:a16="http://schemas.microsoft.com/office/drawing/2014/main" id="{C23BB081-BAB3-0A70-AA5C-506DA4950106}"/>
              </a:ext>
            </a:extLst>
          </p:cNvPr>
          <p:cNvPicPr>
            <a:picLocks noChangeAspect="1"/>
          </p:cNvPicPr>
          <p:nvPr/>
        </p:nvPicPr>
        <p:blipFill>
          <a:blip r:embed="rId3"/>
          <a:stretch>
            <a:fillRect/>
          </a:stretch>
        </p:blipFill>
        <p:spPr>
          <a:xfrm>
            <a:off x="5618921" y="1764817"/>
            <a:ext cx="5983579" cy="3328366"/>
          </a:xfrm>
          <a:prstGeom prst="rect">
            <a:avLst/>
          </a:prstGeom>
        </p:spPr>
      </p:pic>
    </p:spTree>
    <p:extLst>
      <p:ext uri="{BB962C8B-B14F-4D97-AF65-F5344CB8AC3E}">
        <p14:creationId xmlns:p14="http://schemas.microsoft.com/office/powerpoint/2010/main" val="15624496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CA33AD6-A150-1D9D-25D5-D96E184EE4C1}"/>
            </a:ext>
          </a:extLst>
        </p:cNvPr>
        <p:cNvGrpSpPr/>
        <p:nvPr/>
      </p:nvGrpSpPr>
      <p:grpSpPr>
        <a:xfrm>
          <a:off x="0" y="0"/>
          <a:ext cx="0" cy="0"/>
          <a:chOff x="0" y="0"/>
          <a:chExt cx="0" cy="0"/>
        </a:xfrm>
      </p:grpSpPr>
      <p:pic>
        <p:nvPicPr>
          <p:cNvPr id="2" name="Picture 1" descr="Ver imagen">
            <a:extLst>
              <a:ext uri="{FF2B5EF4-FFF2-40B4-BE49-F238E27FC236}">
                <a16:creationId xmlns:a16="http://schemas.microsoft.com/office/drawing/2014/main" id="{0F6EC912-0168-B231-249F-001B6BF53BDD}"/>
              </a:ext>
            </a:extLst>
          </p:cNvPr>
          <p:cNvPicPr>
            <a:picLocks noChangeAspect="1"/>
          </p:cNvPicPr>
          <p:nvPr/>
        </p:nvPicPr>
        <p:blipFill>
          <a:blip r:embed="rId2"/>
          <a:stretch>
            <a:fillRect/>
          </a:stretch>
        </p:blipFill>
        <p:spPr>
          <a:xfrm>
            <a:off x="477078" y="1717502"/>
            <a:ext cx="5137704" cy="3422995"/>
          </a:xfrm>
          <a:prstGeom prst="rect">
            <a:avLst/>
          </a:prstGeom>
        </p:spPr>
      </p:pic>
      <p:pic>
        <p:nvPicPr>
          <p:cNvPr id="5" name="Picture 4">
            <a:extLst>
              <a:ext uri="{FF2B5EF4-FFF2-40B4-BE49-F238E27FC236}">
                <a16:creationId xmlns:a16="http://schemas.microsoft.com/office/drawing/2014/main" id="{63D470B8-3E66-A9B2-F9B2-87D51A7AFC13}"/>
              </a:ext>
            </a:extLst>
          </p:cNvPr>
          <p:cNvPicPr>
            <a:picLocks noChangeAspect="1"/>
          </p:cNvPicPr>
          <p:nvPr/>
        </p:nvPicPr>
        <p:blipFill>
          <a:blip r:embed="rId3"/>
          <a:stretch>
            <a:fillRect/>
          </a:stretch>
        </p:blipFill>
        <p:spPr>
          <a:xfrm>
            <a:off x="5360505" y="1657556"/>
            <a:ext cx="5784302" cy="3542885"/>
          </a:xfrm>
          <a:prstGeom prst="rect">
            <a:avLst/>
          </a:prstGeom>
        </p:spPr>
      </p:pic>
    </p:spTree>
    <p:extLst>
      <p:ext uri="{BB962C8B-B14F-4D97-AF65-F5344CB8AC3E}">
        <p14:creationId xmlns:p14="http://schemas.microsoft.com/office/powerpoint/2010/main" val="42552619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6BF8B86-FE91-96F9-ABC7-E03B65FC8391}"/>
            </a:ext>
          </a:extLst>
        </p:cNvPr>
        <p:cNvGrpSpPr/>
        <p:nvPr/>
      </p:nvGrpSpPr>
      <p:grpSpPr>
        <a:xfrm>
          <a:off x="0" y="0"/>
          <a:ext cx="0" cy="0"/>
          <a:chOff x="0" y="0"/>
          <a:chExt cx="0" cy="0"/>
        </a:xfrm>
      </p:grpSpPr>
      <p:pic>
        <p:nvPicPr>
          <p:cNvPr id="3" name="Picture 2" descr="Time Series Cross-Validation: Techniques &amp; Implementation">
            <a:extLst>
              <a:ext uri="{FF2B5EF4-FFF2-40B4-BE49-F238E27FC236}">
                <a16:creationId xmlns:a16="http://schemas.microsoft.com/office/drawing/2014/main" id="{87FA4875-F382-7231-19CF-B3BD0B20653E}"/>
              </a:ext>
            </a:extLst>
          </p:cNvPr>
          <p:cNvPicPr>
            <a:picLocks noChangeAspect="1"/>
          </p:cNvPicPr>
          <p:nvPr/>
        </p:nvPicPr>
        <p:blipFill>
          <a:blip r:embed="rId2"/>
          <a:stretch>
            <a:fillRect/>
          </a:stretch>
        </p:blipFill>
        <p:spPr>
          <a:xfrm>
            <a:off x="1524000" y="1210235"/>
            <a:ext cx="9143999" cy="4437529"/>
          </a:xfrm>
          <a:prstGeom prst="rect">
            <a:avLst/>
          </a:prstGeom>
        </p:spPr>
      </p:pic>
    </p:spTree>
    <p:extLst>
      <p:ext uri="{BB962C8B-B14F-4D97-AF65-F5344CB8AC3E}">
        <p14:creationId xmlns:p14="http://schemas.microsoft.com/office/powerpoint/2010/main" val="23530324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5863DF7-1732-2BAE-862E-E8241F8251D7}"/>
            </a:ext>
          </a:extLst>
        </p:cNvPr>
        <p:cNvGrpSpPr/>
        <p:nvPr/>
      </p:nvGrpSpPr>
      <p:grpSpPr>
        <a:xfrm>
          <a:off x="0" y="0"/>
          <a:ext cx="0" cy="0"/>
          <a:chOff x="0" y="0"/>
          <a:chExt cx="0" cy="0"/>
        </a:xfrm>
      </p:grpSpPr>
      <p:pic>
        <p:nvPicPr>
          <p:cNvPr id="2" name="Picture 1" descr="5 Ways to Use Cross-Validation to Improve Time Series Models -  MachineLearningMastery.com">
            <a:extLst>
              <a:ext uri="{FF2B5EF4-FFF2-40B4-BE49-F238E27FC236}">
                <a16:creationId xmlns:a16="http://schemas.microsoft.com/office/drawing/2014/main" id="{4A054BB2-8190-C2A6-E988-5F021FB943D4}"/>
              </a:ext>
            </a:extLst>
          </p:cNvPr>
          <p:cNvPicPr>
            <a:picLocks noChangeAspect="1"/>
          </p:cNvPicPr>
          <p:nvPr/>
        </p:nvPicPr>
        <p:blipFill>
          <a:blip r:embed="rId2"/>
          <a:stretch>
            <a:fillRect/>
          </a:stretch>
        </p:blipFill>
        <p:spPr>
          <a:xfrm>
            <a:off x="1524000" y="876895"/>
            <a:ext cx="9143999" cy="5104209"/>
          </a:xfrm>
          <a:prstGeom prst="rect">
            <a:avLst/>
          </a:prstGeom>
        </p:spPr>
      </p:pic>
    </p:spTree>
    <p:extLst>
      <p:ext uri="{BB962C8B-B14F-4D97-AF65-F5344CB8AC3E}">
        <p14:creationId xmlns:p14="http://schemas.microsoft.com/office/powerpoint/2010/main" val="37710929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chemeClr val="accent5">
            <a:lumMod val="50000"/>
          </a:schemeClr>
        </a:solidFill>
        <a:effectLst/>
      </p:bgPr>
    </p:bg>
    <p:spTree>
      <p:nvGrpSpPr>
        <p:cNvPr id="1" name="Shape 88">
          <a:extLst>
            <a:ext uri="{FF2B5EF4-FFF2-40B4-BE49-F238E27FC236}">
              <a16:creationId xmlns:a16="http://schemas.microsoft.com/office/drawing/2014/main" id="{6FEEB76D-2FA8-5F53-2B2C-4D649D63FBD1}"/>
            </a:ext>
          </a:extLst>
        </p:cNvPr>
        <p:cNvGrpSpPr/>
        <p:nvPr/>
      </p:nvGrpSpPr>
      <p:grpSpPr>
        <a:xfrm>
          <a:off x="0" y="0"/>
          <a:ext cx="0" cy="0"/>
          <a:chOff x="0" y="0"/>
          <a:chExt cx="0" cy="0"/>
        </a:xfrm>
      </p:grpSpPr>
      <p:sp>
        <p:nvSpPr>
          <p:cNvPr id="91" name="Google Shape;91;p1">
            <a:extLst>
              <a:ext uri="{FF2B5EF4-FFF2-40B4-BE49-F238E27FC236}">
                <a16:creationId xmlns:a16="http://schemas.microsoft.com/office/drawing/2014/main" id="{A78C353B-9521-C944-8C40-2C0C117A7785}"/>
              </a:ext>
            </a:extLst>
          </p:cNvPr>
          <p:cNvSpPr/>
          <p:nvPr/>
        </p:nvSpPr>
        <p:spPr>
          <a:xfrm>
            <a:off x="3455306" y="2934221"/>
            <a:ext cx="5281387" cy="989557"/>
          </a:xfrm>
          <a:prstGeom prst="roundRect">
            <a:avLst>
              <a:gd name="adj" fmla="val 50000"/>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r>
              <a:rPr lang="en-US" sz="2800" dirty="0">
                <a:solidFill>
                  <a:schemeClr val="tx1"/>
                </a:solidFill>
                <a:latin typeface="+mj-lt"/>
                <a:ea typeface="Calibri"/>
                <a:cs typeface="Calibri"/>
                <a:sym typeface="Calibri"/>
              </a:rPr>
              <a:t>Overfitting/Underfitting</a:t>
            </a:r>
            <a:br>
              <a:rPr lang="en-US" sz="2800" dirty="0">
                <a:solidFill>
                  <a:schemeClr val="tx1"/>
                </a:solidFill>
                <a:latin typeface="+mj-lt"/>
                <a:ea typeface="Calibri"/>
                <a:cs typeface="Calibri"/>
                <a:sym typeface="Calibri"/>
              </a:rPr>
            </a:br>
            <a:r>
              <a:rPr lang="en-US" sz="2800" dirty="0">
                <a:solidFill>
                  <a:schemeClr val="tx1"/>
                </a:solidFill>
                <a:latin typeface="+mj-lt"/>
                <a:ea typeface="Calibri"/>
                <a:cs typeface="Calibri"/>
                <a:sym typeface="Calibri"/>
              </a:rPr>
              <a:t>Curvas de </a:t>
            </a:r>
            <a:r>
              <a:rPr lang="en-US" sz="2800" dirty="0" err="1">
                <a:solidFill>
                  <a:schemeClr val="tx1"/>
                </a:solidFill>
                <a:latin typeface="+mj-lt"/>
                <a:ea typeface="Calibri"/>
                <a:cs typeface="Calibri"/>
                <a:sym typeface="Calibri"/>
              </a:rPr>
              <a:t>aprendizaje</a:t>
            </a:r>
            <a:endParaRPr lang="es-CO" sz="2800" b="0" i="0" u="none" strike="noStrike" cap="none" dirty="0">
              <a:solidFill>
                <a:schemeClr val="tx1"/>
              </a:solidFill>
              <a:latin typeface="+mj-lt"/>
              <a:ea typeface="Calibri"/>
              <a:cs typeface="Calibri"/>
              <a:sym typeface="Calibri"/>
            </a:endParaRPr>
          </a:p>
        </p:txBody>
      </p:sp>
      <p:sp>
        <p:nvSpPr>
          <p:cNvPr id="3" name="Google Shape;98;p1">
            <a:extLst>
              <a:ext uri="{FF2B5EF4-FFF2-40B4-BE49-F238E27FC236}">
                <a16:creationId xmlns:a16="http://schemas.microsoft.com/office/drawing/2014/main" id="{2E2E4DB8-4E62-FECA-6E75-6167C23BAF44}"/>
              </a:ext>
            </a:extLst>
          </p:cNvPr>
          <p:cNvSpPr txBox="1"/>
          <p:nvPr/>
        </p:nvSpPr>
        <p:spPr>
          <a:xfrm>
            <a:off x="2705061" y="4837693"/>
            <a:ext cx="6781875"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1800"/>
              <a:buFont typeface="Arial"/>
              <a:buNone/>
            </a:pPr>
            <a:r>
              <a:rPr lang="es-CO" dirty="0">
                <a:solidFill>
                  <a:srgbClr val="FFFFFF"/>
                </a:solidFill>
              </a:rPr>
              <a:t>¿Por qué un modelo "perfecto" en entrenamiento puede ser malo en producción/validación?</a:t>
            </a:r>
          </a:p>
        </p:txBody>
      </p:sp>
    </p:spTree>
    <p:extLst>
      <p:ext uri="{BB962C8B-B14F-4D97-AF65-F5344CB8AC3E}">
        <p14:creationId xmlns:p14="http://schemas.microsoft.com/office/powerpoint/2010/main" val="35227005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B9C11DE-5E55-CEBD-45B7-AD542007AF1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9E205C7-BECD-0975-205A-16C3ED473F96}"/>
              </a:ext>
            </a:extLst>
          </p:cNvPr>
          <p:cNvSpPr txBox="1"/>
          <p:nvPr/>
        </p:nvSpPr>
        <p:spPr>
          <a:xfrm>
            <a:off x="7647392" y="1443840"/>
            <a:ext cx="3253409" cy="3970318"/>
          </a:xfrm>
          <a:prstGeom prst="rect">
            <a:avLst/>
          </a:prstGeom>
          <a:noFill/>
        </p:spPr>
        <p:txBody>
          <a:bodyPr wrap="square">
            <a:spAutoFit/>
          </a:bodyPr>
          <a:lstStyle/>
          <a:p>
            <a:pPr algn="ctr"/>
            <a:r>
              <a:rPr lang="es-CO" b="1" dirty="0"/>
              <a:t>Underfitting (</a:t>
            </a:r>
            <a:r>
              <a:rPr lang="es-CO" b="1" dirty="0" err="1"/>
              <a:t>subajuste</a:t>
            </a:r>
            <a:r>
              <a:rPr lang="es-CO" b="1" dirty="0"/>
              <a:t>)</a:t>
            </a:r>
          </a:p>
          <a:p>
            <a:pPr algn="ctr"/>
            <a:r>
              <a:rPr lang="es-CO" dirty="0"/>
              <a:t>El modelo es demasiado simple para capturar el patrón real de los datos. Falla tanto en entrenamiento como en test.</a:t>
            </a:r>
          </a:p>
          <a:p>
            <a:pPr algn="ctr"/>
            <a:endParaRPr lang="es-CO" dirty="0"/>
          </a:p>
          <a:p>
            <a:pPr algn="ctr"/>
            <a:r>
              <a:rPr lang="es-CO" b="1" dirty="0" err="1"/>
              <a:t>Overfitting</a:t>
            </a:r>
            <a:r>
              <a:rPr lang="es-CO" b="1" dirty="0"/>
              <a:t> (sobreajuste)</a:t>
            </a:r>
          </a:p>
          <a:p>
            <a:pPr algn="ctr"/>
            <a:r>
              <a:rPr lang="es-CO" dirty="0"/>
              <a:t>El modelo es demasiado complejo y memoriza el ruido específico del entrenamiento en vez del patrón general. Funciona muy bien en entrenamiento, pero mal en test.</a:t>
            </a:r>
          </a:p>
          <a:p>
            <a:pPr algn="ctr"/>
            <a:endParaRPr lang="es-CO" dirty="0"/>
          </a:p>
          <a:p>
            <a:pPr algn="ctr"/>
            <a:r>
              <a:rPr lang="es-CO" b="1" dirty="0"/>
              <a:t>God </a:t>
            </a:r>
            <a:r>
              <a:rPr lang="es-CO" b="1" dirty="0" err="1"/>
              <a:t>Fit</a:t>
            </a:r>
            <a:r>
              <a:rPr lang="es-CO" b="1" dirty="0"/>
              <a:t> (buen ajuste)</a:t>
            </a:r>
          </a:p>
          <a:p>
            <a:pPr algn="ctr"/>
            <a:r>
              <a:rPr lang="es-CO" dirty="0"/>
              <a:t>Punto intermedio de complejidad: el modelo captura el patrón real sin memorizar el ruido. Bajo error tanto en entrenamiento como en test.</a:t>
            </a:r>
          </a:p>
        </p:txBody>
      </p:sp>
      <p:pic>
        <p:nvPicPr>
          <p:cNvPr id="5" name="Picture 4" descr="Overfitting and Underfitting in Machine Learning Algorithm">
            <a:extLst>
              <a:ext uri="{FF2B5EF4-FFF2-40B4-BE49-F238E27FC236}">
                <a16:creationId xmlns:a16="http://schemas.microsoft.com/office/drawing/2014/main" id="{D80A6E94-809A-1942-81AA-011330B287B1}"/>
              </a:ext>
            </a:extLst>
          </p:cNvPr>
          <p:cNvPicPr>
            <a:picLocks noChangeAspect="1"/>
          </p:cNvPicPr>
          <p:nvPr/>
        </p:nvPicPr>
        <p:blipFill>
          <a:blip r:embed="rId2"/>
          <a:stretch>
            <a:fillRect/>
          </a:stretch>
        </p:blipFill>
        <p:spPr>
          <a:xfrm>
            <a:off x="1451193" y="857249"/>
            <a:ext cx="5128431" cy="5143500"/>
          </a:xfrm>
          <a:prstGeom prst="rect">
            <a:avLst/>
          </a:prstGeom>
        </p:spPr>
      </p:pic>
    </p:spTree>
    <p:extLst>
      <p:ext uri="{BB962C8B-B14F-4D97-AF65-F5344CB8AC3E}">
        <p14:creationId xmlns:p14="http://schemas.microsoft.com/office/powerpoint/2010/main" val="31820601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A0A559A-EEF9-88F1-BAFF-6EC9C77D5597}"/>
            </a:ext>
          </a:extLst>
        </p:cNvPr>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664194AC-A178-99EC-4B94-E71D52C9DD05}"/>
              </a:ext>
            </a:extLst>
          </p:cNvPr>
          <p:cNvGraphicFramePr>
            <a:graphicFrameLocks noGrp="1"/>
          </p:cNvGraphicFramePr>
          <p:nvPr>
            <p:extLst>
              <p:ext uri="{D42A27DB-BD31-4B8C-83A1-F6EECF244321}">
                <p14:modId xmlns:p14="http://schemas.microsoft.com/office/powerpoint/2010/main" val="1921920304"/>
              </p:ext>
            </p:extLst>
          </p:nvPr>
        </p:nvGraphicFramePr>
        <p:xfrm>
          <a:off x="2998305" y="1746708"/>
          <a:ext cx="6195390" cy="1219200"/>
        </p:xfrm>
        <a:graphic>
          <a:graphicData uri="http://schemas.openxmlformats.org/drawingml/2006/table">
            <a:tbl>
              <a:tblPr>
                <a:tableStyleId>{7DF18680-E054-41AD-8BC1-D1AEF772440D}</a:tableStyleId>
              </a:tblPr>
              <a:tblGrid>
                <a:gridCol w="2065130">
                  <a:extLst>
                    <a:ext uri="{9D8B030D-6E8A-4147-A177-3AD203B41FA5}">
                      <a16:colId xmlns:a16="http://schemas.microsoft.com/office/drawing/2014/main" val="342214528"/>
                    </a:ext>
                  </a:extLst>
                </a:gridCol>
                <a:gridCol w="2065130">
                  <a:extLst>
                    <a:ext uri="{9D8B030D-6E8A-4147-A177-3AD203B41FA5}">
                      <a16:colId xmlns:a16="http://schemas.microsoft.com/office/drawing/2014/main" val="1211965265"/>
                    </a:ext>
                  </a:extLst>
                </a:gridCol>
                <a:gridCol w="2065130">
                  <a:extLst>
                    <a:ext uri="{9D8B030D-6E8A-4147-A177-3AD203B41FA5}">
                      <a16:colId xmlns:a16="http://schemas.microsoft.com/office/drawing/2014/main" val="2707904640"/>
                    </a:ext>
                  </a:extLst>
                </a:gridCol>
              </a:tblGrid>
              <a:tr h="0">
                <a:tc>
                  <a:txBody>
                    <a:bodyPr/>
                    <a:lstStyle/>
                    <a:p>
                      <a:pPr algn="ctr">
                        <a:buNone/>
                      </a:pPr>
                      <a:r>
                        <a:rPr lang="es-CO" b="1" dirty="0"/>
                        <a:t>Situación</a:t>
                      </a:r>
                    </a:p>
                  </a:txBody>
                  <a:tcPr anchor="ctr"/>
                </a:tc>
                <a:tc>
                  <a:txBody>
                    <a:bodyPr/>
                    <a:lstStyle/>
                    <a:p>
                      <a:pPr algn="ctr">
                        <a:buNone/>
                      </a:pPr>
                      <a:r>
                        <a:rPr lang="es-CO" b="1" dirty="0"/>
                        <a:t>Error </a:t>
                      </a:r>
                      <a:r>
                        <a:rPr lang="es-CO" b="1" dirty="0" err="1"/>
                        <a:t>train</a:t>
                      </a:r>
                      <a:endParaRPr lang="es-CO" b="1" dirty="0"/>
                    </a:p>
                  </a:txBody>
                  <a:tcPr anchor="ctr"/>
                </a:tc>
                <a:tc>
                  <a:txBody>
                    <a:bodyPr/>
                    <a:lstStyle/>
                    <a:p>
                      <a:pPr algn="ctr">
                        <a:buNone/>
                      </a:pPr>
                      <a:r>
                        <a:rPr lang="es-CO" b="1" dirty="0"/>
                        <a:t>Error test</a:t>
                      </a:r>
                    </a:p>
                  </a:txBody>
                  <a:tcPr anchor="ctr"/>
                </a:tc>
                <a:extLst>
                  <a:ext uri="{0D108BD9-81ED-4DB2-BD59-A6C34878D82A}">
                    <a16:rowId xmlns:a16="http://schemas.microsoft.com/office/drawing/2014/main" val="1605128260"/>
                  </a:ext>
                </a:extLst>
              </a:tr>
              <a:tr h="0">
                <a:tc>
                  <a:txBody>
                    <a:bodyPr/>
                    <a:lstStyle/>
                    <a:p>
                      <a:pPr algn="ctr">
                        <a:buNone/>
                      </a:pPr>
                      <a:r>
                        <a:rPr lang="es-CO" dirty="0"/>
                        <a:t>Underfitting</a:t>
                      </a:r>
                    </a:p>
                  </a:txBody>
                  <a:tcPr anchor="ctr"/>
                </a:tc>
                <a:tc>
                  <a:txBody>
                    <a:bodyPr/>
                    <a:lstStyle/>
                    <a:p>
                      <a:pPr algn="ctr">
                        <a:buNone/>
                      </a:pPr>
                      <a:r>
                        <a:rPr lang="es-CO"/>
                        <a:t>Alto</a:t>
                      </a:r>
                    </a:p>
                  </a:txBody>
                  <a:tcPr anchor="ctr"/>
                </a:tc>
                <a:tc>
                  <a:txBody>
                    <a:bodyPr/>
                    <a:lstStyle/>
                    <a:p>
                      <a:pPr algn="ctr">
                        <a:buNone/>
                      </a:pPr>
                      <a:r>
                        <a:rPr lang="es-CO"/>
                        <a:t>Alto</a:t>
                      </a:r>
                    </a:p>
                  </a:txBody>
                  <a:tcPr anchor="ctr"/>
                </a:tc>
                <a:extLst>
                  <a:ext uri="{0D108BD9-81ED-4DB2-BD59-A6C34878D82A}">
                    <a16:rowId xmlns:a16="http://schemas.microsoft.com/office/drawing/2014/main" val="2563512168"/>
                  </a:ext>
                </a:extLst>
              </a:tr>
              <a:tr h="0">
                <a:tc>
                  <a:txBody>
                    <a:bodyPr/>
                    <a:lstStyle/>
                    <a:p>
                      <a:pPr algn="ctr">
                        <a:buNone/>
                      </a:pPr>
                      <a:r>
                        <a:rPr lang="es-CO"/>
                        <a:t>Buen ajuste</a:t>
                      </a:r>
                    </a:p>
                  </a:txBody>
                  <a:tcPr anchor="ctr"/>
                </a:tc>
                <a:tc>
                  <a:txBody>
                    <a:bodyPr/>
                    <a:lstStyle/>
                    <a:p>
                      <a:pPr algn="ctr">
                        <a:buNone/>
                      </a:pPr>
                      <a:r>
                        <a:rPr lang="es-CO"/>
                        <a:t>Bajo</a:t>
                      </a:r>
                    </a:p>
                  </a:txBody>
                  <a:tcPr anchor="ctr"/>
                </a:tc>
                <a:tc>
                  <a:txBody>
                    <a:bodyPr/>
                    <a:lstStyle/>
                    <a:p>
                      <a:pPr algn="ctr">
                        <a:buNone/>
                      </a:pPr>
                      <a:r>
                        <a:rPr lang="es-CO"/>
                        <a:t>Bajo</a:t>
                      </a:r>
                    </a:p>
                  </a:txBody>
                  <a:tcPr anchor="ctr"/>
                </a:tc>
                <a:extLst>
                  <a:ext uri="{0D108BD9-81ED-4DB2-BD59-A6C34878D82A}">
                    <a16:rowId xmlns:a16="http://schemas.microsoft.com/office/drawing/2014/main" val="3292385613"/>
                  </a:ext>
                </a:extLst>
              </a:tr>
              <a:tr h="0">
                <a:tc>
                  <a:txBody>
                    <a:bodyPr/>
                    <a:lstStyle/>
                    <a:p>
                      <a:pPr algn="ctr">
                        <a:buNone/>
                      </a:pPr>
                      <a:r>
                        <a:rPr lang="es-CO" dirty="0" err="1"/>
                        <a:t>Overfitting</a:t>
                      </a:r>
                      <a:endParaRPr lang="es-CO" dirty="0"/>
                    </a:p>
                  </a:txBody>
                  <a:tcPr anchor="ctr"/>
                </a:tc>
                <a:tc>
                  <a:txBody>
                    <a:bodyPr/>
                    <a:lstStyle/>
                    <a:p>
                      <a:pPr algn="ctr">
                        <a:buNone/>
                      </a:pPr>
                      <a:r>
                        <a:rPr lang="es-CO" dirty="0"/>
                        <a:t>Muy bajo</a:t>
                      </a:r>
                    </a:p>
                  </a:txBody>
                  <a:tcPr anchor="ctr"/>
                </a:tc>
                <a:tc>
                  <a:txBody>
                    <a:bodyPr/>
                    <a:lstStyle/>
                    <a:p>
                      <a:pPr algn="ctr">
                        <a:buNone/>
                      </a:pPr>
                      <a:r>
                        <a:rPr lang="es-CO" dirty="0"/>
                        <a:t>Alto</a:t>
                      </a:r>
                    </a:p>
                  </a:txBody>
                  <a:tcPr anchor="ctr"/>
                </a:tc>
                <a:extLst>
                  <a:ext uri="{0D108BD9-81ED-4DB2-BD59-A6C34878D82A}">
                    <a16:rowId xmlns:a16="http://schemas.microsoft.com/office/drawing/2014/main" val="2134124307"/>
                  </a:ext>
                </a:extLst>
              </a:tr>
            </a:tbl>
          </a:graphicData>
        </a:graphic>
      </p:graphicFrame>
      <p:graphicFrame>
        <p:nvGraphicFramePr>
          <p:cNvPr id="10" name="Table 9">
            <a:extLst>
              <a:ext uri="{FF2B5EF4-FFF2-40B4-BE49-F238E27FC236}">
                <a16:creationId xmlns:a16="http://schemas.microsoft.com/office/drawing/2014/main" id="{1CDBAB33-02B4-D18B-5B8B-EB6C260CF186}"/>
              </a:ext>
            </a:extLst>
          </p:cNvPr>
          <p:cNvGraphicFramePr>
            <a:graphicFrameLocks noGrp="1"/>
          </p:cNvGraphicFramePr>
          <p:nvPr>
            <p:extLst>
              <p:ext uri="{D42A27DB-BD31-4B8C-83A1-F6EECF244321}">
                <p14:modId xmlns:p14="http://schemas.microsoft.com/office/powerpoint/2010/main" val="779049683"/>
              </p:ext>
            </p:extLst>
          </p:nvPr>
        </p:nvGraphicFramePr>
        <p:xfrm>
          <a:off x="2598668" y="3252545"/>
          <a:ext cx="6994664" cy="1219200"/>
        </p:xfrm>
        <a:graphic>
          <a:graphicData uri="http://schemas.openxmlformats.org/drawingml/2006/table">
            <a:tbl>
              <a:tblPr>
                <a:tableStyleId>{93296810-A885-4BE3-A3E7-6D5BEEA58F35}</a:tableStyleId>
              </a:tblPr>
              <a:tblGrid>
                <a:gridCol w="1299724">
                  <a:extLst>
                    <a:ext uri="{9D8B030D-6E8A-4147-A177-3AD203B41FA5}">
                      <a16:colId xmlns:a16="http://schemas.microsoft.com/office/drawing/2014/main" val="2940739315"/>
                    </a:ext>
                  </a:extLst>
                </a:gridCol>
                <a:gridCol w="1566060">
                  <a:extLst>
                    <a:ext uri="{9D8B030D-6E8A-4147-A177-3AD203B41FA5}">
                      <a16:colId xmlns:a16="http://schemas.microsoft.com/office/drawing/2014/main" val="852185288"/>
                    </a:ext>
                  </a:extLst>
                </a:gridCol>
                <a:gridCol w="1848679">
                  <a:extLst>
                    <a:ext uri="{9D8B030D-6E8A-4147-A177-3AD203B41FA5}">
                      <a16:colId xmlns:a16="http://schemas.microsoft.com/office/drawing/2014/main" val="2440445058"/>
                    </a:ext>
                  </a:extLst>
                </a:gridCol>
                <a:gridCol w="2280201">
                  <a:extLst>
                    <a:ext uri="{9D8B030D-6E8A-4147-A177-3AD203B41FA5}">
                      <a16:colId xmlns:a16="http://schemas.microsoft.com/office/drawing/2014/main" val="222179369"/>
                    </a:ext>
                  </a:extLst>
                </a:gridCol>
              </a:tblGrid>
              <a:tr h="0">
                <a:tc>
                  <a:txBody>
                    <a:bodyPr/>
                    <a:lstStyle/>
                    <a:p>
                      <a:pPr algn="ctr">
                        <a:buNone/>
                      </a:pPr>
                      <a:r>
                        <a:rPr lang="es-CO" b="1" dirty="0"/>
                        <a:t>Situación</a:t>
                      </a:r>
                    </a:p>
                  </a:txBody>
                  <a:tcPr anchor="ctr"/>
                </a:tc>
                <a:tc>
                  <a:txBody>
                    <a:bodyPr/>
                    <a:lstStyle/>
                    <a:p>
                      <a:pPr marR="0" algn="ctr" rtl="0">
                        <a:lnSpc>
                          <a:spcPct val="100000"/>
                        </a:lnSpc>
                        <a:spcBef>
                          <a:spcPts val="0"/>
                        </a:spcBef>
                        <a:spcAft>
                          <a:spcPts val="0"/>
                        </a:spcAft>
                        <a:buClr>
                          <a:srgbClr val="000000"/>
                        </a:buClr>
                        <a:buFont typeface="Arial"/>
                        <a:buNone/>
                      </a:pPr>
                      <a:r>
                        <a:rPr lang="es-CO" sz="1400" b="1" u="none" strike="noStrike" cap="none" dirty="0">
                          <a:solidFill>
                            <a:schemeClr val="dk1"/>
                          </a:solidFill>
                          <a:sym typeface="Arial"/>
                        </a:rPr>
                        <a:t>Métrica en </a:t>
                      </a:r>
                      <a:r>
                        <a:rPr lang="es-CO" sz="1400" b="1" u="none" strike="noStrike" cap="none" dirty="0" err="1">
                          <a:solidFill>
                            <a:schemeClr val="dk1"/>
                          </a:solidFill>
                          <a:sym typeface="Arial"/>
                        </a:rPr>
                        <a:t>train</a:t>
                      </a:r>
                      <a:endParaRPr lang="es-CO" sz="1400" b="1" i="0" u="none" strike="noStrike" cap="none" dirty="0">
                        <a:solidFill>
                          <a:schemeClr val="dk1"/>
                        </a:solidFill>
                        <a:latin typeface="+mn-lt"/>
                        <a:ea typeface="+mn-ea"/>
                        <a:cs typeface="+mn-cs"/>
                        <a:sym typeface="Arial"/>
                      </a:endParaRPr>
                    </a:p>
                  </a:txBody>
                  <a:tcPr anchor="ctr"/>
                </a:tc>
                <a:tc>
                  <a:txBody>
                    <a:bodyPr/>
                    <a:lstStyle/>
                    <a:p>
                      <a:pPr algn="ctr">
                        <a:buNone/>
                      </a:pPr>
                      <a:r>
                        <a:rPr lang="es-CO" b="1" dirty="0"/>
                        <a:t>Métrica en test</a:t>
                      </a:r>
                    </a:p>
                  </a:txBody>
                  <a:tcPr anchor="ctr"/>
                </a:tc>
                <a:tc>
                  <a:txBody>
                    <a:bodyPr/>
                    <a:lstStyle/>
                    <a:p>
                      <a:pPr algn="ctr">
                        <a:buNone/>
                      </a:pPr>
                      <a:r>
                        <a:rPr lang="es-CO" b="1" dirty="0"/>
                        <a:t>Brecha (</a:t>
                      </a:r>
                      <a:r>
                        <a:rPr lang="es-CO" b="1" dirty="0" err="1"/>
                        <a:t>train</a:t>
                      </a:r>
                      <a:r>
                        <a:rPr lang="es-CO" b="1" dirty="0"/>
                        <a:t> vs. test)</a:t>
                      </a:r>
                    </a:p>
                  </a:txBody>
                  <a:tcPr anchor="ctr"/>
                </a:tc>
                <a:extLst>
                  <a:ext uri="{0D108BD9-81ED-4DB2-BD59-A6C34878D82A}">
                    <a16:rowId xmlns:a16="http://schemas.microsoft.com/office/drawing/2014/main" val="649215459"/>
                  </a:ext>
                </a:extLst>
              </a:tr>
              <a:tr h="0">
                <a:tc>
                  <a:txBody>
                    <a:bodyPr/>
                    <a:lstStyle/>
                    <a:p>
                      <a:pPr algn="ctr">
                        <a:buNone/>
                      </a:pPr>
                      <a:r>
                        <a:rPr lang="es-CO"/>
                        <a:t>Underfitting</a:t>
                      </a:r>
                    </a:p>
                  </a:txBody>
                  <a:tcPr anchor="ctr"/>
                </a:tc>
                <a:tc>
                  <a:txBody>
                    <a:bodyPr/>
                    <a:lstStyle/>
                    <a:p>
                      <a:pPr marR="0" algn="ctr" rtl="0">
                        <a:lnSpc>
                          <a:spcPct val="100000"/>
                        </a:lnSpc>
                        <a:spcBef>
                          <a:spcPts val="0"/>
                        </a:spcBef>
                        <a:spcAft>
                          <a:spcPts val="0"/>
                        </a:spcAft>
                        <a:buClr>
                          <a:srgbClr val="000000"/>
                        </a:buClr>
                        <a:buFont typeface="Arial"/>
                        <a:buNone/>
                      </a:pPr>
                      <a:r>
                        <a:rPr lang="es-CO" sz="1400" b="0" u="none" strike="noStrike" cap="none" dirty="0">
                          <a:solidFill>
                            <a:schemeClr val="dk1"/>
                          </a:solidFill>
                          <a:sym typeface="Arial"/>
                        </a:rPr>
                        <a:t>Baja</a:t>
                      </a:r>
                      <a:endParaRPr lang="es-CO" sz="1400" b="0" i="0" u="none" strike="noStrike" cap="none" dirty="0">
                        <a:solidFill>
                          <a:schemeClr val="dk1"/>
                        </a:solidFill>
                        <a:latin typeface="+mn-lt"/>
                        <a:ea typeface="+mn-ea"/>
                        <a:cs typeface="+mn-cs"/>
                        <a:sym typeface="Arial"/>
                      </a:endParaRPr>
                    </a:p>
                  </a:txBody>
                  <a:tcPr anchor="ctr"/>
                </a:tc>
                <a:tc>
                  <a:txBody>
                    <a:bodyPr/>
                    <a:lstStyle/>
                    <a:p>
                      <a:pPr algn="ctr">
                        <a:buNone/>
                      </a:pPr>
                      <a:r>
                        <a:rPr lang="es-CO"/>
                        <a:t>Baja (similar a train)</a:t>
                      </a:r>
                    </a:p>
                  </a:txBody>
                  <a:tcPr anchor="ctr"/>
                </a:tc>
                <a:tc>
                  <a:txBody>
                    <a:bodyPr/>
                    <a:lstStyle/>
                    <a:p>
                      <a:pPr algn="ctr">
                        <a:buNone/>
                      </a:pPr>
                      <a:r>
                        <a:rPr lang="es-CO" dirty="0"/>
                        <a:t>Pequeña</a:t>
                      </a:r>
                    </a:p>
                  </a:txBody>
                  <a:tcPr anchor="ctr"/>
                </a:tc>
                <a:extLst>
                  <a:ext uri="{0D108BD9-81ED-4DB2-BD59-A6C34878D82A}">
                    <a16:rowId xmlns:a16="http://schemas.microsoft.com/office/drawing/2014/main" val="1099715552"/>
                  </a:ext>
                </a:extLst>
              </a:tr>
              <a:tr h="0">
                <a:tc>
                  <a:txBody>
                    <a:bodyPr/>
                    <a:lstStyle/>
                    <a:p>
                      <a:pPr algn="ctr">
                        <a:buNone/>
                      </a:pPr>
                      <a:r>
                        <a:rPr lang="es-CO" dirty="0"/>
                        <a:t>Buen ajuste</a:t>
                      </a:r>
                    </a:p>
                  </a:txBody>
                  <a:tcPr anchor="ctr"/>
                </a:tc>
                <a:tc>
                  <a:txBody>
                    <a:bodyPr/>
                    <a:lstStyle/>
                    <a:p>
                      <a:pPr marR="0" algn="ctr" rtl="0">
                        <a:lnSpc>
                          <a:spcPct val="100000"/>
                        </a:lnSpc>
                        <a:spcBef>
                          <a:spcPts val="0"/>
                        </a:spcBef>
                        <a:spcAft>
                          <a:spcPts val="0"/>
                        </a:spcAft>
                        <a:buClr>
                          <a:srgbClr val="000000"/>
                        </a:buClr>
                        <a:buFont typeface="Arial"/>
                        <a:buNone/>
                      </a:pPr>
                      <a:r>
                        <a:rPr lang="es-CO" sz="1400" b="0" u="none" strike="noStrike" cap="none" dirty="0">
                          <a:solidFill>
                            <a:schemeClr val="dk1"/>
                          </a:solidFill>
                          <a:sym typeface="Arial"/>
                        </a:rPr>
                        <a:t>Alta</a:t>
                      </a:r>
                      <a:endParaRPr lang="es-CO" sz="1400" b="0" i="0" u="none" strike="noStrike" cap="none" dirty="0">
                        <a:solidFill>
                          <a:schemeClr val="dk1"/>
                        </a:solidFill>
                        <a:latin typeface="+mn-lt"/>
                        <a:ea typeface="+mn-ea"/>
                        <a:cs typeface="+mn-cs"/>
                        <a:sym typeface="Arial"/>
                      </a:endParaRPr>
                    </a:p>
                  </a:txBody>
                  <a:tcPr anchor="ctr"/>
                </a:tc>
                <a:tc>
                  <a:txBody>
                    <a:bodyPr/>
                    <a:lstStyle/>
                    <a:p>
                      <a:pPr algn="ctr">
                        <a:buNone/>
                      </a:pPr>
                      <a:r>
                        <a:rPr lang="es-CO"/>
                        <a:t>Alta (similar a train)</a:t>
                      </a:r>
                    </a:p>
                  </a:txBody>
                  <a:tcPr anchor="ctr"/>
                </a:tc>
                <a:tc>
                  <a:txBody>
                    <a:bodyPr/>
                    <a:lstStyle/>
                    <a:p>
                      <a:pPr algn="ctr">
                        <a:buNone/>
                      </a:pPr>
                      <a:r>
                        <a:rPr lang="es-CO" dirty="0"/>
                        <a:t>Pequeña</a:t>
                      </a:r>
                    </a:p>
                  </a:txBody>
                  <a:tcPr anchor="ctr"/>
                </a:tc>
                <a:extLst>
                  <a:ext uri="{0D108BD9-81ED-4DB2-BD59-A6C34878D82A}">
                    <a16:rowId xmlns:a16="http://schemas.microsoft.com/office/drawing/2014/main" val="1826622596"/>
                  </a:ext>
                </a:extLst>
              </a:tr>
              <a:tr h="0">
                <a:tc>
                  <a:txBody>
                    <a:bodyPr/>
                    <a:lstStyle/>
                    <a:p>
                      <a:pPr algn="ctr">
                        <a:buNone/>
                      </a:pPr>
                      <a:r>
                        <a:rPr lang="es-CO"/>
                        <a:t>Overfitting</a:t>
                      </a:r>
                    </a:p>
                  </a:txBody>
                  <a:tcPr anchor="ctr"/>
                </a:tc>
                <a:tc>
                  <a:txBody>
                    <a:bodyPr/>
                    <a:lstStyle/>
                    <a:p>
                      <a:pPr marR="0" algn="ctr" rtl="0">
                        <a:lnSpc>
                          <a:spcPct val="100000"/>
                        </a:lnSpc>
                        <a:spcBef>
                          <a:spcPts val="0"/>
                        </a:spcBef>
                        <a:spcAft>
                          <a:spcPts val="0"/>
                        </a:spcAft>
                        <a:buClr>
                          <a:srgbClr val="000000"/>
                        </a:buClr>
                        <a:buFont typeface="Arial"/>
                        <a:buNone/>
                      </a:pPr>
                      <a:r>
                        <a:rPr lang="es-CO" sz="1400" b="0" u="none" strike="noStrike" cap="none" dirty="0">
                          <a:solidFill>
                            <a:schemeClr val="dk1"/>
                          </a:solidFill>
                          <a:sym typeface="Arial"/>
                        </a:rPr>
                        <a:t>Muy alta</a:t>
                      </a:r>
                      <a:endParaRPr lang="es-CO" sz="1400" b="0" i="0" u="none" strike="noStrike" cap="none" dirty="0">
                        <a:solidFill>
                          <a:schemeClr val="dk1"/>
                        </a:solidFill>
                        <a:latin typeface="+mn-lt"/>
                        <a:ea typeface="+mn-ea"/>
                        <a:cs typeface="+mn-cs"/>
                        <a:sym typeface="Arial"/>
                      </a:endParaRPr>
                    </a:p>
                  </a:txBody>
                  <a:tcPr anchor="ctr"/>
                </a:tc>
                <a:tc>
                  <a:txBody>
                    <a:bodyPr/>
                    <a:lstStyle/>
                    <a:p>
                      <a:pPr algn="ctr">
                        <a:buNone/>
                      </a:pPr>
                      <a:r>
                        <a:rPr lang="es-CO" dirty="0"/>
                        <a:t>Baja</a:t>
                      </a:r>
                    </a:p>
                  </a:txBody>
                  <a:tcPr anchor="ctr"/>
                </a:tc>
                <a:tc>
                  <a:txBody>
                    <a:bodyPr/>
                    <a:lstStyle/>
                    <a:p>
                      <a:pPr algn="ctr">
                        <a:buNone/>
                      </a:pPr>
                      <a:r>
                        <a:rPr lang="es-CO" dirty="0"/>
                        <a:t>Grande</a:t>
                      </a:r>
                    </a:p>
                  </a:txBody>
                  <a:tcPr anchor="ctr"/>
                </a:tc>
                <a:extLst>
                  <a:ext uri="{0D108BD9-81ED-4DB2-BD59-A6C34878D82A}">
                    <a16:rowId xmlns:a16="http://schemas.microsoft.com/office/drawing/2014/main" val="2320230205"/>
                  </a:ext>
                </a:extLst>
              </a:tr>
            </a:tbl>
          </a:graphicData>
        </a:graphic>
      </p:graphicFrame>
      <p:sp>
        <p:nvSpPr>
          <p:cNvPr id="12" name="TextBox 11">
            <a:extLst>
              <a:ext uri="{FF2B5EF4-FFF2-40B4-BE49-F238E27FC236}">
                <a16:creationId xmlns:a16="http://schemas.microsoft.com/office/drawing/2014/main" id="{BC5F21E0-6133-5F36-E374-AA424DF958D2}"/>
              </a:ext>
            </a:extLst>
          </p:cNvPr>
          <p:cNvSpPr txBox="1"/>
          <p:nvPr/>
        </p:nvSpPr>
        <p:spPr>
          <a:xfrm>
            <a:off x="3048000" y="936851"/>
            <a:ext cx="6096000" cy="523220"/>
          </a:xfrm>
          <a:prstGeom prst="rect">
            <a:avLst/>
          </a:prstGeom>
          <a:noFill/>
        </p:spPr>
        <p:txBody>
          <a:bodyPr wrap="square">
            <a:spAutoFit/>
          </a:bodyPr>
          <a:lstStyle/>
          <a:p>
            <a:pPr algn="ctr"/>
            <a:r>
              <a:rPr lang="es-CO" i="1" dirty="0"/>
              <a:t>Underfitting = no aprendió suficiente. </a:t>
            </a:r>
          </a:p>
          <a:p>
            <a:pPr algn="ctr"/>
            <a:r>
              <a:rPr lang="es-CO" i="1" dirty="0" err="1"/>
              <a:t>Overfitting</a:t>
            </a:r>
            <a:r>
              <a:rPr lang="es-CO" i="1" dirty="0"/>
              <a:t> = memorizó en vez de aprender.</a:t>
            </a:r>
          </a:p>
        </p:txBody>
      </p:sp>
      <p:sp>
        <p:nvSpPr>
          <p:cNvPr id="14" name="TextBox 13">
            <a:extLst>
              <a:ext uri="{FF2B5EF4-FFF2-40B4-BE49-F238E27FC236}">
                <a16:creationId xmlns:a16="http://schemas.microsoft.com/office/drawing/2014/main" id="{7F6163F4-DF44-4410-4799-83B5B6CFDC0B}"/>
              </a:ext>
            </a:extLst>
          </p:cNvPr>
          <p:cNvSpPr txBox="1"/>
          <p:nvPr/>
        </p:nvSpPr>
        <p:spPr>
          <a:xfrm>
            <a:off x="3048000" y="4758382"/>
            <a:ext cx="6096000" cy="523220"/>
          </a:xfrm>
          <a:prstGeom prst="rect">
            <a:avLst/>
          </a:prstGeom>
          <a:noFill/>
        </p:spPr>
        <p:txBody>
          <a:bodyPr wrap="square">
            <a:spAutoFit/>
          </a:bodyPr>
          <a:lstStyle/>
          <a:p>
            <a:pPr algn="ctr" rtl="0">
              <a:buNone/>
            </a:pPr>
            <a:r>
              <a:rPr lang="es-CO" i="1" dirty="0">
                <a:effectLst/>
              </a:rPr>
              <a:t>El diagnóstico no está en el valor absoluto de la métrica, sino en la brecha entre </a:t>
            </a:r>
            <a:r>
              <a:rPr lang="es-CO" i="1" dirty="0" err="1">
                <a:effectLst/>
              </a:rPr>
              <a:t>train</a:t>
            </a:r>
            <a:r>
              <a:rPr lang="es-CO" i="1" dirty="0">
                <a:effectLst/>
              </a:rPr>
              <a:t> y test: una brecha grande es la señal de </a:t>
            </a:r>
            <a:r>
              <a:rPr lang="es-CO" i="1" dirty="0" err="1">
                <a:effectLst/>
              </a:rPr>
              <a:t>overfitting</a:t>
            </a:r>
            <a:r>
              <a:rPr lang="es-CO" i="1" dirty="0">
                <a:effectLst/>
              </a:rPr>
              <a:t>.</a:t>
            </a:r>
            <a:endParaRPr lang="es-CO" dirty="0">
              <a:effectLst/>
            </a:endParaRPr>
          </a:p>
        </p:txBody>
      </p:sp>
    </p:spTree>
    <p:extLst>
      <p:ext uri="{BB962C8B-B14F-4D97-AF65-F5344CB8AC3E}">
        <p14:creationId xmlns:p14="http://schemas.microsoft.com/office/powerpoint/2010/main" val="15289052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BA843B6-EE9A-BAED-959C-F214C3BDF0E7}"/>
            </a:ext>
          </a:extLst>
        </p:cNvPr>
        <p:cNvGrpSpPr/>
        <p:nvPr/>
      </p:nvGrpSpPr>
      <p:grpSpPr>
        <a:xfrm>
          <a:off x="0" y="0"/>
          <a:ext cx="0" cy="0"/>
          <a:chOff x="0" y="0"/>
          <a:chExt cx="0" cy="0"/>
        </a:xfrm>
      </p:grpSpPr>
      <p:pic>
        <p:nvPicPr>
          <p:cNvPr id="3" name="Graphic 2" descr="Sobreajuste - MATLAB &amp; Simulink">
            <a:extLst>
              <a:ext uri="{FF2B5EF4-FFF2-40B4-BE49-F238E27FC236}">
                <a16:creationId xmlns:a16="http://schemas.microsoft.com/office/drawing/2014/main" id="{06F4B661-050C-D95F-E558-E74CFAFE671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233612" y="1385887"/>
            <a:ext cx="7724775" cy="4086225"/>
          </a:xfrm>
          <a:prstGeom prst="rect">
            <a:avLst/>
          </a:prstGeom>
        </p:spPr>
      </p:pic>
    </p:spTree>
    <p:extLst>
      <p:ext uri="{BB962C8B-B14F-4D97-AF65-F5344CB8AC3E}">
        <p14:creationId xmlns:p14="http://schemas.microsoft.com/office/powerpoint/2010/main" val="22488422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7640817-F9A7-2A01-6768-017214FF0BAC}"/>
            </a:ext>
          </a:extLst>
        </p:cNvPr>
        <p:cNvGrpSpPr/>
        <p:nvPr/>
      </p:nvGrpSpPr>
      <p:grpSpPr>
        <a:xfrm>
          <a:off x="0" y="0"/>
          <a:ext cx="0" cy="0"/>
          <a:chOff x="0" y="0"/>
          <a:chExt cx="0" cy="0"/>
        </a:xfrm>
      </p:grpSpPr>
      <p:pic>
        <p:nvPicPr>
          <p:cNvPr id="2" name="Picture 1" descr="Underfitting and Overfitting with Python Examples | by Amit Chauhan |  Towards AI">
            <a:extLst>
              <a:ext uri="{FF2B5EF4-FFF2-40B4-BE49-F238E27FC236}">
                <a16:creationId xmlns:a16="http://schemas.microsoft.com/office/drawing/2014/main" id="{712FF70B-21E4-5A6E-81F7-DDEFC2F2B778}"/>
              </a:ext>
            </a:extLst>
          </p:cNvPr>
          <p:cNvPicPr>
            <a:picLocks noChangeAspect="1"/>
          </p:cNvPicPr>
          <p:nvPr/>
        </p:nvPicPr>
        <p:blipFill>
          <a:blip r:embed="rId2"/>
          <a:stretch>
            <a:fillRect/>
          </a:stretch>
        </p:blipFill>
        <p:spPr>
          <a:xfrm>
            <a:off x="3537698" y="1482173"/>
            <a:ext cx="5116604" cy="3893654"/>
          </a:xfrm>
          <a:prstGeom prst="rect">
            <a:avLst/>
          </a:prstGeom>
        </p:spPr>
      </p:pic>
    </p:spTree>
    <p:extLst>
      <p:ext uri="{BB962C8B-B14F-4D97-AF65-F5344CB8AC3E}">
        <p14:creationId xmlns:p14="http://schemas.microsoft.com/office/powerpoint/2010/main" val="2531518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9CABAFA-DC76-DCCE-8B74-6B5073558AAF}"/>
            </a:ext>
          </a:extLst>
        </p:cNvPr>
        <p:cNvGrpSpPr/>
        <p:nvPr/>
      </p:nvGrpSpPr>
      <p:grpSpPr>
        <a:xfrm>
          <a:off x="0" y="0"/>
          <a:ext cx="0" cy="0"/>
          <a:chOff x="0" y="0"/>
          <a:chExt cx="0" cy="0"/>
        </a:xfrm>
      </p:grpSpPr>
      <p:pic>
        <p:nvPicPr>
          <p:cNvPr id="3" name="Picture 2" descr="Overfitting and Model Complexity Explained">
            <a:extLst>
              <a:ext uri="{FF2B5EF4-FFF2-40B4-BE49-F238E27FC236}">
                <a16:creationId xmlns:a16="http://schemas.microsoft.com/office/drawing/2014/main" id="{A72A2F30-092A-0A65-9C18-79C842FC90B6}"/>
              </a:ext>
            </a:extLst>
          </p:cNvPr>
          <p:cNvPicPr>
            <a:picLocks noChangeAspect="1"/>
          </p:cNvPicPr>
          <p:nvPr/>
        </p:nvPicPr>
        <p:blipFill>
          <a:blip r:embed="rId2"/>
          <a:stretch>
            <a:fillRect/>
          </a:stretch>
        </p:blipFill>
        <p:spPr>
          <a:xfrm>
            <a:off x="4833729" y="1804256"/>
            <a:ext cx="6473687" cy="3249488"/>
          </a:xfrm>
          <a:prstGeom prst="rect">
            <a:avLst/>
          </a:prstGeom>
        </p:spPr>
      </p:pic>
      <p:sp>
        <p:nvSpPr>
          <p:cNvPr id="5" name="TextBox 4">
            <a:extLst>
              <a:ext uri="{FF2B5EF4-FFF2-40B4-BE49-F238E27FC236}">
                <a16:creationId xmlns:a16="http://schemas.microsoft.com/office/drawing/2014/main" id="{A130BE4D-8873-641E-351C-D1571FC45ECE}"/>
              </a:ext>
            </a:extLst>
          </p:cNvPr>
          <p:cNvSpPr txBox="1"/>
          <p:nvPr/>
        </p:nvSpPr>
        <p:spPr>
          <a:xfrm>
            <a:off x="884584" y="2182505"/>
            <a:ext cx="3684104" cy="2492990"/>
          </a:xfrm>
          <a:prstGeom prst="rect">
            <a:avLst/>
          </a:prstGeom>
          <a:noFill/>
        </p:spPr>
        <p:txBody>
          <a:bodyPr wrap="square">
            <a:spAutoFit/>
          </a:bodyPr>
          <a:lstStyle/>
          <a:p>
            <a:pPr algn="just" rtl="0">
              <a:buNone/>
            </a:pPr>
            <a:r>
              <a:rPr lang="es-CO" sz="1200" b="1" dirty="0"/>
              <a:t>Bias (sesgo)</a:t>
            </a:r>
          </a:p>
          <a:p>
            <a:pPr algn="just" rtl="0">
              <a:buNone/>
            </a:pPr>
            <a:r>
              <a:rPr lang="es-CO" sz="1200" dirty="0"/>
              <a:t>Error que viene de que el modelo es </a:t>
            </a:r>
            <a:r>
              <a:rPr lang="es-CO" sz="1200" b="1" dirty="0"/>
              <a:t>demasiado simple</a:t>
            </a:r>
            <a:r>
              <a:rPr lang="es-CO" sz="1200" dirty="0"/>
              <a:t> para capturar la relación real de los datos. Un modelo con alto </a:t>
            </a:r>
            <a:r>
              <a:rPr lang="es-CO" sz="1200" dirty="0" err="1"/>
              <a:t>bias</a:t>
            </a:r>
            <a:r>
              <a:rPr lang="es-CO" sz="1200" dirty="0"/>
              <a:t> hace suposiciones muy rígidas y </a:t>
            </a:r>
            <a:r>
              <a:rPr lang="es-CO" sz="1200" b="1" dirty="0"/>
              <a:t>no logra ajustarse</a:t>
            </a:r>
            <a:r>
              <a:rPr lang="es-CO" sz="1200" dirty="0"/>
              <a:t> ni siquiera a los datos de entrenamiento.</a:t>
            </a:r>
          </a:p>
          <a:p>
            <a:pPr algn="just" rtl="0">
              <a:buNone/>
            </a:pPr>
            <a:endParaRPr lang="es-CO" sz="1200" dirty="0"/>
          </a:p>
          <a:p>
            <a:pPr algn="just" rtl="0">
              <a:buNone/>
            </a:pPr>
            <a:r>
              <a:rPr lang="es-CO" sz="1200" b="1" dirty="0" err="1"/>
              <a:t>Variance</a:t>
            </a:r>
            <a:r>
              <a:rPr lang="es-CO" sz="1200" b="1" dirty="0"/>
              <a:t> (varianza)</a:t>
            </a:r>
          </a:p>
          <a:p>
            <a:pPr algn="just" rtl="0">
              <a:buNone/>
            </a:pPr>
            <a:r>
              <a:rPr lang="es-CO" sz="1200" dirty="0"/>
              <a:t>Error que viene de que el modelo es </a:t>
            </a:r>
            <a:r>
              <a:rPr lang="es-CO" sz="1200" b="1" dirty="0"/>
              <a:t>demasiado sensible</a:t>
            </a:r>
            <a:r>
              <a:rPr lang="es-CO" sz="1200" dirty="0"/>
              <a:t> a las particularidades del conjunto de entrenamiento. Un modelo con alta varianza cambia mucho si se entrena con datos ligeramente distintos: memoriza el ruido en vez del patrón.</a:t>
            </a:r>
          </a:p>
        </p:txBody>
      </p:sp>
    </p:spTree>
    <p:extLst>
      <p:ext uri="{BB962C8B-B14F-4D97-AF65-F5344CB8AC3E}">
        <p14:creationId xmlns:p14="http://schemas.microsoft.com/office/powerpoint/2010/main" val="19727389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1E7AF0A-2DF5-0D50-E9F3-9553843331B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0F12508-5CBA-4A90-648F-269A2DE3FD96}"/>
              </a:ext>
            </a:extLst>
          </p:cNvPr>
          <p:cNvSpPr txBox="1"/>
          <p:nvPr/>
        </p:nvSpPr>
        <p:spPr>
          <a:xfrm>
            <a:off x="1174897" y="4053436"/>
            <a:ext cx="3781416" cy="1754326"/>
          </a:xfrm>
          <a:prstGeom prst="rect">
            <a:avLst/>
          </a:prstGeom>
          <a:noFill/>
        </p:spPr>
        <p:txBody>
          <a:bodyPr wrap="square">
            <a:spAutoFit/>
          </a:bodyPr>
          <a:lstStyle/>
          <a:p>
            <a:pPr algn="ctr"/>
            <a:r>
              <a:rPr lang="es-CO" sz="1200" i="1" dirty="0"/>
              <a:t>Alto </a:t>
            </a:r>
            <a:r>
              <a:rPr lang="es-CO" sz="1200" i="1" dirty="0" err="1"/>
              <a:t>bias</a:t>
            </a:r>
            <a:r>
              <a:rPr lang="es-CO" sz="1200" i="1" dirty="0"/>
              <a:t> = el modelo es demasiado rígido para aprender el patrón. </a:t>
            </a:r>
          </a:p>
          <a:p>
            <a:pPr algn="ctr"/>
            <a:endParaRPr lang="es-CO" sz="1200" i="1" dirty="0"/>
          </a:p>
          <a:p>
            <a:pPr algn="ctr"/>
            <a:r>
              <a:rPr lang="es-CO" sz="1200" i="1" dirty="0"/>
              <a:t>Alta </a:t>
            </a:r>
            <a:r>
              <a:rPr lang="es-CO" sz="1200" i="1" dirty="0" err="1"/>
              <a:t>variance</a:t>
            </a:r>
            <a:r>
              <a:rPr lang="es-CO" sz="1200" i="1" dirty="0"/>
              <a:t> = el modelo es demasiado flexible y aprende hasta el ruido.</a:t>
            </a:r>
          </a:p>
          <a:p>
            <a:pPr algn="ctr"/>
            <a:endParaRPr lang="es-CO" sz="1200" dirty="0"/>
          </a:p>
          <a:p>
            <a:pPr algn="ctr"/>
            <a:r>
              <a:rPr lang="es-CO" sz="1200" i="1" dirty="0"/>
              <a:t>El objetivo no es eliminar ambos, sino encontrar el punto que minimiza la suma de los dos: el "</a:t>
            </a:r>
            <a:r>
              <a:rPr lang="es-CO" sz="1200" i="1" dirty="0" err="1"/>
              <a:t>trade</a:t>
            </a:r>
            <a:r>
              <a:rPr lang="es-CO" sz="1200" i="1" dirty="0"/>
              <a:t>-off" </a:t>
            </a:r>
            <a:r>
              <a:rPr lang="es-CO" sz="1200" i="1" dirty="0" err="1"/>
              <a:t>bias-variance</a:t>
            </a:r>
            <a:r>
              <a:rPr lang="es-CO" sz="1200" i="1" dirty="0"/>
              <a:t>.</a:t>
            </a:r>
            <a:endParaRPr lang="es-CO" sz="1200" dirty="0"/>
          </a:p>
        </p:txBody>
      </p:sp>
      <p:pic>
        <p:nvPicPr>
          <p:cNvPr id="2" name="Picture 1" descr="Overfitting and Underfitting in Machine Learning | upGrad">
            <a:extLst>
              <a:ext uri="{FF2B5EF4-FFF2-40B4-BE49-F238E27FC236}">
                <a16:creationId xmlns:a16="http://schemas.microsoft.com/office/drawing/2014/main" id="{60EC405A-E62C-4323-FE7B-A6F2B55CE52D}"/>
              </a:ext>
            </a:extLst>
          </p:cNvPr>
          <p:cNvPicPr>
            <a:picLocks noChangeAspect="1"/>
          </p:cNvPicPr>
          <p:nvPr/>
        </p:nvPicPr>
        <p:blipFill>
          <a:blip r:embed="rId2"/>
          <a:stretch>
            <a:fillRect/>
          </a:stretch>
        </p:blipFill>
        <p:spPr>
          <a:xfrm>
            <a:off x="5994557" y="88623"/>
            <a:ext cx="5114925" cy="3409950"/>
          </a:xfrm>
          <a:prstGeom prst="rect">
            <a:avLst/>
          </a:prstGeom>
        </p:spPr>
      </p:pic>
      <p:pic>
        <p:nvPicPr>
          <p:cNvPr id="4" name="Picture 3" descr="Are Your Machine Learning Models Making These Common Mistakes? Learn How to  Avoid Overfitting and Underfitting">
            <a:extLst>
              <a:ext uri="{FF2B5EF4-FFF2-40B4-BE49-F238E27FC236}">
                <a16:creationId xmlns:a16="http://schemas.microsoft.com/office/drawing/2014/main" id="{00F45659-80C4-14B5-A7CC-0B1F8952C842}"/>
              </a:ext>
            </a:extLst>
          </p:cNvPr>
          <p:cNvPicPr>
            <a:picLocks noChangeAspect="1"/>
          </p:cNvPicPr>
          <p:nvPr/>
        </p:nvPicPr>
        <p:blipFill>
          <a:blip r:embed="rId3"/>
          <a:stretch>
            <a:fillRect/>
          </a:stretch>
        </p:blipFill>
        <p:spPr>
          <a:xfrm>
            <a:off x="6549887" y="3429000"/>
            <a:ext cx="4004266" cy="3003199"/>
          </a:xfrm>
          <a:prstGeom prst="rect">
            <a:avLst/>
          </a:prstGeom>
        </p:spPr>
      </p:pic>
      <p:graphicFrame>
        <p:nvGraphicFramePr>
          <p:cNvPr id="6" name="Table 5">
            <a:extLst>
              <a:ext uri="{FF2B5EF4-FFF2-40B4-BE49-F238E27FC236}">
                <a16:creationId xmlns:a16="http://schemas.microsoft.com/office/drawing/2014/main" id="{6D93DB04-1783-3B14-636C-490A336D9C05}"/>
              </a:ext>
            </a:extLst>
          </p:cNvPr>
          <p:cNvGraphicFramePr>
            <a:graphicFrameLocks noGrp="1"/>
          </p:cNvGraphicFramePr>
          <p:nvPr>
            <p:extLst>
              <p:ext uri="{D42A27DB-BD31-4B8C-83A1-F6EECF244321}">
                <p14:modId xmlns:p14="http://schemas.microsoft.com/office/powerpoint/2010/main" val="3614114676"/>
              </p:ext>
            </p:extLst>
          </p:nvPr>
        </p:nvGraphicFramePr>
        <p:xfrm>
          <a:off x="1174897" y="1284598"/>
          <a:ext cx="3781416" cy="1219200"/>
        </p:xfrm>
        <a:graphic>
          <a:graphicData uri="http://schemas.openxmlformats.org/drawingml/2006/table">
            <a:tbl>
              <a:tblPr>
                <a:tableStyleId>{22838BEF-8BB2-4498-84A7-C5851F593DF1}</a:tableStyleId>
              </a:tblPr>
              <a:tblGrid>
                <a:gridCol w="1719598">
                  <a:extLst>
                    <a:ext uri="{9D8B030D-6E8A-4147-A177-3AD203B41FA5}">
                      <a16:colId xmlns:a16="http://schemas.microsoft.com/office/drawing/2014/main" val="3339720022"/>
                    </a:ext>
                  </a:extLst>
                </a:gridCol>
                <a:gridCol w="1130897">
                  <a:extLst>
                    <a:ext uri="{9D8B030D-6E8A-4147-A177-3AD203B41FA5}">
                      <a16:colId xmlns:a16="http://schemas.microsoft.com/office/drawing/2014/main" val="2215021383"/>
                    </a:ext>
                  </a:extLst>
                </a:gridCol>
                <a:gridCol w="930921">
                  <a:extLst>
                    <a:ext uri="{9D8B030D-6E8A-4147-A177-3AD203B41FA5}">
                      <a16:colId xmlns:a16="http://schemas.microsoft.com/office/drawing/2014/main" val="3894874882"/>
                    </a:ext>
                  </a:extLst>
                </a:gridCol>
              </a:tblGrid>
              <a:tr h="0">
                <a:tc>
                  <a:txBody>
                    <a:bodyPr/>
                    <a:lstStyle/>
                    <a:p>
                      <a:pPr algn="ctr">
                        <a:buNone/>
                      </a:pPr>
                      <a:endParaRPr lang="es-CO"/>
                    </a:p>
                  </a:txBody>
                  <a:tcPr anchor="ctr"/>
                </a:tc>
                <a:tc>
                  <a:txBody>
                    <a:bodyPr/>
                    <a:lstStyle/>
                    <a:p>
                      <a:pPr algn="ctr">
                        <a:buNone/>
                      </a:pPr>
                      <a:r>
                        <a:rPr lang="es-CO" b="1" dirty="0"/>
                        <a:t>Bias</a:t>
                      </a:r>
                    </a:p>
                  </a:txBody>
                  <a:tcPr anchor="ctr"/>
                </a:tc>
                <a:tc>
                  <a:txBody>
                    <a:bodyPr/>
                    <a:lstStyle/>
                    <a:p>
                      <a:pPr algn="ctr">
                        <a:buNone/>
                      </a:pPr>
                      <a:r>
                        <a:rPr lang="es-CO" b="1" dirty="0" err="1"/>
                        <a:t>Variance</a:t>
                      </a:r>
                      <a:endParaRPr lang="es-CO" b="1" dirty="0"/>
                    </a:p>
                  </a:txBody>
                  <a:tcPr anchor="ctr"/>
                </a:tc>
                <a:extLst>
                  <a:ext uri="{0D108BD9-81ED-4DB2-BD59-A6C34878D82A}">
                    <a16:rowId xmlns:a16="http://schemas.microsoft.com/office/drawing/2014/main" val="204745705"/>
                  </a:ext>
                </a:extLst>
              </a:tr>
              <a:tr h="0">
                <a:tc>
                  <a:txBody>
                    <a:bodyPr/>
                    <a:lstStyle/>
                    <a:p>
                      <a:pPr algn="ctr">
                        <a:buNone/>
                      </a:pPr>
                      <a:r>
                        <a:rPr lang="es-CO" b="1"/>
                        <a:t>Underfitting</a:t>
                      </a:r>
                      <a:endParaRPr lang="es-CO"/>
                    </a:p>
                  </a:txBody>
                  <a:tcPr anchor="ctr"/>
                </a:tc>
                <a:tc>
                  <a:txBody>
                    <a:bodyPr/>
                    <a:lstStyle/>
                    <a:p>
                      <a:pPr algn="ctr">
                        <a:buNone/>
                      </a:pPr>
                      <a:r>
                        <a:rPr lang="es-CO" dirty="0"/>
                        <a:t>Alto</a:t>
                      </a:r>
                    </a:p>
                  </a:txBody>
                  <a:tcPr anchor="ctr"/>
                </a:tc>
                <a:tc>
                  <a:txBody>
                    <a:bodyPr/>
                    <a:lstStyle/>
                    <a:p>
                      <a:pPr algn="ctr">
                        <a:buNone/>
                      </a:pPr>
                      <a:r>
                        <a:rPr lang="es-CO"/>
                        <a:t>Bajo</a:t>
                      </a:r>
                    </a:p>
                  </a:txBody>
                  <a:tcPr anchor="ctr"/>
                </a:tc>
                <a:extLst>
                  <a:ext uri="{0D108BD9-81ED-4DB2-BD59-A6C34878D82A}">
                    <a16:rowId xmlns:a16="http://schemas.microsoft.com/office/drawing/2014/main" val="498172097"/>
                  </a:ext>
                </a:extLst>
              </a:tr>
              <a:tr h="0">
                <a:tc>
                  <a:txBody>
                    <a:bodyPr/>
                    <a:lstStyle/>
                    <a:p>
                      <a:pPr algn="ctr">
                        <a:buNone/>
                      </a:pPr>
                      <a:r>
                        <a:rPr lang="es-CO" b="1"/>
                        <a:t>Buen ajuste</a:t>
                      </a:r>
                      <a:endParaRPr lang="es-CO"/>
                    </a:p>
                  </a:txBody>
                  <a:tcPr anchor="ctr"/>
                </a:tc>
                <a:tc>
                  <a:txBody>
                    <a:bodyPr/>
                    <a:lstStyle/>
                    <a:p>
                      <a:pPr algn="ctr">
                        <a:buNone/>
                      </a:pPr>
                      <a:r>
                        <a:rPr lang="es-CO" dirty="0"/>
                        <a:t>Bajo</a:t>
                      </a:r>
                    </a:p>
                  </a:txBody>
                  <a:tcPr anchor="ctr"/>
                </a:tc>
                <a:tc>
                  <a:txBody>
                    <a:bodyPr/>
                    <a:lstStyle/>
                    <a:p>
                      <a:pPr algn="ctr">
                        <a:buNone/>
                      </a:pPr>
                      <a:r>
                        <a:rPr lang="es-CO"/>
                        <a:t>Bajo</a:t>
                      </a:r>
                    </a:p>
                  </a:txBody>
                  <a:tcPr anchor="ctr"/>
                </a:tc>
                <a:extLst>
                  <a:ext uri="{0D108BD9-81ED-4DB2-BD59-A6C34878D82A}">
                    <a16:rowId xmlns:a16="http://schemas.microsoft.com/office/drawing/2014/main" val="1930602548"/>
                  </a:ext>
                </a:extLst>
              </a:tr>
              <a:tr h="0">
                <a:tc>
                  <a:txBody>
                    <a:bodyPr/>
                    <a:lstStyle/>
                    <a:p>
                      <a:pPr algn="ctr">
                        <a:buNone/>
                      </a:pPr>
                      <a:r>
                        <a:rPr lang="es-CO" b="1"/>
                        <a:t>Overfitting</a:t>
                      </a:r>
                      <a:endParaRPr lang="es-CO"/>
                    </a:p>
                  </a:txBody>
                  <a:tcPr anchor="ctr"/>
                </a:tc>
                <a:tc>
                  <a:txBody>
                    <a:bodyPr/>
                    <a:lstStyle/>
                    <a:p>
                      <a:pPr algn="ctr">
                        <a:buNone/>
                      </a:pPr>
                      <a:r>
                        <a:rPr lang="es-CO" dirty="0"/>
                        <a:t>Bajo</a:t>
                      </a:r>
                    </a:p>
                  </a:txBody>
                  <a:tcPr anchor="ctr"/>
                </a:tc>
                <a:tc>
                  <a:txBody>
                    <a:bodyPr/>
                    <a:lstStyle/>
                    <a:p>
                      <a:pPr algn="ctr">
                        <a:buNone/>
                      </a:pPr>
                      <a:r>
                        <a:rPr lang="es-CO" dirty="0"/>
                        <a:t>Alto</a:t>
                      </a:r>
                    </a:p>
                  </a:txBody>
                  <a:tcPr anchor="ctr"/>
                </a:tc>
                <a:extLst>
                  <a:ext uri="{0D108BD9-81ED-4DB2-BD59-A6C34878D82A}">
                    <a16:rowId xmlns:a16="http://schemas.microsoft.com/office/drawing/2014/main" val="3183413477"/>
                  </a:ext>
                </a:extLst>
              </a:tr>
            </a:tbl>
          </a:graphicData>
        </a:graphic>
      </p:graphicFrame>
    </p:spTree>
    <p:extLst>
      <p:ext uri="{BB962C8B-B14F-4D97-AF65-F5344CB8AC3E}">
        <p14:creationId xmlns:p14="http://schemas.microsoft.com/office/powerpoint/2010/main" val="14984571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6884EBF-40B5-14AF-2CEB-52EDB527FA18}"/>
            </a:ext>
          </a:extLst>
        </p:cNvPr>
        <p:cNvGrpSpPr/>
        <p:nvPr/>
      </p:nvGrpSpPr>
      <p:grpSpPr>
        <a:xfrm>
          <a:off x="0" y="0"/>
          <a:ext cx="0" cy="0"/>
          <a:chOff x="0" y="0"/>
          <a:chExt cx="0" cy="0"/>
        </a:xfrm>
      </p:grpSpPr>
      <p:pic>
        <p:nvPicPr>
          <p:cNvPr id="4" name="Picture 3" descr="Overfitting and Underfitting Principles | Towards Data Science">
            <a:extLst>
              <a:ext uri="{FF2B5EF4-FFF2-40B4-BE49-F238E27FC236}">
                <a16:creationId xmlns:a16="http://schemas.microsoft.com/office/drawing/2014/main" id="{57DB12FF-B407-641A-1DE5-A20BB0E271DD}"/>
              </a:ext>
            </a:extLst>
          </p:cNvPr>
          <p:cNvPicPr>
            <a:picLocks noChangeAspect="1"/>
          </p:cNvPicPr>
          <p:nvPr/>
        </p:nvPicPr>
        <p:blipFill>
          <a:blip r:embed="rId2"/>
          <a:stretch>
            <a:fillRect/>
          </a:stretch>
        </p:blipFill>
        <p:spPr>
          <a:xfrm>
            <a:off x="2956952" y="857250"/>
            <a:ext cx="6278096" cy="5143500"/>
          </a:xfrm>
          <a:prstGeom prst="rect">
            <a:avLst/>
          </a:prstGeom>
        </p:spPr>
      </p:pic>
    </p:spTree>
    <p:extLst>
      <p:ext uri="{BB962C8B-B14F-4D97-AF65-F5344CB8AC3E}">
        <p14:creationId xmlns:p14="http://schemas.microsoft.com/office/powerpoint/2010/main" val="27399992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351C26C-FCB5-6F53-95F6-6BB34D60642A}"/>
            </a:ext>
          </a:extLst>
        </p:cNvPr>
        <p:cNvGrpSpPr/>
        <p:nvPr/>
      </p:nvGrpSpPr>
      <p:grpSpPr>
        <a:xfrm>
          <a:off x="0" y="0"/>
          <a:ext cx="0" cy="0"/>
          <a:chOff x="0" y="0"/>
          <a:chExt cx="0" cy="0"/>
        </a:xfrm>
      </p:grpSpPr>
      <p:pic>
        <p:nvPicPr>
          <p:cNvPr id="3" name="Picture 2" descr="What is Underfitting? - AIML.com">
            <a:extLst>
              <a:ext uri="{FF2B5EF4-FFF2-40B4-BE49-F238E27FC236}">
                <a16:creationId xmlns:a16="http://schemas.microsoft.com/office/drawing/2014/main" id="{7AF9FBAE-97FE-83DC-6E24-16096D6CA8ED}"/>
              </a:ext>
            </a:extLst>
          </p:cNvPr>
          <p:cNvPicPr>
            <a:picLocks noChangeAspect="1"/>
          </p:cNvPicPr>
          <p:nvPr/>
        </p:nvPicPr>
        <p:blipFill>
          <a:blip r:embed="rId2"/>
          <a:stretch>
            <a:fillRect/>
          </a:stretch>
        </p:blipFill>
        <p:spPr>
          <a:xfrm>
            <a:off x="3527501" y="857250"/>
            <a:ext cx="5136997" cy="5143500"/>
          </a:xfrm>
          <a:prstGeom prst="rect">
            <a:avLst/>
          </a:prstGeom>
        </p:spPr>
      </p:pic>
    </p:spTree>
    <p:extLst>
      <p:ext uri="{BB962C8B-B14F-4D97-AF65-F5344CB8AC3E}">
        <p14:creationId xmlns:p14="http://schemas.microsoft.com/office/powerpoint/2010/main" val="29383041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67"/>
        <p:cNvGrpSpPr/>
        <p:nvPr/>
      </p:nvGrpSpPr>
      <p:grpSpPr>
        <a:xfrm>
          <a:off x="0" y="0"/>
          <a:ext cx="0" cy="0"/>
          <a:chOff x="0" y="0"/>
          <a:chExt cx="0" cy="0"/>
        </a:xfrm>
      </p:grpSpPr>
      <p:sp>
        <p:nvSpPr>
          <p:cNvPr id="4" name="Rectangle 3">
            <a:extLst>
              <a:ext uri="{FF2B5EF4-FFF2-40B4-BE49-F238E27FC236}">
                <a16:creationId xmlns:a16="http://schemas.microsoft.com/office/drawing/2014/main" id="{27AC3401-1126-C841-57F2-63CC5ECCA87E}"/>
              </a:ext>
            </a:extLst>
          </p:cNvPr>
          <p:cNvSpPr/>
          <p:nvPr/>
        </p:nvSpPr>
        <p:spPr>
          <a:xfrm>
            <a:off x="6433930" y="5897217"/>
            <a:ext cx="5758070" cy="960783"/>
          </a:xfrm>
          <a:prstGeom prst="rect">
            <a:avLst/>
          </a:prstGeom>
          <a:solidFill>
            <a:srgbClr val="F3F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868" name="Google Shape;868;p94"/>
          <p:cNvSpPr/>
          <p:nvPr/>
        </p:nvSpPr>
        <p:spPr>
          <a:xfrm>
            <a:off x="378068" y="343486"/>
            <a:ext cx="11438793" cy="1844256"/>
          </a:xfrm>
          <a:prstGeom prst="rect">
            <a:avLst/>
          </a:prstGeom>
          <a:solidFill>
            <a:srgbClr val="404040"/>
          </a:solidFill>
          <a:ln w="127000" cap="sq" cmpd="thinThick">
            <a:solidFill>
              <a:srgbClr val="4040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869" name="Google Shape;869;p94"/>
          <p:cNvSpPr txBox="1">
            <a:spLocks noGrp="1"/>
          </p:cNvSpPr>
          <p:nvPr>
            <p:ph type="title"/>
          </p:nvPr>
        </p:nvSpPr>
        <p:spPr>
          <a:xfrm>
            <a:off x="526073" y="466578"/>
            <a:ext cx="11139854" cy="93044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FFFFFF"/>
              </a:buClr>
              <a:buSzPts val="3400"/>
              <a:buFont typeface="Calibri"/>
              <a:buNone/>
            </a:pPr>
            <a:r>
              <a:rPr lang="es-CO" sz="3400" dirty="0">
                <a:solidFill>
                  <a:srgbClr val="FFFFFF"/>
                </a:solidFill>
                <a:latin typeface="Calibri"/>
                <a:ea typeface="Calibri"/>
                <a:cs typeface="Calibri"/>
                <a:sym typeface="Calibri"/>
              </a:rPr>
              <a:t>Ridge y Lasso</a:t>
            </a:r>
            <a:endParaRPr dirty="0"/>
          </a:p>
        </p:txBody>
      </p:sp>
      <p:cxnSp>
        <p:nvCxnSpPr>
          <p:cNvPr id="870" name="Google Shape;870;p94"/>
          <p:cNvCxnSpPr/>
          <p:nvPr/>
        </p:nvCxnSpPr>
        <p:spPr>
          <a:xfrm>
            <a:off x="2209800" y="1448631"/>
            <a:ext cx="7772400" cy="0"/>
          </a:xfrm>
          <a:prstGeom prst="straightConnector1">
            <a:avLst/>
          </a:prstGeom>
          <a:noFill/>
          <a:ln w="22225" cap="flat" cmpd="sng">
            <a:solidFill>
              <a:srgbClr val="D9D9D9"/>
            </a:solidFill>
            <a:prstDash val="solid"/>
            <a:miter lim="800000"/>
            <a:headEnd type="none" w="sm" len="sm"/>
            <a:tailEnd type="none" w="sm" len="sm"/>
          </a:ln>
        </p:spPr>
      </p:cxnSp>
      <p:sp>
        <p:nvSpPr>
          <p:cNvPr id="3" name="CuadroTexto 2">
            <a:extLst>
              <a:ext uri="{FF2B5EF4-FFF2-40B4-BE49-F238E27FC236}">
                <a16:creationId xmlns:a16="http://schemas.microsoft.com/office/drawing/2014/main" id="{B5787602-AE1C-9EAF-7964-30B504F2E185}"/>
              </a:ext>
            </a:extLst>
          </p:cNvPr>
          <p:cNvSpPr txBox="1"/>
          <p:nvPr/>
        </p:nvSpPr>
        <p:spPr>
          <a:xfrm>
            <a:off x="1051169" y="2543568"/>
            <a:ext cx="10089661" cy="1200329"/>
          </a:xfrm>
          <a:prstGeom prst="rect">
            <a:avLst/>
          </a:prstGeom>
          <a:noFill/>
        </p:spPr>
        <p:txBody>
          <a:bodyPr wrap="square">
            <a:spAutoFit/>
          </a:bodyPr>
          <a:lstStyle/>
          <a:p>
            <a:pPr algn="ctr"/>
            <a:r>
              <a:rPr lang="es-ES" sz="1800" dirty="0">
                <a:latin typeface="Aptos" panose="020B0004020202020204" pitchFamily="34" charset="0"/>
              </a:rPr>
              <a:t>En la jerga del aprendizaje automático, la diferencia en el ajuste entre el entrenamiento y la prueba se llama varianza. En el aprendizaje automático, el algoritmo ideal debe tener un sesgo bajo y debe poder aproximarse con precisión a la verdadera relación. Dos métodos comúnmente utilizados para encontrar el mejor entre lo simple y lo complicado son: regularización L1 y L2.</a:t>
            </a:r>
            <a:endParaRPr lang="es-CO" sz="1800" dirty="0">
              <a:latin typeface="Aptos" panose="020B0004020202020204" pitchFamily="34" charset="0"/>
            </a:endParaRPr>
          </a:p>
        </p:txBody>
      </p:sp>
      <p:pic>
        <p:nvPicPr>
          <p:cNvPr id="2" name="Picture 2" descr="Lasso vs Ridge vs Elastic Net | ML - GeeksforGeeks">
            <a:extLst>
              <a:ext uri="{FF2B5EF4-FFF2-40B4-BE49-F238E27FC236}">
                <a16:creationId xmlns:a16="http://schemas.microsoft.com/office/drawing/2014/main" id="{71834D58-4F0C-0247-A86B-6A3767314F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83005" y="3924797"/>
            <a:ext cx="6025988" cy="24971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32755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67"/>
        <p:cNvGrpSpPr/>
        <p:nvPr/>
      </p:nvGrpSpPr>
      <p:grpSpPr>
        <a:xfrm>
          <a:off x="0" y="0"/>
          <a:ext cx="0" cy="0"/>
          <a:chOff x="0" y="0"/>
          <a:chExt cx="0" cy="0"/>
        </a:xfrm>
      </p:grpSpPr>
      <p:sp>
        <p:nvSpPr>
          <p:cNvPr id="4" name="Rectangle 3">
            <a:extLst>
              <a:ext uri="{FF2B5EF4-FFF2-40B4-BE49-F238E27FC236}">
                <a16:creationId xmlns:a16="http://schemas.microsoft.com/office/drawing/2014/main" id="{37DA108D-9F37-CF9C-A09A-8443B1BEC364}"/>
              </a:ext>
            </a:extLst>
          </p:cNvPr>
          <p:cNvSpPr/>
          <p:nvPr/>
        </p:nvSpPr>
        <p:spPr>
          <a:xfrm>
            <a:off x="6433930" y="5897217"/>
            <a:ext cx="5758070" cy="960783"/>
          </a:xfrm>
          <a:prstGeom prst="rect">
            <a:avLst/>
          </a:prstGeom>
          <a:solidFill>
            <a:srgbClr val="F3F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868" name="Google Shape;868;p94"/>
          <p:cNvSpPr/>
          <p:nvPr/>
        </p:nvSpPr>
        <p:spPr>
          <a:xfrm>
            <a:off x="378068" y="343486"/>
            <a:ext cx="11438793" cy="1844256"/>
          </a:xfrm>
          <a:prstGeom prst="rect">
            <a:avLst/>
          </a:prstGeom>
          <a:solidFill>
            <a:srgbClr val="404040"/>
          </a:solidFill>
          <a:ln w="127000" cap="sq" cmpd="thinThick">
            <a:solidFill>
              <a:srgbClr val="4040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869" name="Google Shape;869;p94"/>
          <p:cNvSpPr txBox="1">
            <a:spLocks noGrp="1"/>
          </p:cNvSpPr>
          <p:nvPr>
            <p:ph type="title"/>
          </p:nvPr>
        </p:nvSpPr>
        <p:spPr>
          <a:xfrm>
            <a:off x="526073" y="466578"/>
            <a:ext cx="11139854" cy="93044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FFFFFF"/>
              </a:buClr>
              <a:buSzPts val="3400"/>
              <a:buFont typeface="Calibri"/>
              <a:buNone/>
            </a:pPr>
            <a:r>
              <a:rPr lang="es-CO" sz="3400" dirty="0">
                <a:solidFill>
                  <a:srgbClr val="FFFFFF"/>
                </a:solidFill>
                <a:latin typeface="Calibri"/>
                <a:ea typeface="Calibri"/>
                <a:cs typeface="Calibri"/>
                <a:sym typeface="Calibri"/>
              </a:rPr>
              <a:t>L2 Ridge </a:t>
            </a:r>
            <a:r>
              <a:rPr lang="es-CO" sz="3400" dirty="0" err="1">
                <a:solidFill>
                  <a:srgbClr val="FFFFFF"/>
                </a:solidFill>
                <a:latin typeface="Calibri"/>
                <a:ea typeface="Calibri"/>
                <a:cs typeface="Calibri"/>
                <a:sym typeface="Calibri"/>
              </a:rPr>
              <a:t>Regression</a:t>
            </a:r>
            <a:endParaRPr dirty="0"/>
          </a:p>
        </p:txBody>
      </p:sp>
      <p:cxnSp>
        <p:nvCxnSpPr>
          <p:cNvPr id="870" name="Google Shape;870;p94"/>
          <p:cNvCxnSpPr/>
          <p:nvPr/>
        </p:nvCxnSpPr>
        <p:spPr>
          <a:xfrm>
            <a:off x="2209800" y="1448631"/>
            <a:ext cx="7772400" cy="0"/>
          </a:xfrm>
          <a:prstGeom prst="straightConnector1">
            <a:avLst/>
          </a:prstGeom>
          <a:noFill/>
          <a:ln w="22225" cap="flat" cmpd="sng">
            <a:solidFill>
              <a:srgbClr val="D9D9D9"/>
            </a:solidFill>
            <a:prstDash val="solid"/>
            <a:miter lim="800000"/>
            <a:headEnd type="none" w="sm" len="sm"/>
            <a:tailEnd type="none" w="sm" len="sm"/>
          </a:ln>
        </p:spPr>
      </p:cxnSp>
      <p:sp>
        <p:nvSpPr>
          <p:cNvPr id="3" name="CuadroTexto 2">
            <a:extLst>
              <a:ext uri="{FF2B5EF4-FFF2-40B4-BE49-F238E27FC236}">
                <a16:creationId xmlns:a16="http://schemas.microsoft.com/office/drawing/2014/main" id="{B5787602-AE1C-9EAF-7964-30B504F2E185}"/>
              </a:ext>
            </a:extLst>
          </p:cNvPr>
          <p:cNvSpPr txBox="1"/>
          <p:nvPr/>
        </p:nvSpPr>
        <p:spPr>
          <a:xfrm>
            <a:off x="378069" y="2543568"/>
            <a:ext cx="11287858" cy="1077218"/>
          </a:xfrm>
          <a:prstGeom prst="rect">
            <a:avLst/>
          </a:prstGeom>
          <a:noFill/>
        </p:spPr>
        <p:txBody>
          <a:bodyPr wrap="square">
            <a:spAutoFit/>
          </a:bodyPr>
          <a:lstStyle/>
          <a:p>
            <a:pPr algn="ctr"/>
            <a:r>
              <a:rPr lang="es-ES" sz="1600" dirty="0">
                <a:latin typeface="Aptos" panose="020B0004020202020204" pitchFamily="34" charset="0"/>
              </a:rPr>
              <a:t>Es un método de regularización para reducir el sobreajuste. Intentamos utilizar una línea de tendencia que se </a:t>
            </a:r>
            <a:r>
              <a:rPr lang="es-ES" sz="1600" dirty="0" err="1">
                <a:latin typeface="Aptos" panose="020B0004020202020204" pitchFamily="34" charset="0"/>
              </a:rPr>
              <a:t>sobreajusta</a:t>
            </a:r>
            <a:r>
              <a:rPr lang="es-ES" sz="1600" dirty="0">
                <a:latin typeface="Aptos" panose="020B0004020202020204" pitchFamily="34" charset="0"/>
              </a:rPr>
              <a:t> a los datos de entrenamiento y, por lo tanto, tiene una varianza mucho mayor que la de MCO (Mínimos Cuadrados Ordinarios). La idea principal de la regresión de cresta es ajustar una nueva línea que no se ajuste a los datos de entrenamiento. En otras palabras, introducimos una cierta cantidad de sesgo en la nueva línea de tendencia.</a:t>
            </a:r>
            <a:endParaRPr lang="es-CO" sz="1600" dirty="0">
              <a:latin typeface="Aptos" panose="020B0004020202020204" pitchFamily="34" charset="0"/>
            </a:endParaRPr>
          </a:p>
        </p:txBody>
      </p:sp>
      <p:pic>
        <p:nvPicPr>
          <p:cNvPr id="7170" name="Picture 2">
            <a:extLst>
              <a:ext uri="{FF2B5EF4-FFF2-40B4-BE49-F238E27FC236}">
                <a16:creationId xmlns:a16="http://schemas.microsoft.com/office/drawing/2014/main" id="{D0EA6D21-C9A1-B7AA-9452-5A1BFDAC98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7702" y="3778957"/>
            <a:ext cx="7356595" cy="30790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26983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867"/>
        <p:cNvGrpSpPr/>
        <p:nvPr/>
      </p:nvGrpSpPr>
      <p:grpSpPr>
        <a:xfrm>
          <a:off x="0" y="0"/>
          <a:ext cx="0" cy="0"/>
          <a:chOff x="0" y="0"/>
          <a:chExt cx="0" cy="0"/>
        </a:xfrm>
      </p:grpSpPr>
      <p:sp>
        <p:nvSpPr>
          <p:cNvPr id="4" name="Rectangle 3">
            <a:extLst>
              <a:ext uri="{FF2B5EF4-FFF2-40B4-BE49-F238E27FC236}">
                <a16:creationId xmlns:a16="http://schemas.microsoft.com/office/drawing/2014/main" id="{F984EC40-99B0-708F-B019-1AF97A4CB147}"/>
              </a:ext>
            </a:extLst>
          </p:cNvPr>
          <p:cNvSpPr/>
          <p:nvPr/>
        </p:nvSpPr>
        <p:spPr>
          <a:xfrm>
            <a:off x="6433930" y="5897217"/>
            <a:ext cx="5758070" cy="960783"/>
          </a:xfrm>
          <a:prstGeom prst="rect">
            <a:avLst/>
          </a:prstGeom>
          <a:solidFill>
            <a:srgbClr val="F3F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868" name="Google Shape;868;p94"/>
          <p:cNvSpPr/>
          <p:nvPr/>
        </p:nvSpPr>
        <p:spPr>
          <a:xfrm>
            <a:off x="378068" y="343486"/>
            <a:ext cx="11438793" cy="1844256"/>
          </a:xfrm>
          <a:prstGeom prst="rect">
            <a:avLst/>
          </a:prstGeom>
          <a:solidFill>
            <a:srgbClr val="404040"/>
          </a:solidFill>
          <a:ln w="127000" cap="sq" cmpd="thinThick">
            <a:solidFill>
              <a:srgbClr val="4040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869" name="Google Shape;869;p94"/>
          <p:cNvSpPr txBox="1">
            <a:spLocks noGrp="1"/>
          </p:cNvSpPr>
          <p:nvPr>
            <p:ph type="title"/>
          </p:nvPr>
        </p:nvSpPr>
        <p:spPr>
          <a:xfrm>
            <a:off x="526073" y="466578"/>
            <a:ext cx="11139854" cy="93044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FFFFFF"/>
              </a:buClr>
              <a:buSzPts val="3400"/>
              <a:buFont typeface="Calibri"/>
              <a:buNone/>
            </a:pPr>
            <a:r>
              <a:rPr lang="es-CO" sz="3400" dirty="0">
                <a:solidFill>
                  <a:srgbClr val="FFFFFF"/>
                </a:solidFill>
                <a:latin typeface="Calibri"/>
                <a:ea typeface="Calibri"/>
                <a:cs typeface="Calibri"/>
                <a:sym typeface="Calibri"/>
              </a:rPr>
              <a:t>L2 Ridge </a:t>
            </a:r>
            <a:r>
              <a:rPr lang="es-CO" sz="3400" dirty="0" err="1">
                <a:solidFill>
                  <a:srgbClr val="FFFFFF"/>
                </a:solidFill>
                <a:latin typeface="Calibri"/>
                <a:ea typeface="Calibri"/>
                <a:cs typeface="Calibri"/>
                <a:sym typeface="Calibri"/>
              </a:rPr>
              <a:t>Regression</a:t>
            </a:r>
            <a:endParaRPr dirty="0"/>
          </a:p>
        </p:txBody>
      </p:sp>
      <p:cxnSp>
        <p:nvCxnSpPr>
          <p:cNvPr id="870" name="Google Shape;870;p94"/>
          <p:cNvCxnSpPr/>
          <p:nvPr/>
        </p:nvCxnSpPr>
        <p:spPr>
          <a:xfrm>
            <a:off x="2209800" y="1448631"/>
            <a:ext cx="7772400" cy="0"/>
          </a:xfrm>
          <a:prstGeom prst="straightConnector1">
            <a:avLst/>
          </a:prstGeom>
          <a:noFill/>
          <a:ln w="22225" cap="flat" cmpd="sng">
            <a:solidFill>
              <a:srgbClr val="D9D9D9"/>
            </a:solidFill>
            <a:prstDash val="solid"/>
            <a:miter lim="800000"/>
            <a:headEnd type="none" w="sm" len="sm"/>
            <a:tailEnd type="none" w="sm" len="sm"/>
          </a:ln>
        </p:spPr>
      </p:cxnSp>
      <p:sp>
        <p:nvSpPr>
          <p:cNvPr id="3" name="CuadroTexto 2">
            <a:extLst>
              <a:ext uri="{FF2B5EF4-FFF2-40B4-BE49-F238E27FC236}">
                <a16:creationId xmlns:a16="http://schemas.microsoft.com/office/drawing/2014/main" id="{B5787602-AE1C-9EAF-7964-30B504F2E185}"/>
              </a:ext>
            </a:extLst>
          </p:cNvPr>
          <p:cNvSpPr txBox="1"/>
          <p:nvPr/>
        </p:nvSpPr>
        <p:spPr>
          <a:xfrm>
            <a:off x="378069" y="2543568"/>
            <a:ext cx="11287858" cy="1569660"/>
          </a:xfrm>
          <a:prstGeom prst="rect">
            <a:avLst/>
          </a:prstGeom>
          <a:noFill/>
        </p:spPr>
        <p:txBody>
          <a:bodyPr wrap="square">
            <a:spAutoFit/>
          </a:bodyPr>
          <a:lstStyle/>
          <a:p>
            <a:pPr algn="ctr"/>
            <a:r>
              <a:rPr lang="es-ES" sz="1600" dirty="0">
                <a:latin typeface="Aptos" panose="020B0004020202020204" pitchFamily="34" charset="0"/>
              </a:rPr>
              <a:t>Lo que hacemos en la práctica es introducir un sesgo que llamamos Lambda, y la función de penalización es: </a:t>
            </a:r>
          </a:p>
          <a:p>
            <a:pPr algn="ctr"/>
            <a:r>
              <a:rPr lang="es-ES" sz="1600" dirty="0">
                <a:latin typeface="Aptos" panose="020B0004020202020204" pitchFamily="34" charset="0"/>
              </a:rPr>
              <a:t>lambda*pendiente^2.</a:t>
            </a:r>
          </a:p>
          <a:p>
            <a:pPr algn="ctr"/>
            <a:endParaRPr lang="es-ES" sz="1600" dirty="0">
              <a:latin typeface="Aptos" panose="020B0004020202020204" pitchFamily="34" charset="0"/>
            </a:endParaRPr>
          </a:p>
          <a:p>
            <a:pPr algn="ctr"/>
            <a:r>
              <a:rPr lang="es-ES" sz="1600" dirty="0">
                <a:latin typeface="Aptos" panose="020B0004020202020204" pitchFamily="34" charset="0"/>
              </a:rPr>
              <a:t>Lambda es un término de penalización y este valor se llama regresión de cresta o L2.</a:t>
            </a:r>
          </a:p>
          <a:p>
            <a:pPr algn="ctr"/>
            <a:endParaRPr lang="es-ES" sz="1600" dirty="0">
              <a:latin typeface="Aptos" panose="020B0004020202020204" pitchFamily="34" charset="0"/>
            </a:endParaRPr>
          </a:p>
          <a:p>
            <a:pPr algn="ctr"/>
            <a:endParaRPr lang="es-CO" sz="1600" dirty="0">
              <a:latin typeface="Aptos" panose="020B0004020202020204" pitchFamily="34" charset="0"/>
            </a:endParaRPr>
          </a:p>
        </p:txBody>
      </p:sp>
      <p:pic>
        <p:nvPicPr>
          <p:cNvPr id="7170" name="Picture 2">
            <a:extLst>
              <a:ext uri="{FF2B5EF4-FFF2-40B4-BE49-F238E27FC236}">
                <a16:creationId xmlns:a16="http://schemas.microsoft.com/office/drawing/2014/main" id="{D0EA6D21-C9A1-B7AA-9452-5A1BFDAC98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7702" y="3778957"/>
            <a:ext cx="7356595" cy="30790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56604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867"/>
        <p:cNvGrpSpPr/>
        <p:nvPr/>
      </p:nvGrpSpPr>
      <p:grpSpPr>
        <a:xfrm>
          <a:off x="0" y="0"/>
          <a:ext cx="0" cy="0"/>
          <a:chOff x="0" y="0"/>
          <a:chExt cx="0" cy="0"/>
        </a:xfrm>
      </p:grpSpPr>
      <p:sp>
        <p:nvSpPr>
          <p:cNvPr id="4" name="Rectangle 3">
            <a:extLst>
              <a:ext uri="{FF2B5EF4-FFF2-40B4-BE49-F238E27FC236}">
                <a16:creationId xmlns:a16="http://schemas.microsoft.com/office/drawing/2014/main" id="{199818C6-11C9-87F3-AEF8-E810CA4F3CD4}"/>
              </a:ext>
            </a:extLst>
          </p:cNvPr>
          <p:cNvSpPr/>
          <p:nvPr/>
        </p:nvSpPr>
        <p:spPr>
          <a:xfrm>
            <a:off x="6433930" y="5897217"/>
            <a:ext cx="5758070" cy="960783"/>
          </a:xfrm>
          <a:prstGeom prst="rect">
            <a:avLst/>
          </a:prstGeom>
          <a:solidFill>
            <a:srgbClr val="F3F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868" name="Google Shape;868;p94"/>
          <p:cNvSpPr/>
          <p:nvPr/>
        </p:nvSpPr>
        <p:spPr>
          <a:xfrm>
            <a:off x="378068" y="343486"/>
            <a:ext cx="11438793" cy="1844256"/>
          </a:xfrm>
          <a:prstGeom prst="rect">
            <a:avLst/>
          </a:prstGeom>
          <a:solidFill>
            <a:srgbClr val="404040"/>
          </a:solidFill>
          <a:ln w="127000" cap="sq" cmpd="thinThick">
            <a:solidFill>
              <a:srgbClr val="4040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869" name="Google Shape;869;p94"/>
          <p:cNvSpPr txBox="1">
            <a:spLocks noGrp="1"/>
          </p:cNvSpPr>
          <p:nvPr>
            <p:ph type="title"/>
          </p:nvPr>
        </p:nvSpPr>
        <p:spPr>
          <a:xfrm>
            <a:off x="526073" y="466578"/>
            <a:ext cx="11139854" cy="93044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FFFFFF"/>
              </a:buClr>
              <a:buSzPts val="3400"/>
              <a:buFont typeface="Calibri"/>
              <a:buNone/>
            </a:pPr>
            <a:r>
              <a:rPr lang="es-CO" sz="3400" dirty="0">
                <a:solidFill>
                  <a:srgbClr val="FFFFFF"/>
                </a:solidFill>
                <a:latin typeface="Calibri"/>
                <a:ea typeface="Calibri"/>
                <a:cs typeface="Calibri"/>
                <a:sym typeface="Calibri"/>
              </a:rPr>
              <a:t>L1 Lasso </a:t>
            </a:r>
            <a:r>
              <a:rPr lang="es-CO" sz="3400" dirty="0" err="1">
                <a:solidFill>
                  <a:srgbClr val="FFFFFF"/>
                </a:solidFill>
                <a:latin typeface="Calibri"/>
                <a:ea typeface="Calibri"/>
                <a:cs typeface="Calibri"/>
                <a:sym typeface="Calibri"/>
              </a:rPr>
              <a:t>Regression</a:t>
            </a:r>
            <a:endParaRPr dirty="0"/>
          </a:p>
        </p:txBody>
      </p:sp>
      <p:cxnSp>
        <p:nvCxnSpPr>
          <p:cNvPr id="870" name="Google Shape;870;p94"/>
          <p:cNvCxnSpPr/>
          <p:nvPr/>
        </p:nvCxnSpPr>
        <p:spPr>
          <a:xfrm>
            <a:off x="2209800" y="1397025"/>
            <a:ext cx="7772400" cy="0"/>
          </a:xfrm>
          <a:prstGeom prst="straightConnector1">
            <a:avLst/>
          </a:prstGeom>
          <a:noFill/>
          <a:ln w="22225" cap="flat" cmpd="sng">
            <a:solidFill>
              <a:srgbClr val="D9D9D9"/>
            </a:solidFill>
            <a:prstDash val="solid"/>
            <a:miter lim="800000"/>
            <a:headEnd type="none" w="sm" len="sm"/>
            <a:tailEnd type="none" w="sm" len="sm"/>
          </a:ln>
        </p:spPr>
      </p:cxnSp>
      <p:sp>
        <p:nvSpPr>
          <p:cNvPr id="3" name="CuadroTexto 2">
            <a:extLst>
              <a:ext uri="{FF2B5EF4-FFF2-40B4-BE49-F238E27FC236}">
                <a16:creationId xmlns:a16="http://schemas.microsoft.com/office/drawing/2014/main" id="{B5787602-AE1C-9EAF-7964-30B504F2E185}"/>
              </a:ext>
            </a:extLst>
          </p:cNvPr>
          <p:cNvSpPr txBox="1"/>
          <p:nvPr/>
        </p:nvSpPr>
        <p:spPr>
          <a:xfrm>
            <a:off x="378069" y="2543568"/>
            <a:ext cx="11287858" cy="830997"/>
          </a:xfrm>
          <a:prstGeom prst="rect">
            <a:avLst/>
          </a:prstGeom>
          <a:noFill/>
        </p:spPr>
        <p:txBody>
          <a:bodyPr wrap="square">
            <a:spAutoFit/>
          </a:bodyPr>
          <a:lstStyle/>
          <a:p>
            <a:pPr algn="ctr"/>
            <a:r>
              <a:rPr lang="es-ES" sz="1600" dirty="0">
                <a:latin typeface="Aptos" panose="020B0004020202020204" pitchFamily="34" charset="0"/>
              </a:rPr>
              <a:t>Es un método de regularización para reducir el sobreajuste.</a:t>
            </a:r>
          </a:p>
          <a:p>
            <a:pPr algn="ctr"/>
            <a:r>
              <a:rPr lang="es-ES" sz="1600" dirty="0">
                <a:latin typeface="Aptos" panose="020B0004020202020204" pitchFamily="34" charset="0"/>
              </a:rPr>
              <a:t>Es similar a la REGRESIÓN DE RIDGE, excepto por una diferencia muy importante: la función de penalización ahora es: lambda*|pendiente|.</a:t>
            </a:r>
            <a:endParaRPr lang="es-CO" sz="1600" dirty="0">
              <a:latin typeface="Aptos" panose="020B0004020202020204" pitchFamily="34" charset="0"/>
            </a:endParaRPr>
          </a:p>
        </p:txBody>
      </p:sp>
      <p:pic>
        <p:nvPicPr>
          <p:cNvPr id="8194" name="Picture 2">
            <a:extLst>
              <a:ext uri="{FF2B5EF4-FFF2-40B4-BE49-F238E27FC236}">
                <a16:creationId xmlns:a16="http://schemas.microsoft.com/office/drawing/2014/main" id="{2D4A6875-CAF1-9AF9-3B9B-0140EE3A25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3290" y="3701579"/>
            <a:ext cx="5265420" cy="31564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54312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867"/>
        <p:cNvGrpSpPr/>
        <p:nvPr/>
      </p:nvGrpSpPr>
      <p:grpSpPr>
        <a:xfrm>
          <a:off x="0" y="0"/>
          <a:ext cx="0" cy="0"/>
          <a:chOff x="0" y="0"/>
          <a:chExt cx="0" cy="0"/>
        </a:xfrm>
      </p:grpSpPr>
      <p:sp>
        <p:nvSpPr>
          <p:cNvPr id="4" name="Rectangle 3">
            <a:extLst>
              <a:ext uri="{FF2B5EF4-FFF2-40B4-BE49-F238E27FC236}">
                <a16:creationId xmlns:a16="http://schemas.microsoft.com/office/drawing/2014/main" id="{511CEA0C-2F3F-5F25-B3D5-4205E70CC8DE}"/>
              </a:ext>
            </a:extLst>
          </p:cNvPr>
          <p:cNvSpPr/>
          <p:nvPr/>
        </p:nvSpPr>
        <p:spPr>
          <a:xfrm>
            <a:off x="6433930" y="5897217"/>
            <a:ext cx="5758070" cy="960783"/>
          </a:xfrm>
          <a:prstGeom prst="rect">
            <a:avLst/>
          </a:prstGeom>
          <a:solidFill>
            <a:srgbClr val="F3F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868" name="Google Shape;868;p94"/>
          <p:cNvSpPr/>
          <p:nvPr/>
        </p:nvSpPr>
        <p:spPr>
          <a:xfrm>
            <a:off x="378068" y="343486"/>
            <a:ext cx="11438793" cy="1844256"/>
          </a:xfrm>
          <a:prstGeom prst="rect">
            <a:avLst/>
          </a:prstGeom>
          <a:solidFill>
            <a:srgbClr val="404040"/>
          </a:solidFill>
          <a:ln w="127000" cap="sq" cmpd="thinThick">
            <a:solidFill>
              <a:srgbClr val="4040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869" name="Google Shape;869;p94"/>
          <p:cNvSpPr txBox="1">
            <a:spLocks noGrp="1"/>
          </p:cNvSpPr>
          <p:nvPr>
            <p:ph type="title"/>
          </p:nvPr>
        </p:nvSpPr>
        <p:spPr>
          <a:xfrm>
            <a:off x="526073" y="466578"/>
            <a:ext cx="11139854" cy="93044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FFFFFF"/>
              </a:buClr>
              <a:buSzPts val="3400"/>
              <a:buFont typeface="Calibri"/>
              <a:buNone/>
            </a:pPr>
            <a:r>
              <a:rPr lang="es-CO" sz="3400" dirty="0">
                <a:solidFill>
                  <a:srgbClr val="FFFFFF"/>
                </a:solidFill>
                <a:latin typeface="Calibri"/>
                <a:ea typeface="Calibri"/>
                <a:cs typeface="Calibri"/>
                <a:sym typeface="Calibri"/>
              </a:rPr>
              <a:t>L1 Lasso </a:t>
            </a:r>
            <a:r>
              <a:rPr lang="es-CO" sz="3400" dirty="0" err="1">
                <a:solidFill>
                  <a:srgbClr val="FFFFFF"/>
                </a:solidFill>
                <a:latin typeface="Calibri"/>
                <a:ea typeface="Calibri"/>
                <a:cs typeface="Calibri"/>
                <a:sym typeface="Calibri"/>
              </a:rPr>
              <a:t>Regression</a:t>
            </a:r>
            <a:endParaRPr dirty="0"/>
          </a:p>
        </p:txBody>
      </p:sp>
      <p:cxnSp>
        <p:nvCxnSpPr>
          <p:cNvPr id="870" name="Google Shape;870;p94"/>
          <p:cNvCxnSpPr/>
          <p:nvPr/>
        </p:nvCxnSpPr>
        <p:spPr>
          <a:xfrm>
            <a:off x="2209800" y="1397025"/>
            <a:ext cx="7772400" cy="0"/>
          </a:xfrm>
          <a:prstGeom prst="straightConnector1">
            <a:avLst/>
          </a:prstGeom>
          <a:noFill/>
          <a:ln w="22225" cap="flat" cmpd="sng">
            <a:solidFill>
              <a:srgbClr val="D9D9D9"/>
            </a:solidFill>
            <a:prstDash val="solid"/>
            <a:miter lim="800000"/>
            <a:headEnd type="none" w="sm" len="sm"/>
            <a:tailEnd type="none" w="sm" len="sm"/>
          </a:ln>
        </p:spPr>
      </p:cxnSp>
      <p:sp>
        <p:nvSpPr>
          <p:cNvPr id="3" name="CuadroTexto 2">
            <a:extLst>
              <a:ext uri="{FF2B5EF4-FFF2-40B4-BE49-F238E27FC236}">
                <a16:creationId xmlns:a16="http://schemas.microsoft.com/office/drawing/2014/main" id="{B5787602-AE1C-9EAF-7964-30B504F2E185}"/>
              </a:ext>
            </a:extLst>
          </p:cNvPr>
          <p:cNvSpPr txBox="1"/>
          <p:nvPr/>
        </p:nvSpPr>
        <p:spPr>
          <a:xfrm>
            <a:off x="378069" y="2543568"/>
            <a:ext cx="11287858" cy="3693319"/>
          </a:xfrm>
          <a:prstGeom prst="rect">
            <a:avLst/>
          </a:prstGeom>
          <a:noFill/>
        </p:spPr>
        <p:txBody>
          <a:bodyPr wrap="square">
            <a:spAutoFit/>
          </a:bodyPr>
          <a:lstStyle/>
          <a:p>
            <a:pPr algn="ctr"/>
            <a:r>
              <a:rPr lang="es-ES" sz="1800" dirty="0">
                <a:latin typeface="Aptos" panose="020B0004020202020204" pitchFamily="34" charset="0"/>
              </a:rPr>
              <a:t>El resultado de la regresión Lasso es muy similar al resultado obtenido con la regresión Ridge. </a:t>
            </a:r>
          </a:p>
          <a:p>
            <a:pPr algn="ctr"/>
            <a:endParaRPr lang="es-ES" sz="1800" dirty="0">
              <a:latin typeface="Aptos" panose="020B0004020202020204" pitchFamily="34" charset="0"/>
            </a:endParaRPr>
          </a:p>
          <a:p>
            <a:pPr algn="ctr"/>
            <a:r>
              <a:rPr lang="es-ES" sz="1800" dirty="0">
                <a:latin typeface="Aptos" panose="020B0004020202020204" pitchFamily="34" charset="0"/>
              </a:rPr>
              <a:t>Ambos se pueden utilizar en regresión logística, regresión con valores discretos y regresión con interacción. La gran diferencia entre Ridge y Lasso empieza a ser clara cuando aumentamos el valor de Lambda. De hecho, Ridge solo puede reducir la pendiente de forma asintótica cerca de cero, mientras que Lasso puede reducir la pendiente hasta llegar a cero. La ventaja de esto es clara cuando tenemos muchos parámetros en el modelo.</a:t>
            </a:r>
          </a:p>
          <a:p>
            <a:pPr algn="ctr"/>
            <a:endParaRPr lang="es-ES" sz="1800" dirty="0">
              <a:latin typeface="Aptos" panose="020B0004020202020204" pitchFamily="34" charset="0"/>
            </a:endParaRPr>
          </a:p>
          <a:p>
            <a:pPr algn="ctr"/>
            <a:r>
              <a:rPr lang="es-ES" sz="1800" dirty="0">
                <a:latin typeface="Aptos" panose="020B0004020202020204" pitchFamily="34" charset="0"/>
              </a:rPr>
              <a:t>En Ridge, cuando aumentamos el valor de Lambda, los parámetros más importantes pueden reducirse un poco y los menos importantes se mantienen en un valor alto.</a:t>
            </a:r>
          </a:p>
          <a:p>
            <a:pPr algn="ctr"/>
            <a:endParaRPr lang="es-ES" sz="1800" dirty="0">
              <a:latin typeface="Aptos" panose="020B0004020202020204" pitchFamily="34" charset="0"/>
            </a:endParaRPr>
          </a:p>
          <a:p>
            <a:pPr algn="ctr"/>
            <a:r>
              <a:rPr lang="es-ES" sz="1800" dirty="0">
                <a:latin typeface="Aptos" panose="020B0004020202020204" pitchFamily="34" charset="0"/>
              </a:rPr>
              <a:t>Por el contrario, con Lasso, cuando aumentamos el valor de Lambda, los parámetros más importantes se reducen un poco y los menos importantes se acercan a cero. Por lo tanto, </a:t>
            </a:r>
            <a:r>
              <a:rPr lang="es-ES" sz="1800" b="1" dirty="0">
                <a:latin typeface="Aptos" panose="020B0004020202020204" pitchFamily="34" charset="0"/>
              </a:rPr>
              <a:t>Lasso puede excluir los parámetros tontos del modelo</a:t>
            </a:r>
            <a:r>
              <a:rPr lang="es-ES" sz="1800" dirty="0">
                <a:latin typeface="Aptos" panose="020B0004020202020204" pitchFamily="34" charset="0"/>
              </a:rPr>
              <a:t>.</a:t>
            </a:r>
            <a:endParaRPr lang="es-CO" sz="1800" dirty="0">
              <a:latin typeface="Aptos" panose="020B0004020202020204" pitchFamily="34" charset="0"/>
            </a:endParaRPr>
          </a:p>
        </p:txBody>
      </p:sp>
    </p:spTree>
    <p:extLst>
      <p:ext uri="{BB962C8B-B14F-4D97-AF65-F5344CB8AC3E}">
        <p14:creationId xmlns:p14="http://schemas.microsoft.com/office/powerpoint/2010/main" val="2626093428"/>
      </p:ext>
    </p:extLst>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3069</TotalTime>
  <Words>1571</Words>
  <Application>Microsoft Office PowerPoint</Application>
  <PresentationFormat>Widescreen</PresentationFormat>
  <Paragraphs>157</Paragraphs>
  <Slides>30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Google Sans</vt:lpstr>
      <vt:lpstr>Calibri</vt:lpstr>
      <vt:lpstr>Aptos</vt:lpstr>
      <vt:lpstr>Wingdings</vt:lpstr>
      <vt:lpstr>Arial</vt:lpstr>
      <vt:lpstr>Tema de Office</vt:lpstr>
      <vt:lpstr>PowerPoint Presentation</vt:lpstr>
      <vt:lpstr>Extracción de Conocimiento (proceso KDD)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Ridge y Lasso</vt:lpstr>
      <vt:lpstr>L2 Ridge Regression</vt:lpstr>
      <vt:lpstr>L2 Ridge Regression</vt:lpstr>
      <vt:lpstr>L1 Lasso Regression</vt:lpstr>
      <vt:lpstr>L1 Lasso Regression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User</dc:creator>
  <cp:lastModifiedBy>Norbey Muñoz</cp:lastModifiedBy>
  <cp:revision>17</cp:revision>
  <dcterms:created xsi:type="dcterms:W3CDTF">2021-11-22T19:41:18Z</dcterms:created>
  <dcterms:modified xsi:type="dcterms:W3CDTF">2026-08-10T23:03:06Z</dcterms:modified>
</cp:coreProperties>
</file>