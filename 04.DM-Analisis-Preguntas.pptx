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60" r:id="rId2"/>
    <p:sldId id="1273" r:id="rId3"/>
    <p:sldId id="1302" r:id="rId4"/>
    <p:sldId id="1308" r:id="rId5"/>
    <p:sldId id="552" r:id="rId6"/>
    <p:sldId id="411" r:id="rId7"/>
    <p:sldId id="1320" r:id="rId8"/>
    <p:sldId id="545" r:id="rId9"/>
    <p:sldId id="598" r:id="rId10"/>
    <p:sldId id="547" r:id="rId11"/>
    <p:sldId id="497" r:id="rId12"/>
    <p:sldId id="372" r:id="rId13"/>
    <p:sldId id="373" r:id="rId14"/>
    <p:sldId id="375" r:id="rId15"/>
    <p:sldId id="1330" r:id="rId16"/>
    <p:sldId id="1341" r:id="rId17"/>
    <p:sldId id="1335" r:id="rId18"/>
    <p:sldId id="1328" r:id="rId19"/>
    <p:sldId id="487" r:id="rId20"/>
    <p:sldId id="457" r:id="rId21"/>
    <p:sldId id="472" r:id="rId22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4E804A-476A-4C2B-B58E-8502DD1E5FE4}" v="49" dt="2026-05-31T04:29:01.142"/>
  </p1510:revLst>
</p1510:revInfo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Estilo claro 2 - Acento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52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rbey Muñoz" userId="b7e811e8891ccd42" providerId="LiveId" clId="{2482167B-ADD3-4E68-AB8B-ADE9CECE27D0}"/>
    <pc:docChg chg="undo custSel addSld delSld modSld sldOrd">
      <pc:chgData name="Norbey Muñoz" userId="b7e811e8891ccd42" providerId="LiveId" clId="{2482167B-ADD3-4E68-AB8B-ADE9CECE27D0}" dt="2026-05-31T04:33:15.419" v="240" actId="47"/>
      <pc:docMkLst>
        <pc:docMk/>
      </pc:docMkLst>
      <pc:sldChg chg="modSp mod">
        <pc:chgData name="Norbey Muñoz" userId="b7e811e8891ccd42" providerId="LiveId" clId="{2482167B-ADD3-4E68-AB8B-ADE9CECE27D0}" dt="2026-05-31T04:28:18.870" v="93" actId="20577"/>
        <pc:sldMkLst>
          <pc:docMk/>
          <pc:sldMk cId="3705174554" sldId="260"/>
        </pc:sldMkLst>
        <pc:spChg chg="mod">
          <ac:chgData name="Norbey Muñoz" userId="b7e811e8891ccd42" providerId="LiveId" clId="{2482167B-ADD3-4E68-AB8B-ADE9CECE27D0}" dt="2026-05-31T04:28:18.870" v="93" actId="20577"/>
          <ac:spMkLst>
            <pc:docMk/>
            <pc:sldMk cId="3705174554" sldId="260"/>
            <ac:spMk id="4" creationId="{1251AF9C-871D-4AEB-8BFB-9943AA2D2FC8}"/>
          </ac:spMkLst>
        </pc:spChg>
      </pc:sldChg>
      <pc:sldChg chg="del">
        <pc:chgData name="Norbey Muñoz" userId="b7e811e8891ccd42" providerId="LiveId" clId="{2482167B-ADD3-4E68-AB8B-ADE9CECE27D0}" dt="2026-05-31T04:26:46.716" v="33" actId="47"/>
        <pc:sldMkLst>
          <pc:docMk/>
          <pc:sldMk cId="1029569218" sldId="262"/>
        </pc:sldMkLst>
      </pc:sldChg>
      <pc:sldChg chg="del">
        <pc:chgData name="Norbey Muñoz" userId="b7e811e8891ccd42" providerId="LiveId" clId="{2482167B-ADD3-4E68-AB8B-ADE9CECE27D0}" dt="2026-05-31T04:33:12.834" v="236" actId="47"/>
        <pc:sldMkLst>
          <pc:docMk/>
          <pc:sldMk cId="1558385572" sldId="302"/>
        </pc:sldMkLst>
      </pc:sldChg>
      <pc:sldChg chg="del">
        <pc:chgData name="Norbey Muñoz" userId="b7e811e8891ccd42" providerId="LiveId" clId="{2482167B-ADD3-4E68-AB8B-ADE9CECE27D0}" dt="2026-05-31T04:33:13.104" v="237" actId="47"/>
        <pc:sldMkLst>
          <pc:docMk/>
          <pc:sldMk cId="1114177509" sldId="312"/>
        </pc:sldMkLst>
      </pc:sldChg>
      <pc:sldChg chg="del">
        <pc:chgData name="Norbey Muñoz" userId="b7e811e8891ccd42" providerId="LiveId" clId="{2482167B-ADD3-4E68-AB8B-ADE9CECE27D0}" dt="2026-05-31T04:33:11.780" v="232" actId="47"/>
        <pc:sldMkLst>
          <pc:docMk/>
          <pc:sldMk cId="66619897" sldId="319"/>
        </pc:sldMkLst>
      </pc:sldChg>
      <pc:sldChg chg="del">
        <pc:chgData name="Norbey Muñoz" userId="b7e811e8891ccd42" providerId="LiveId" clId="{2482167B-ADD3-4E68-AB8B-ADE9CECE27D0}" dt="2026-05-31T04:31:19.442" v="177" actId="47"/>
        <pc:sldMkLst>
          <pc:docMk/>
          <pc:sldMk cId="3188389368" sldId="374"/>
        </pc:sldMkLst>
      </pc:sldChg>
      <pc:sldChg chg="del">
        <pc:chgData name="Norbey Muñoz" userId="b7e811e8891ccd42" providerId="LiveId" clId="{2482167B-ADD3-4E68-AB8B-ADE9CECE27D0}" dt="2026-05-31T04:31:19.658" v="178" actId="47"/>
        <pc:sldMkLst>
          <pc:docMk/>
          <pc:sldMk cId="2409559744" sldId="376"/>
        </pc:sldMkLst>
      </pc:sldChg>
      <pc:sldChg chg="del">
        <pc:chgData name="Norbey Muñoz" userId="b7e811e8891ccd42" providerId="LiveId" clId="{2482167B-ADD3-4E68-AB8B-ADE9CECE27D0}" dt="2026-05-31T04:31:19.215" v="176" actId="47"/>
        <pc:sldMkLst>
          <pc:docMk/>
          <pc:sldMk cId="854987304" sldId="377"/>
        </pc:sldMkLst>
      </pc:sldChg>
      <pc:sldChg chg="del">
        <pc:chgData name="Norbey Muñoz" userId="b7e811e8891ccd42" providerId="LiveId" clId="{2482167B-ADD3-4E68-AB8B-ADE9CECE27D0}" dt="2026-05-31T04:31:19.888" v="179" actId="47"/>
        <pc:sldMkLst>
          <pc:docMk/>
          <pc:sldMk cId="250352402" sldId="421"/>
        </pc:sldMkLst>
      </pc:sldChg>
      <pc:sldChg chg="del">
        <pc:chgData name="Norbey Muñoz" userId="b7e811e8891ccd42" providerId="LiveId" clId="{2482167B-ADD3-4E68-AB8B-ADE9CECE27D0}" dt="2026-05-31T04:32:51.850" v="204" actId="47"/>
        <pc:sldMkLst>
          <pc:docMk/>
          <pc:sldMk cId="1778672318" sldId="441"/>
        </pc:sldMkLst>
      </pc:sldChg>
      <pc:sldChg chg="modSp mod ord">
        <pc:chgData name="Norbey Muñoz" userId="b7e811e8891ccd42" providerId="LiveId" clId="{2482167B-ADD3-4E68-AB8B-ADE9CECE27D0}" dt="2026-05-31T04:32:30.529" v="201" actId="20577"/>
        <pc:sldMkLst>
          <pc:docMk/>
          <pc:sldMk cId="902085053" sldId="457"/>
        </pc:sldMkLst>
        <pc:spChg chg="mod">
          <ac:chgData name="Norbey Muñoz" userId="b7e811e8891ccd42" providerId="LiveId" clId="{2482167B-ADD3-4E68-AB8B-ADE9CECE27D0}" dt="2026-05-31T04:32:16.209" v="199" actId="20577"/>
          <ac:spMkLst>
            <pc:docMk/>
            <pc:sldMk cId="902085053" sldId="457"/>
            <ac:spMk id="3" creationId="{0441F7A7-E431-44B5-BE39-DB3525D577D9}"/>
          </ac:spMkLst>
        </pc:spChg>
        <pc:spChg chg="mod">
          <ac:chgData name="Norbey Muñoz" userId="b7e811e8891ccd42" providerId="LiveId" clId="{2482167B-ADD3-4E68-AB8B-ADE9CECE27D0}" dt="2026-05-31T04:32:30.529" v="201" actId="20577"/>
          <ac:spMkLst>
            <pc:docMk/>
            <pc:sldMk cId="902085053" sldId="457"/>
            <ac:spMk id="4" creationId="{FE525038-B2B3-40D6-A47F-F6E846DB6A6F}"/>
          </ac:spMkLst>
        </pc:spChg>
      </pc:sldChg>
      <pc:sldChg chg="del">
        <pc:chgData name="Norbey Muñoz" userId="b7e811e8891ccd42" providerId="LiveId" clId="{2482167B-ADD3-4E68-AB8B-ADE9CECE27D0}" dt="2026-05-31T04:32:10.920" v="196" actId="47"/>
        <pc:sldMkLst>
          <pc:docMk/>
          <pc:sldMk cId="1895881443" sldId="464"/>
        </pc:sldMkLst>
      </pc:sldChg>
      <pc:sldChg chg="del">
        <pc:chgData name="Norbey Muñoz" userId="b7e811e8891ccd42" providerId="LiveId" clId="{2482167B-ADD3-4E68-AB8B-ADE9CECE27D0}" dt="2026-05-31T04:32:59.069" v="205" actId="47"/>
        <pc:sldMkLst>
          <pc:docMk/>
          <pc:sldMk cId="2426043750" sldId="465"/>
        </pc:sldMkLst>
      </pc:sldChg>
      <pc:sldChg chg="del">
        <pc:chgData name="Norbey Muñoz" userId="b7e811e8891ccd42" providerId="LiveId" clId="{2482167B-ADD3-4E68-AB8B-ADE9CECE27D0}" dt="2026-05-31T04:33:09.725" v="226" actId="47"/>
        <pc:sldMkLst>
          <pc:docMk/>
          <pc:sldMk cId="2729958027" sldId="471"/>
        </pc:sldMkLst>
      </pc:sldChg>
      <pc:sldChg chg="delSp modSp add mod setBg delDesignElem">
        <pc:chgData name="Norbey Muñoz" userId="b7e811e8891ccd42" providerId="LiveId" clId="{2482167B-ADD3-4E68-AB8B-ADE9CECE27D0}" dt="2026-05-31T04:32:47.792" v="203" actId="20577"/>
        <pc:sldMkLst>
          <pc:docMk/>
          <pc:sldMk cId="3749431077" sldId="472"/>
        </pc:sldMkLst>
        <pc:spChg chg="mod">
          <ac:chgData name="Norbey Muñoz" userId="b7e811e8891ccd42" providerId="LiveId" clId="{2482167B-ADD3-4E68-AB8B-ADE9CECE27D0}" dt="2026-05-31T04:32:47.792" v="203" actId="20577"/>
          <ac:spMkLst>
            <pc:docMk/>
            <pc:sldMk cId="3749431077" sldId="472"/>
            <ac:spMk id="3" creationId="{0441F7A7-E431-44B5-BE39-DB3525D577D9}"/>
          </ac:spMkLst>
        </pc:spChg>
        <pc:spChg chg="mod">
          <ac:chgData name="Norbey Muñoz" userId="b7e811e8891ccd42" providerId="LiveId" clId="{2482167B-ADD3-4E68-AB8B-ADE9CECE27D0}" dt="2026-05-31T04:30:52.122" v="164" actId="14100"/>
          <ac:spMkLst>
            <pc:docMk/>
            <pc:sldMk cId="3749431077" sldId="472"/>
            <ac:spMk id="4" creationId="{FE525038-B2B3-40D6-A47F-F6E846DB6A6F}"/>
          </ac:spMkLst>
        </pc:spChg>
        <pc:spChg chg="del">
          <ac:chgData name="Norbey Muñoz" userId="b7e811e8891ccd42" providerId="LiveId" clId="{2482167B-ADD3-4E68-AB8B-ADE9CECE27D0}" dt="2026-05-31T04:28:41.126" v="100"/>
          <ac:spMkLst>
            <pc:docMk/>
            <pc:sldMk cId="3749431077" sldId="472"/>
            <ac:spMk id="13" creationId="{AFA67CD3-AB4E-4A7A-BEB8-53C445D8C44E}"/>
          </ac:spMkLst>
        </pc:spChg>
        <pc:spChg chg="del">
          <ac:chgData name="Norbey Muñoz" userId="b7e811e8891ccd42" providerId="LiveId" clId="{2482167B-ADD3-4E68-AB8B-ADE9CECE27D0}" dt="2026-05-31T04:28:41.126" v="100"/>
          <ac:spMkLst>
            <pc:docMk/>
            <pc:sldMk cId="3749431077" sldId="472"/>
            <ac:spMk id="17" creationId="{339C8D78-A644-462F-B674-F440635E5353}"/>
          </ac:spMkLst>
        </pc:spChg>
        <pc:picChg chg="del">
          <ac:chgData name="Norbey Muñoz" userId="b7e811e8891ccd42" providerId="LiveId" clId="{2482167B-ADD3-4E68-AB8B-ADE9CECE27D0}" dt="2026-05-31T04:28:41.126" v="100"/>
          <ac:picMkLst>
            <pc:docMk/>
            <pc:sldMk cId="3749431077" sldId="472"/>
            <ac:picMk id="15" creationId="{07CF545F-9C2E-4446-97CD-AD92990C2B68}"/>
          </ac:picMkLst>
        </pc:picChg>
      </pc:sldChg>
      <pc:sldChg chg="del">
        <pc:chgData name="Norbey Muñoz" userId="b7e811e8891ccd42" providerId="LiveId" clId="{2482167B-ADD3-4E68-AB8B-ADE9CECE27D0}" dt="2026-05-31T04:33:09.213" v="224" actId="47"/>
        <pc:sldMkLst>
          <pc:docMk/>
          <pc:sldMk cId="4266413528" sldId="474"/>
        </pc:sldMkLst>
      </pc:sldChg>
      <pc:sldChg chg="del">
        <pc:chgData name="Norbey Muñoz" userId="b7e811e8891ccd42" providerId="LiveId" clId="{2482167B-ADD3-4E68-AB8B-ADE9CECE27D0}" dt="2026-05-31T04:31:18.570" v="173" actId="47"/>
        <pc:sldMkLst>
          <pc:docMk/>
          <pc:sldMk cId="1193085073" sldId="482"/>
        </pc:sldMkLst>
      </pc:sldChg>
      <pc:sldChg chg="ord">
        <pc:chgData name="Norbey Muñoz" userId="b7e811e8891ccd42" providerId="LiveId" clId="{2482167B-ADD3-4E68-AB8B-ADE9CECE27D0}" dt="2026-05-31T04:32:07.951" v="195"/>
        <pc:sldMkLst>
          <pc:docMk/>
          <pc:sldMk cId="366784065" sldId="487"/>
        </pc:sldMkLst>
      </pc:sldChg>
      <pc:sldChg chg="del">
        <pc:chgData name="Norbey Muñoz" userId="b7e811e8891ccd42" providerId="LiveId" clId="{2482167B-ADD3-4E68-AB8B-ADE9CECE27D0}" dt="2026-05-31T04:27:08.978" v="47" actId="47"/>
        <pc:sldMkLst>
          <pc:docMk/>
          <pc:sldMk cId="3251309481" sldId="512"/>
        </pc:sldMkLst>
      </pc:sldChg>
      <pc:sldChg chg="del">
        <pc:chgData name="Norbey Muñoz" userId="b7e811e8891ccd42" providerId="LiveId" clId="{2482167B-ADD3-4E68-AB8B-ADE9CECE27D0}" dt="2026-05-31T04:32:59.774" v="206" actId="47"/>
        <pc:sldMkLst>
          <pc:docMk/>
          <pc:sldMk cId="3107005021" sldId="515"/>
        </pc:sldMkLst>
      </pc:sldChg>
      <pc:sldChg chg="del">
        <pc:chgData name="Norbey Muñoz" userId="b7e811e8891ccd42" providerId="LiveId" clId="{2482167B-ADD3-4E68-AB8B-ADE9CECE27D0}" dt="2026-05-31T04:33:08.935" v="223" actId="47"/>
        <pc:sldMkLst>
          <pc:docMk/>
          <pc:sldMk cId="4108319731" sldId="518"/>
        </pc:sldMkLst>
      </pc:sldChg>
      <pc:sldChg chg="del">
        <pc:chgData name="Norbey Muñoz" userId="b7e811e8891ccd42" providerId="LiveId" clId="{2482167B-ADD3-4E68-AB8B-ADE9CECE27D0}" dt="2026-05-31T04:27:08.572" v="46" actId="47"/>
        <pc:sldMkLst>
          <pc:docMk/>
          <pc:sldMk cId="3010230052" sldId="549"/>
        </pc:sldMkLst>
      </pc:sldChg>
      <pc:sldChg chg="add del">
        <pc:chgData name="Norbey Muñoz" userId="b7e811e8891ccd42" providerId="LiveId" clId="{2482167B-ADD3-4E68-AB8B-ADE9CECE27D0}" dt="2026-05-31T04:27:17.611" v="52" actId="47"/>
        <pc:sldMkLst>
          <pc:docMk/>
          <pc:sldMk cId="699275063" sldId="552"/>
        </pc:sldMkLst>
      </pc:sldChg>
      <pc:sldChg chg="del">
        <pc:chgData name="Norbey Muñoz" userId="b7e811e8891ccd42" providerId="LiveId" clId="{2482167B-ADD3-4E68-AB8B-ADE9CECE27D0}" dt="2026-05-31T04:27:25.029" v="53" actId="47"/>
        <pc:sldMkLst>
          <pc:docMk/>
          <pc:sldMk cId="3868676585" sldId="553"/>
        </pc:sldMkLst>
      </pc:sldChg>
      <pc:sldChg chg="del">
        <pc:chgData name="Norbey Muñoz" userId="b7e811e8891ccd42" providerId="LiveId" clId="{2482167B-ADD3-4E68-AB8B-ADE9CECE27D0}" dt="2026-05-31T04:31:18.993" v="175" actId="47"/>
        <pc:sldMkLst>
          <pc:docMk/>
          <pc:sldMk cId="1243474171" sldId="568"/>
        </pc:sldMkLst>
      </pc:sldChg>
      <pc:sldChg chg="del">
        <pc:chgData name="Norbey Muñoz" userId="b7e811e8891ccd42" providerId="LiveId" clId="{2482167B-ADD3-4E68-AB8B-ADE9CECE27D0}" dt="2026-05-31T04:33:10.507" v="229" actId="47"/>
        <pc:sldMkLst>
          <pc:docMk/>
          <pc:sldMk cId="1297550328" sldId="584"/>
        </pc:sldMkLst>
      </pc:sldChg>
      <pc:sldChg chg="del">
        <pc:chgData name="Norbey Muñoz" userId="b7e811e8891ccd42" providerId="LiveId" clId="{2482167B-ADD3-4E68-AB8B-ADE9CECE27D0}" dt="2026-05-31T04:27:29.062" v="60" actId="47"/>
        <pc:sldMkLst>
          <pc:docMk/>
          <pc:sldMk cId="3103293415" sldId="604"/>
        </pc:sldMkLst>
      </pc:sldChg>
      <pc:sldChg chg="del">
        <pc:chgData name="Norbey Muñoz" userId="b7e811e8891ccd42" providerId="LiveId" clId="{2482167B-ADD3-4E68-AB8B-ADE9CECE27D0}" dt="2026-05-31T04:33:09.970" v="227" actId="47"/>
        <pc:sldMkLst>
          <pc:docMk/>
          <pc:sldMk cId="2457863590" sldId="612"/>
        </pc:sldMkLst>
      </pc:sldChg>
      <pc:sldChg chg="del">
        <pc:chgData name="Norbey Muñoz" userId="b7e811e8891ccd42" providerId="LiveId" clId="{2482167B-ADD3-4E68-AB8B-ADE9CECE27D0}" dt="2026-05-31T04:33:10.230" v="228" actId="47"/>
        <pc:sldMkLst>
          <pc:docMk/>
          <pc:sldMk cId="84905798" sldId="613"/>
        </pc:sldMkLst>
      </pc:sldChg>
      <pc:sldChg chg="del">
        <pc:chgData name="Norbey Muñoz" userId="b7e811e8891ccd42" providerId="LiveId" clId="{2482167B-ADD3-4E68-AB8B-ADE9CECE27D0}" dt="2026-05-31T04:33:05.765" v="215" actId="47"/>
        <pc:sldMkLst>
          <pc:docMk/>
          <pc:sldMk cId="3545187932" sldId="614"/>
        </pc:sldMkLst>
      </pc:sldChg>
      <pc:sldChg chg="del">
        <pc:chgData name="Norbey Muñoz" userId="b7e811e8891ccd42" providerId="LiveId" clId="{2482167B-ADD3-4E68-AB8B-ADE9CECE27D0}" dt="2026-05-31T04:33:06.215" v="216" actId="47"/>
        <pc:sldMkLst>
          <pc:docMk/>
          <pc:sldMk cId="389858800" sldId="615"/>
        </pc:sldMkLst>
      </pc:sldChg>
      <pc:sldChg chg="del">
        <pc:chgData name="Norbey Muñoz" userId="b7e811e8891ccd42" providerId="LiveId" clId="{2482167B-ADD3-4E68-AB8B-ADE9CECE27D0}" dt="2026-05-31T04:33:06.558" v="217" actId="47"/>
        <pc:sldMkLst>
          <pc:docMk/>
          <pc:sldMk cId="2610296627" sldId="616"/>
        </pc:sldMkLst>
      </pc:sldChg>
      <pc:sldChg chg="del">
        <pc:chgData name="Norbey Muñoz" userId="b7e811e8891ccd42" providerId="LiveId" clId="{2482167B-ADD3-4E68-AB8B-ADE9CECE27D0}" dt="2026-05-31T04:33:07.351" v="219" actId="47"/>
        <pc:sldMkLst>
          <pc:docMk/>
          <pc:sldMk cId="2414181700" sldId="618"/>
        </pc:sldMkLst>
      </pc:sldChg>
      <pc:sldChg chg="del">
        <pc:chgData name="Norbey Muñoz" userId="b7e811e8891ccd42" providerId="LiveId" clId="{2482167B-ADD3-4E68-AB8B-ADE9CECE27D0}" dt="2026-05-31T04:31:18.787" v="174" actId="47"/>
        <pc:sldMkLst>
          <pc:docMk/>
          <pc:sldMk cId="164866587" sldId="621"/>
        </pc:sldMkLst>
      </pc:sldChg>
      <pc:sldChg chg="del">
        <pc:chgData name="Norbey Muñoz" userId="b7e811e8891ccd42" providerId="LiveId" clId="{2482167B-ADD3-4E68-AB8B-ADE9CECE27D0}" dt="2026-05-31T04:33:07.763" v="220" actId="47"/>
        <pc:sldMkLst>
          <pc:docMk/>
          <pc:sldMk cId="2069656888" sldId="623"/>
        </pc:sldMkLst>
      </pc:sldChg>
      <pc:sldChg chg="del">
        <pc:chgData name="Norbey Muñoz" userId="b7e811e8891ccd42" providerId="LiveId" clId="{2482167B-ADD3-4E68-AB8B-ADE9CECE27D0}" dt="2026-05-31T04:33:12.318" v="234" actId="47"/>
        <pc:sldMkLst>
          <pc:docMk/>
          <pc:sldMk cId="2332012426" sldId="641"/>
        </pc:sldMkLst>
      </pc:sldChg>
      <pc:sldChg chg="del">
        <pc:chgData name="Norbey Muñoz" userId="b7e811e8891ccd42" providerId="LiveId" clId="{2482167B-ADD3-4E68-AB8B-ADE9CECE27D0}" dt="2026-05-31T04:27:26.408" v="55" actId="47"/>
        <pc:sldMkLst>
          <pc:docMk/>
          <pc:sldMk cId="3192527917" sldId="670"/>
        </pc:sldMkLst>
      </pc:sldChg>
      <pc:sldChg chg="del">
        <pc:chgData name="Norbey Muñoz" userId="b7e811e8891ccd42" providerId="LiveId" clId="{2482167B-ADD3-4E68-AB8B-ADE9CECE27D0}" dt="2026-05-31T04:27:26.814" v="56" actId="47"/>
        <pc:sldMkLst>
          <pc:docMk/>
          <pc:sldMk cId="3994460768" sldId="671"/>
        </pc:sldMkLst>
      </pc:sldChg>
      <pc:sldChg chg="del">
        <pc:chgData name="Norbey Muñoz" userId="b7e811e8891ccd42" providerId="LiveId" clId="{2482167B-ADD3-4E68-AB8B-ADE9CECE27D0}" dt="2026-05-31T04:27:27.135" v="57" actId="47"/>
        <pc:sldMkLst>
          <pc:docMk/>
          <pc:sldMk cId="2201957749" sldId="672"/>
        </pc:sldMkLst>
      </pc:sldChg>
      <pc:sldChg chg="del">
        <pc:chgData name="Norbey Muñoz" userId="b7e811e8891ccd42" providerId="LiveId" clId="{2482167B-ADD3-4E68-AB8B-ADE9CECE27D0}" dt="2026-05-31T04:27:27.551" v="58" actId="47"/>
        <pc:sldMkLst>
          <pc:docMk/>
          <pc:sldMk cId="1787217260" sldId="674"/>
        </pc:sldMkLst>
      </pc:sldChg>
      <pc:sldChg chg="del">
        <pc:chgData name="Norbey Muñoz" userId="b7e811e8891ccd42" providerId="LiveId" clId="{2482167B-ADD3-4E68-AB8B-ADE9CECE27D0}" dt="2026-05-31T04:27:28.087" v="59" actId="47"/>
        <pc:sldMkLst>
          <pc:docMk/>
          <pc:sldMk cId="2491795036" sldId="691"/>
        </pc:sldMkLst>
      </pc:sldChg>
      <pc:sldChg chg="add del">
        <pc:chgData name="Norbey Muñoz" userId="b7e811e8891ccd42" providerId="LiveId" clId="{2482167B-ADD3-4E68-AB8B-ADE9CECE27D0}" dt="2026-05-31T04:26:50.503" v="40" actId="47"/>
        <pc:sldMkLst>
          <pc:docMk/>
          <pc:sldMk cId="2964526825" sldId="1273"/>
        </pc:sldMkLst>
      </pc:sldChg>
      <pc:sldChg chg="del">
        <pc:chgData name="Norbey Muñoz" userId="b7e811e8891ccd42" providerId="LiveId" clId="{2482167B-ADD3-4E68-AB8B-ADE9CECE27D0}" dt="2026-05-31T04:27:25.923" v="54" actId="47"/>
        <pc:sldMkLst>
          <pc:docMk/>
          <pc:sldMk cId="1865910403" sldId="1280"/>
        </pc:sldMkLst>
      </pc:sldChg>
      <pc:sldChg chg="del">
        <pc:chgData name="Norbey Muñoz" userId="b7e811e8891ccd42" providerId="LiveId" clId="{2482167B-ADD3-4E68-AB8B-ADE9CECE27D0}" dt="2026-05-31T04:26:47.308" v="35" actId="47"/>
        <pc:sldMkLst>
          <pc:docMk/>
          <pc:sldMk cId="1428885530" sldId="1300"/>
        </pc:sldMkLst>
      </pc:sldChg>
      <pc:sldChg chg="del">
        <pc:chgData name="Norbey Muñoz" userId="b7e811e8891ccd42" providerId="LiveId" clId="{2482167B-ADD3-4E68-AB8B-ADE9CECE27D0}" dt="2026-05-31T04:26:47.632" v="36" actId="47"/>
        <pc:sldMkLst>
          <pc:docMk/>
          <pc:sldMk cId="2643849953" sldId="1301"/>
        </pc:sldMkLst>
      </pc:sldChg>
      <pc:sldChg chg="add del">
        <pc:chgData name="Norbey Muñoz" userId="b7e811e8891ccd42" providerId="LiveId" clId="{2482167B-ADD3-4E68-AB8B-ADE9CECE27D0}" dt="2026-05-31T04:26:49.800" v="39" actId="47"/>
        <pc:sldMkLst>
          <pc:docMk/>
          <pc:sldMk cId="634377057" sldId="1302"/>
        </pc:sldMkLst>
      </pc:sldChg>
      <pc:sldChg chg="del">
        <pc:chgData name="Norbey Muñoz" userId="b7e811e8891ccd42" providerId="LiveId" clId="{2482167B-ADD3-4E68-AB8B-ADE9CECE27D0}" dt="2026-05-31T04:27:04.988" v="41" actId="47"/>
        <pc:sldMkLst>
          <pc:docMk/>
          <pc:sldMk cId="2332285168" sldId="1303"/>
        </pc:sldMkLst>
      </pc:sldChg>
      <pc:sldChg chg="del">
        <pc:chgData name="Norbey Muñoz" userId="b7e811e8891ccd42" providerId="LiveId" clId="{2482167B-ADD3-4E68-AB8B-ADE9CECE27D0}" dt="2026-05-31T04:27:06.978" v="44" actId="47"/>
        <pc:sldMkLst>
          <pc:docMk/>
          <pc:sldMk cId="2418899519" sldId="1306"/>
        </pc:sldMkLst>
      </pc:sldChg>
      <pc:sldChg chg="add del">
        <pc:chgData name="Norbey Muñoz" userId="b7e811e8891ccd42" providerId="LiveId" clId="{2482167B-ADD3-4E68-AB8B-ADE9CECE27D0}" dt="2026-05-31T04:27:11.120" v="49" actId="47"/>
        <pc:sldMkLst>
          <pc:docMk/>
          <pc:sldMk cId="4248087647" sldId="1308"/>
        </pc:sldMkLst>
      </pc:sldChg>
      <pc:sldChg chg="del">
        <pc:chgData name="Norbey Muñoz" userId="b7e811e8891ccd42" providerId="LiveId" clId="{2482167B-ADD3-4E68-AB8B-ADE9CECE27D0}" dt="2026-05-31T04:27:32.496" v="66" actId="47"/>
        <pc:sldMkLst>
          <pc:docMk/>
          <pc:sldMk cId="3466919745" sldId="1310"/>
        </pc:sldMkLst>
      </pc:sldChg>
      <pc:sldChg chg="del">
        <pc:chgData name="Norbey Muñoz" userId="b7e811e8891ccd42" providerId="LiveId" clId="{2482167B-ADD3-4E68-AB8B-ADE9CECE27D0}" dt="2026-05-31T04:27:32.116" v="65" actId="47"/>
        <pc:sldMkLst>
          <pc:docMk/>
          <pc:sldMk cId="2508144903" sldId="1312"/>
        </pc:sldMkLst>
      </pc:sldChg>
      <pc:sldChg chg="del">
        <pc:chgData name="Norbey Muñoz" userId="b7e811e8891ccd42" providerId="LiveId" clId="{2482167B-ADD3-4E68-AB8B-ADE9CECE27D0}" dt="2026-05-31T04:27:32.827" v="67" actId="47"/>
        <pc:sldMkLst>
          <pc:docMk/>
          <pc:sldMk cId="3795653802" sldId="1313"/>
        </pc:sldMkLst>
      </pc:sldChg>
      <pc:sldChg chg="del">
        <pc:chgData name="Norbey Muñoz" userId="b7e811e8891ccd42" providerId="LiveId" clId="{2482167B-ADD3-4E68-AB8B-ADE9CECE27D0}" dt="2026-05-31T04:27:07.257" v="45" actId="47"/>
        <pc:sldMkLst>
          <pc:docMk/>
          <pc:sldMk cId="1174661257" sldId="1321"/>
        </pc:sldMkLst>
      </pc:sldChg>
      <pc:sldChg chg="del">
        <pc:chgData name="Norbey Muñoz" userId="b7e811e8891ccd42" providerId="LiveId" clId="{2482167B-ADD3-4E68-AB8B-ADE9CECE27D0}" dt="2026-05-31T04:27:14.515" v="50" actId="47"/>
        <pc:sldMkLst>
          <pc:docMk/>
          <pc:sldMk cId="3783105964" sldId="1322"/>
        </pc:sldMkLst>
      </pc:sldChg>
      <pc:sldChg chg="del">
        <pc:chgData name="Norbey Muñoz" userId="b7e811e8891ccd42" providerId="LiveId" clId="{2482167B-ADD3-4E68-AB8B-ADE9CECE27D0}" dt="2026-05-31T04:27:29.657" v="61" actId="47"/>
        <pc:sldMkLst>
          <pc:docMk/>
          <pc:sldMk cId="4057262332" sldId="1323"/>
        </pc:sldMkLst>
      </pc:sldChg>
      <pc:sldChg chg="del">
        <pc:chgData name="Norbey Muñoz" userId="b7e811e8891ccd42" providerId="LiveId" clId="{2482167B-ADD3-4E68-AB8B-ADE9CECE27D0}" dt="2026-05-31T04:27:30.063" v="62" actId="47"/>
        <pc:sldMkLst>
          <pc:docMk/>
          <pc:sldMk cId="349291207" sldId="1324"/>
        </pc:sldMkLst>
      </pc:sldChg>
      <pc:sldChg chg="del">
        <pc:chgData name="Norbey Muñoz" userId="b7e811e8891ccd42" providerId="LiveId" clId="{2482167B-ADD3-4E68-AB8B-ADE9CECE27D0}" dt="2026-05-31T04:27:30.457" v="63" actId="47"/>
        <pc:sldMkLst>
          <pc:docMk/>
          <pc:sldMk cId="4079734946" sldId="1325"/>
        </pc:sldMkLst>
      </pc:sldChg>
      <pc:sldChg chg="del">
        <pc:chgData name="Norbey Muñoz" userId="b7e811e8891ccd42" providerId="LiveId" clId="{2482167B-ADD3-4E68-AB8B-ADE9CECE27D0}" dt="2026-05-31T04:27:31.561" v="64" actId="47"/>
        <pc:sldMkLst>
          <pc:docMk/>
          <pc:sldMk cId="4184475739" sldId="1326"/>
        </pc:sldMkLst>
      </pc:sldChg>
      <pc:sldChg chg="ord">
        <pc:chgData name="Norbey Muñoz" userId="b7e811e8891ccd42" providerId="LiveId" clId="{2482167B-ADD3-4E68-AB8B-ADE9CECE27D0}" dt="2026-05-31T04:32:02.231" v="193"/>
        <pc:sldMkLst>
          <pc:docMk/>
          <pc:sldMk cId="3633946859" sldId="1328"/>
        </pc:sldMkLst>
      </pc:sldChg>
      <pc:sldChg chg="del">
        <pc:chgData name="Norbey Muñoz" userId="b7e811e8891ccd42" providerId="LiveId" clId="{2482167B-ADD3-4E68-AB8B-ADE9CECE27D0}" dt="2026-05-31T04:27:43.337" v="70" actId="47"/>
        <pc:sldMkLst>
          <pc:docMk/>
          <pc:sldMk cId="2277909904" sldId="1329"/>
        </pc:sldMkLst>
      </pc:sldChg>
      <pc:sldChg chg="del">
        <pc:chgData name="Norbey Muñoz" userId="b7e811e8891ccd42" providerId="LiveId" clId="{2482167B-ADD3-4E68-AB8B-ADE9CECE27D0}" dt="2026-05-31T04:27:53.838" v="71" actId="47"/>
        <pc:sldMkLst>
          <pc:docMk/>
          <pc:sldMk cId="4241540222" sldId="1331"/>
        </pc:sldMkLst>
      </pc:sldChg>
      <pc:sldChg chg="del">
        <pc:chgData name="Norbey Muñoz" userId="b7e811e8891ccd42" providerId="LiveId" clId="{2482167B-ADD3-4E68-AB8B-ADE9CECE27D0}" dt="2026-05-31T04:33:08.587" v="222" actId="47"/>
        <pc:sldMkLst>
          <pc:docMk/>
          <pc:sldMk cId="1589837378" sldId="1332"/>
        </pc:sldMkLst>
      </pc:sldChg>
      <pc:sldChg chg="del">
        <pc:chgData name="Norbey Muñoz" userId="b7e811e8891ccd42" providerId="LiveId" clId="{2482167B-ADD3-4E68-AB8B-ADE9CECE27D0}" dt="2026-05-31T04:27:38.567" v="68" actId="47"/>
        <pc:sldMkLst>
          <pc:docMk/>
          <pc:sldMk cId="3356263025" sldId="1333"/>
        </pc:sldMkLst>
      </pc:sldChg>
      <pc:sldChg chg="del">
        <pc:chgData name="Norbey Muñoz" userId="b7e811e8891ccd42" providerId="LiveId" clId="{2482167B-ADD3-4E68-AB8B-ADE9CECE27D0}" dt="2026-05-31T04:27:39.250" v="69" actId="47"/>
        <pc:sldMkLst>
          <pc:docMk/>
          <pc:sldMk cId="4166497986" sldId="1334"/>
        </pc:sldMkLst>
      </pc:sldChg>
      <pc:sldChg chg="modSp mod ord">
        <pc:chgData name="Norbey Muñoz" userId="b7e811e8891ccd42" providerId="LiveId" clId="{2482167B-ADD3-4E68-AB8B-ADE9CECE27D0}" dt="2026-05-31T04:31:02.622" v="167" actId="20577"/>
        <pc:sldMkLst>
          <pc:docMk/>
          <pc:sldMk cId="1238738913" sldId="1335"/>
        </pc:sldMkLst>
        <pc:spChg chg="mod">
          <ac:chgData name="Norbey Muñoz" userId="b7e811e8891ccd42" providerId="LiveId" clId="{2482167B-ADD3-4E68-AB8B-ADE9CECE27D0}" dt="2026-05-31T04:31:02.622" v="167" actId="20577"/>
          <ac:spMkLst>
            <pc:docMk/>
            <pc:sldMk cId="1238738913" sldId="1335"/>
            <ac:spMk id="4" creationId="{23B24934-4FF2-4FFB-8FEE-0F59A0DA2728}"/>
          </ac:spMkLst>
        </pc:spChg>
        <pc:spChg chg="mod">
          <ac:chgData name="Norbey Muñoz" userId="b7e811e8891ccd42" providerId="LiveId" clId="{2482167B-ADD3-4E68-AB8B-ADE9CECE27D0}" dt="2026-05-31T04:30:54.844" v="165" actId="123"/>
          <ac:spMkLst>
            <pc:docMk/>
            <pc:sldMk cId="1238738913" sldId="1335"/>
            <ac:spMk id="5" creationId="{034D296A-445D-44B7-8EB9-4030FEBE532E}"/>
          </ac:spMkLst>
        </pc:spChg>
      </pc:sldChg>
      <pc:sldChg chg="del">
        <pc:chgData name="Norbey Muñoz" userId="b7e811e8891ccd42" providerId="LiveId" clId="{2482167B-ADD3-4E68-AB8B-ADE9CECE27D0}" dt="2026-05-31T04:31:17.786" v="171" actId="47"/>
        <pc:sldMkLst>
          <pc:docMk/>
          <pc:sldMk cId="1897500171" sldId="1336"/>
        </pc:sldMkLst>
      </pc:sldChg>
      <pc:sldChg chg="del">
        <pc:chgData name="Norbey Muñoz" userId="b7e811e8891ccd42" providerId="LiveId" clId="{2482167B-ADD3-4E68-AB8B-ADE9CECE27D0}" dt="2026-05-31T04:31:16.494" v="170" actId="47"/>
        <pc:sldMkLst>
          <pc:docMk/>
          <pc:sldMk cId="415242928" sldId="1337"/>
        </pc:sldMkLst>
      </pc:sldChg>
      <pc:sldChg chg="del">
        <pc:chgData name="Norbey Muñoz" userId="b7e811e8891ccd42" providerId="LiveId" clId="{2482167B-ADD3-4E68-AB8B-ADE9CECE27D0}" dt="2026-05-31T04:31:18.343" v="172" actId="47"/>
        <pc:sldMkLst>
          <pc:docMk/>
          <pc:sldMk cId="3157037647" sldId="1338"/>
        </pc:sldMkLst>
      </pc:sldChg>
      <pc:sldChg chg="del">
        <pc:chgData name="Norbey Muñoz" userId="b7e811e8891ccd42" providerId="LiveId" clId="{2482167B-ADD3-4E68-AB8B-ADE9CECE27D0}" dt="2026-05-31T04:31:20.075" v="180" actId="47"/>
        <pc:sldMkLst>
          <pc:docMk/>
          <pc:sldMk cId="1167027392" sldId="1339"/>
        </pc:sldMkLst>
      </pc:sldChg>
      <pc:sldChg chg="ord">
        <pc:chgData name="Norbey Muñoz" userId="b7e811e8891ccd42" providerId="LiveId" clId="{2482167B-ADD3-4E68-AB8B-ADE9CECE27D0}" dt="2026-05-31T04:31:46.582" v="187"/>
        <pc:sldMkLst>
          <pc:docMk/>
          <pc:sldMk cId="2999899774" sldId="1341"/>
        </pc:sldMkLst>
      </pc:sldChg>
      <pc:sldChg chg="del ord">
        <pc:chgData name="Norbey Muñoz" userId="b7e811e8891ccd42" providerId="LiveId" clId="{2482167B-ADD3-4E68-AB8B-ADE9CECE27D0}" dt="2026-05-31T04:31:38.768" v="185" actId="47"/>
        <pc:sldMkLst>
          <pc:docMk/>
          <pc:sldMk cId="2072898887" sldId="1342"/>
        </pc:sldMkLst>
      </pc:sldChg>
      <pc:sldChg chg="del">
        <pc:chgData name="Norbey Muñoz" userId="b7e811e8891ccd42" providerId="LiveId" clId="{2482167B-ADD3-4E68-AB8B-ADE9CECE27D0}" dt="2026-05-31T04:33:00.997" v="208" actId="47"/>
        <pc:sldMkLst>
          <pc:docMk/>
          <pc:sldMk cId="929928764" sldId="1343"/>
        </pc:sldMkLst>
      </pc:sldChg>
      <pc:sldChg chg="del">
        <pc:chgData name="Norbey Muñoz" userId="b7e811e8891ccd42" providerId="LiveId" clId="{2482167B-ADD3-4E68-AB8B-ADE9CECE27D0}" dt="2026-05-31T04:33:01.350" v="209" actId="47"/>
        <pc:sldMkLst>
          <pc:docMk/>
          <pc:sldMk cId="3846513505" sldId="1344"/>
        </pc:sldMkLst>
      </pc:sldChg>
      <pc:sldChg chg="del">
        <pc:chgData name="Norbey Muñoz" userId="b7e811e8891ccd42" providerId="LiveId" clId="{2482167B-ADD3-4E68-AB8B-ADE9CECE27D0}" dt="2026-05-31T04:33:01.818" v="210" actId="47"/>
        <pc:sldMkLst>
          <pc:docMk/>
          <pc:sldMk cId="3728735840" sldId="1345"/>
        </pc:sldMkLst>
      </pc:sldChg>
      <pc:sldChg chg="del">
        <pc:chgData name="Norbey Muñoz" userId="b7e811e8891ccd42" providerId="LiveId" clId="{2482167B-ADD3-4E68-AB8B-ADE9CECE27D0}" dt="2026-05-31T04:33:02.472" v="211" actId="47"/>
        <pc:sldMkLst>
          <pc:docMk/>
          <pc:sldMk cId="1177546348" sldId="1346"/>
        </pc:sldMkLst>
      </pc:sldChg>
      <pc:sldChg chg="del">
        <pc:chgData name="Norbey Muñoz" userId="b7e811e8891ccd42" providerId="LiveId" clId="{2482167B-ADD3-4E68-AB8B-ADE9CECE27D0}" dt="2026-05-31T04:33:03.810" v="212" actId="47"/>
        <pc:sldMkLst>
          <pc:docMk/>
          <pc:sldMk cId="1967493125" sldId="1347"/>
        </pc:sldMkLst>
      </pc:sldChg>
      <pc:sldChg chg="del">
        <pc:chgData name="Norbey Muñoz" userId="b7e811e8891ccd42" providerId="LiveId" clId="{2482167B-ADD3-4E68-AB8B-ADE9CECE27D0}" dt="2026-05-31T04:33:04.607" v="213" actId="47"/>
        <pc:sldMkLst>
          <pc:docMk/>
          <pc:sldMk cId="1280523772" sldId="1348"/>
        </pc:sldMkLst>
      </pc:sldChg>
      <pc:sldChg chg="del">
        <pc:chgData name="Norbey Muñoz" userId="b7e811e8891ccd42" providerId="LiveId" clId="{2482167B-ADD3-4E68-AB8B-ADE9CECE27D0}" dt="2026-05-31T04:33:05.013" v="214" actId="47"/>
        <pc:sldMkLst>
          <pc:docMk/>
          <pc:sldMk cId="3199223423" sldId="1349"/>
        </pc:sldMkLst>
      </pc:sldChg>
      <pc:sldChg chg="del">
        <pc:chgData name="Norbey Muñoz" userId="b7e811e8891ccd42" providerId="LiveId" clId="{2482167B-ADD3-4E68-AB8B-ADE9CECE27D0}" dt="2026-05-31T04:33:06.942" v="218" actId="47"/>
        <pc:sldMkLst>
          <pc:docMk/>
          <pc:sldMk cId="680253658" sldId="1350"/>
        </pc:sldMkLst>
      </pc:sldChg>
      <pc:sldChg chg="del">
        <pc:chgData name="Norbey Muñoz" userId="b7e811e8891ccd42" providerId="LiveId" clId="{2482167B-ADD3-4E68-AB8B-ADE9CECE27D0}" dt="2026-05-31T04:33:08.256" v="221" actId="47"/>
        <pc:sldMkLst>
          <pc:docMk/>
          <pc:sldMk cId="737332130" sldId="1351"/>
        </pc:sldMkLst>
      </pc:sldChg>
      <pc:sldChg chg="del">
        <pc:chgData name="Norbey Muñoz" userId="b7e811e8891ccd42" providerId="LiveId" clId="{2482167B-ADD3-4E68-AB8B-ADE9CECE27D0}" dt="2026-05-31T04:33:09.478" v="225" actId="47"/>
        <pc:sldMkLst>
          <pc:docMk/>
          <pc:sldMk cId="383988783" sldId="1352"/>
        </pc:sldMkLst>
      </pc:sldChg>
      <pc:sldChg chg="del">
        <pc:chgData name="Norbey Muñoz" userId="b7e811e8891ccd42" providerId="LiveId" clId="{2482167B-ADD3-4E68-AB8B-ADE9CECE27D0}" dt="2026-05-31T04:33:11.061" v="230" actId="47"/>
        <pc:sldMkLst>
          <pc:docMk/>
          <pc:sldMk cId="2402715272" sldId="1353"/>
        </pc:sldMkLst>
      </pc:sldChg>
      <pc:sldChg chg="del">
        <pc:chgData name="Norbey Muñoz" userId="b7e811e8891ccd42" providerId="LiveId" clId="{2482167B-ADD3-4E68-AB8B-ADE9CECE27D0}" dt="2026-05-31T04:33:11.366" v="231" actId="47"/>
        <pc:sldMkLst>
          <pc:docMk/>
          <pc:sldMk cId="4152777183" sldId="1354"/>
        </pc:sldMkLst>
      </pc:sldChg>
      <pc:sldChg chg="del">
        <pc:chgData name="Norbey Muñoz" userId="b7e811e8891ccd42" providerId="LiveId" clId="{2482167B-ADD3-4E68-AB8B-ADE9CECE27D0}" dt="2026-05-31T04:33:13.317" v="238" actId="47"/>
        <pc:sldMkLst>
          <pc:docMk/>
          <pc:sldMk cId="3070849519" sldId="1355"/>
        </pc:sldMkLst>
      </pc:sldChg>
      <pc:sldChg chg="del">
        <pc:chgData name="Norbey Muñoz" userId="b7e811e8891ccd42" providerId="LiveId" clId="{2482167B-ADD3-4E68-AB8B-ADE9CECE27D0}" dt="2026-05-31T04:33:13.564" v="239" actId="47"/>
        <pc:sldMkLst>
          <pc:docMk/>
          <pc:sldMk cId="235249452" sldId="1356"/>
        </pc:sldMkLst>
      </pc:sldChg>
      <pc:sldChg chg="del">
        <pc:chgData name="Norbey Muñoz" userId="b7e811e8891ccd42" providerId="LiveId" clId="{2482167B-ADD3-4E68-AB8B-ADE9CECE27D0}" dt="2026-05-31T04:33:12.043" v="233" actId="47"/>
        <pc:sldMkLst>
          <pc:docMk/>
          <pc:sldMk cId="3996874505" sldId="1357"/>
        </pc:sldMkLst>
      </pc:sldChg>
      <pc:sldChg chg="del">
        <pc:chgData name="Norbey Muñoz" userId="b7e811e8891ccd42" providerId="LiveId" clId="{2482167B-ADD3-4E68-AB8B-ADE9CECE27D0}" dt="2026-05-31T04:33:12.584" v="235" actId="47"/>
        <pc:sldMkLst>
          <pc:docMk/>
          <pc:sldMk cId="2248015848" sldId="1358"/>
        </pc:sldMkLst>
      </pc:sldChg>
      <pc:sldChg chg="del">
        <pc:chgData name="Norbey Muñoz" userId="b7e811e8891ccd42" providerId="LiveId" clId="{2482167B-ADD3-4E68-AB8B-ADE9CECE27D0}" dt="2026-05-31T04:33:15.419" v="240" actId="47"/>
        <pc:sldMkLst>
          <pc:docMk/>
          <pc:sldMk cId="3814226300" sldId="1359"/>
        </pc:sldMkLst>
      </pc:sldChg>
      <pc:sldChg chg="del">
        <pc:chgData name="Norbey Muñoz" userId="b7e811e8891ccd42" providerId="LiveId" clId="{2482167B-ADD3-4E68-AB8B-ADE9CECE27D0}" dt="2026-05-31T04:33:00.443" v="207" actId="47"/>
        <pc:sldMkLst>
          <pc:docMk/>
          <pc:sldMk cId="3979457046" sldId="1361"/>
        </pc:sldMkLst>
      </pc:sldChg>
      <pc:sldChg chg="del">
        <pc:chgData name="Norbey Muñoz" userId="b7e811e8891ccd42" providerId="LiveId" clId="{2482167B-ADD3-4E68-AB8B-ADE9CECE27D0}" dt="2026-05-31T04:26:47.016" v="34" actId="47"/>
        <pc:sldMkLst>
          <pc:docMk/>
          <pc:sldMk cId="2830612345" sldId="1362"/>
        </pc:sldMkLst>
      </pc:sldChg>
      <pc:sldChg chg="del">
        <pc:chgData name="Norbey Muñoz" userId="b7e811e8891ccd42" providerId="LiveId" clId="{2482167B-ADD3-4E68-AB8B-ADE9CECE27D0}" dt="2026-05-31T04:26:35.192" v="0" actId="47"/>
        <pc:sldMkLst>
          <pc:docMk/>
          <pc:sldMk cId="510673190" sldId="1364"/>
        </pc:sldMkLst>
      </pc:sldChg>
      <pc:sldChg chg="del">
        <pc:chgData name="Norbey Muñoz" userId="b7e811e8891ccd42" providerId="LiveId" clId="{2482167B-ADD3-4E68-AB8B-ADE9CECE27D0}" dt="2026-05-31T04:27:06.177" v="42" actId="47"/>
        <pc:sldMkLst>
          <pc:docMk/>
          <pc:sldMk cId="2900662076" sldId="1365"/>
        </pc:sldMkLst>
      </pc:sldChg>
      <pc:sldChg chg="del">
        <pc:chgData name="Norbey Muñoz" userId="b7e811e8891ccd42" providerId="LiveId" clId="{2482167B-ADD3-4E68-AB8B-ADE9CECE27D0}" dt="2026-05-31T04:27:06.572" v="43" actId="47"/>
        <pc:sldMkLst>
          <pc:docMk/>
          <pc:sldMk cId="418606643" sldId="1367"/>
        </pc:sldMkLst>
      </pc:sldChg>
    </pc:docChg>
  </pc:docChgLst>
</pc:chgInfo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8DDD198-8361-4EA7-A98F-5D30F0B8FD32}" type="doc">
      <dgm:prSet loTypeId="urn:microsoft.com/office/officeart/2005/8/layout/list1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ED551E17-23D2-4CCF-8946-CB27D349CA86}">
      <dgm:prSet/>
      <dgm:spPr/>
      <dgm:t>
        <a:bodyPr/>
        <a:lstStyle/>
        <a:p>
          <a:r>
            <a:rPr lang="es-CO" b="1" dirty="0"/>
            <a:t>PQRS</a:t>
          </a:r>
          <a:endParaRPr lang="en-US" dirty="0"/>
        </a:p>
      </dgm:t>
    </dgm:pt>
    <dgm:pt modelId="{E2F48F56-7650-4E83-A6A0-69F848BCA741}" type="parTrans" cxnId="{9BB5DB1E-0BEB-4106-84DD-69E919CB1C0C}">
      <dgm:prSet/>
      <dgm:spPr/>
      <dgm:t>
        <a:bodyPr/>
        <a:lstStyle/>
        <a:p>
          <a:endParaRPr lang="en-US"/>
        </a:p>
      </dgm:t>
    </dgm:pt>
    <dgm:pt modelId="{F8D10739-5E77-4771-A9CD-9B94F5078080}" type="sibTrans" cxnId="{9BB5DB1E-0BEB-4106-84DD-69E919CB1C0C}">
      <dgm:prSet/>
      <dgm:spPr/>
      <dgm:t>
        <a:bodyPr/>
        <a:lstStyle/>
        <a:p>
          <a:endParaRPr lang="en-US"/>
        </a:p>
      </dgm:t>
    </dgm:pt>
    <dgm:pt modelId="{996C40A6-BA9D-48C9-B547-A32AE9D48794}">
      <dgm:prSet custT="1"/>
      <dgm:spPr/>
      <dgm:t>
        <a:bodyPr/>
        <a:lstStyle/>
        <a:p>
          <a:r>
            <a:rPr lang="es-CO" sz="3200" dirty="0"/>
            <a:t>¿Cuánto tiempo tomara responder esta PQRS?</a:t>
          </a:r>
          <a:endParaRPr lang="en-US" sz="3200" dirty="0"/>
        </a:p>
      </dgm:t>
    </dgm:pt>
    <dgm:pt modelId="{671EBD97-D332-44FA-988D-B12A51DD71D0}" type="parTrans" cxnId="{725D4984-333F-4E15-B909-B0ABA7224C04}">
      <dgm:prSet/>
      <dgm:spPr/>
      <dgm:t>
        <a:bodyPr/>
        <a:lstStyle/>
        <a:p>
          <a:endParaRPr lang="en-US"/>
        </a:p>
      </dgm:t>
    </dgm:pt>
    <dgm:pt modelId="{40557D84-09F6-472B-BF3D-C201FE93B3C9}" type="sibTrans" cxnId="{725D4984-333F-4E15-B909-B0ABA7224C04}">
      <dgm:prSet/>
      <dgm:spPr/>
      <dgm:t>
        <a:bodyPr/>
        <a:lstStyle/>
        <a:p>
          <a:endParaRPr lang="en-US"/>
        </a:p>
      </dgm:t>
    </dgm:pt>
    <dgm:pt modelId="{C26C7D95-EF14-4B4C-8D31-ED06E2754F3F}">
      <dgm:prSet custT="1"/>
      <dgm:spPr/>
      <dgm:t>
        <a:bodyPr/>
        <a:lstStyle/>
        <a:p>
          <a:r>
            <a:rPr lang="es-CO" sz="3200" dirty="0"/>
            <a:t>¿Quién debe responder esta PQRS?</a:t>
          </a:r>
          <a:endParaRPr lang="en-US" sz="3200" dirty="0"/>
        </a:p>
      </dgm:t>
    </dgm:pt>
    <dgm:pt modelId="{FC6855E8-2C3D-43B3-8636-60E90FF7B2C1}" type="parTrans" cxnId="{93FCC269-384A-41D0-97F9-6E38DC547DE1}">
      <dgm:prSet/>
      <dgm:spPr/>
      <dgm:t>
        <a:bodyPr/>
        <a:lstStyle/>
        <a:p>
          <a:endParaRPr lang="en-US"/>
        </a:p>
      </dgm:t>
    </dgm:pt>
    <dgm:pt modelId="{DBFB984C-4F46-40CC-948D-574B01A49BB2}" type="sibTrans" cxnId="{93FCC269-384A-41D0-97F9-6E38DC547DE1}">
      <dgm:prSet/>
      <dgm:spPr/>
      <dgm:t>
        <a:bodyPr/>
        <a:lstStyle/>
        <a:p>
          <a:endParaRPr lang="en-US"/>
        </a:p>
      </dgm:t>
    </dgm:pt>
    <dgm:pt modelId="{C0280F89-4BDA-45EC-B7C7-0C835B80A3AE}">
      <dgm:prSet custT="1"/>
      <dgm:spPr/>
      <dgm:t>
        <a:bodyPr/>
        <a:lstStyle/>
        <a:p>
          <a:r>
            <a:rPr lang="es-CO" sz="3200" dirty="0"/>
            <a:t>¿Es correcta la respuesta de esta PQRS?</a:t>
          </a:r>
          <a:endParaRPr lang="en-US" sz="3200" dirty="0"/>
        </a:p>
      </dgm:t>
    </dgm:pt>
    <dgm:pt modelId="{EC34BBD0-8D9A-4269-91C5-3457EDF97E3E}" type="parTrans" cxnId="{E330C025-CF21-4D22-BA9A-627738E0E352}">
      <dgm:prSet/>
      <dgm:spPr/>
      <dgm:t>
        <a:bodyPr/>
        <a:lstStyle/>
        <a:p>
          <a:endParaRPr lang="en-US"/>
        </a:p>
      </dgm:t>
    </dgm:pt>
    <dgm:pt modelId="{D1D109B7-BF24-4694-AED8-043A6EDE0097}" type="sibTrans" cxnId="{E330C025-CF21-4D22-BA9A-627738E0E352}">
      <dgm:prSet/>
      <dgm:spPr/>
      <dgm:t>
        <a:bodyPr/>
        <a:lstStyle/>
        <a:p>
          <a:endParaRPr lang="en-US"/>
        </a:p>
      </dgm:t>
    </dgm:pt>
    <dgm:pt modelId="{7E293173-65F6-49F3-AF84-53D8EA89D643}">
      <dgm:prSet custT="1"/>
      <dgm:spPr/>
      <dgm:t>
        <a:bodyPr/>
        <a:lstStyle/>
        <a:p>
          <a:r>
            <a:rPr lang="es-CO" sz="3200" dirty="0"/>
            <a:t>¿Qué área es mas productiva?</a:t>
          </a:r>
          <a:endParaRPr lang="en-US" sz="3200" dirty="0"/>
        </a:p>
      </dgm:t>
    </dgm:pt>
    <dgm:pt modelId="{656458D2-EA48-46DA-9F8F-28509DA467E5}" type="parTrans" cxnId="{C0D93107-5964-4E83-85B5-C9D6B8244B45}">
      <dgm:prSet/>
      <dgm:spPr/>
      <dgm:t>
        <a:bodyPr/>
        <a:lstStyle/>
        <a:p>
          <a:endParaRPr lang="en-US"/>
        </a:p>
      </dgm:t>
    </dgm:pt>
    <dgm:pt modelId="{1710573B-BBFB-4CD0-8AC3-84407190751B}" type="sibTrans" cxnId="{C0D93107-5964-4E83-85B5-C9D6B8244B45}">
      <dgm:prSet/>
      <dgm:spPr/>
      <dgm:t>
        <a:bodyPr/>
        <a:lstStyle/>
        <a:p>
          <a:endParaRPr lang="en-US"/>
        </a:p>
      </dgm:t>
    </dgm:pt>
    <dgm:pt modelId="{39032745-CA68-42D4-B02D-8A3F9BFC396F}" type="pres">
      <dgm:prSet presAssocID="{18DDD198-8361-4EA7-A98F-5D30F0B8FD32}" presName="linear" presStyleCnt="0">
        <dgm:presLayoutVars>
          <dgm:dir/>
          <dgm:animLvl val="lvl"/>
          <dgm:resizeHandles val="exact"/>
        </dgm:presLayoutVars>
      </dgm:prSet>
      <dgm:spPr/>
    </dgm:pt>
    <dgm:pt modelId="{2458F6CC-EBAD-4C95-940C-79581859873C}" type="pres">
      <dgm:prSet presAssocID="{ED551E17-23D2-4CCF-8946-CB27D349CA86}" presName="parentLin" presStyleCnt="0"/>
      <dgm:spPr/>
    </dgm:pt>
    <dgm:pt modelId="{D8086615-D832-4075-B6A3-25E75D43CCA6}" type="pres">
      <dgm:prSet presAssocID="{ED551E17-23D2-4CCF-8946-CB27D349CA86}" presName="parentLeftMargin" presStyleLbl="node1" presStyleIdx="0" presStyleCnt="1"/>
      <dgm:spPr/>
    </dgm:pt>
    <dgm:pt modelId="{12D96038-6705-45BB-875A-F8857DAB0363}" type="pres">
      <dgm:prSet presAssocID="{ED551E17-23D2-4CCF-8946-CB27D349CA8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80A290C-718E-46AD-8867-AF52C87752E1}" type="pres">
      <dgm:prSet presAssocID="{ED551E17-23D2-4CCF-8946-CB27D349CA86}" presName="negativeSpace" presStyleCnt="0"/>
      <dgm:spPr/>
    </dgm:pt>
    <dgm:pt modelId="{F308208F-26AE-4179-9761-46FF77BE30D2}" type="pres">
      <dgm:prSet presAssocID="{ED551E17-23D2-4CCF-8946-CB27D349CA8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0D93107-5964-4E83-85B5-C9D6B8244B45}" srcId="{ED551E17-23D2-4CCF-8946-CB27D349CA86}" destId="{7E293173-65F6-49F3-AF84-53D8EA89D643}" srcOrd="3" destOrd="0" parTransId="{656458D2-EA48-46DA-9F8F-28509DA467E5}" sibTransId="{1710573B-BBFB-4CD0-8AC3-84407190751B}"/>
    <dgm:cxn modelId="{A6C4D20A-EC0E-466F-A7B7-85397BD39EE6}" type="presOf" srcId="{7E293173-65F6-49F3-AF84-53D8EA89D643}" destId="{F308208F-26AE-4179-9761-46FF77BE30D2}" srcOrd="0" destOrd="3" presId="urn:microsoft.com/office/officeart/2005/8/layout/list1"/>
    <dgm:cxn modelId="{9BB5DB1E-0BEB-4106-84DD-69E919CB1C0C}" srcId="{18DDD198-8361-4EA7-A98F-5D30F0B8FD32}" destId="{ED551E17-23D2-4CCF-8946-CB27D349CA86}" srcOrd="0" destOrd="0" parTransId="{E2F48F56-7650-4E83-A6A0-69F848BCA741}" sibTransId="{F8D10739-5E77-4771-A9CD-9B94F5078080}"/>
    <dgm:cxn modelId="{E330C025-CF21-4D22-BA9A-627738E0E352}" srcId="{ED551E17-23D2-4CCF-8946-CB27D349CA86}" destId="{C0280F89-4BDA-45EC-B7C7-0C835B80A3AE}" srcOrd="2" destOrd="0" parTransId="{EC34BBD0-8D9A-4269-91C5-3457EDF97E3E}" sibTransId="{D1D109B7-BF24-4694-AED8-043A6EDE0097}"/>
    <dgm:cxn modelId="{93FCC269-384A-41D0-97F9-6E38DC547DE1}" srcId="{ED551E17-23D2-4CCF-8946-CB27D349CA86}" destId="{C26C7D95-EF14-4B4C-8D31-ED06E2754F3F}" srcOrd="1" destOrd="0" parTransId="{FC6855E8-2C3D-43B3-8636-60E90FF7B2C1}" sibTransId="{DBFB984C-4F46-40CC-948D-574B01A49BB2}"/>
    <dgm:cxn modelId="{725D4984-333F-4E15-B909-B0ABA7224C04}" srcId="{ED551E17-23D2-4CCF-8946-CB27D349CA86}" destId="{996C40A6-BA9D-48C9-B547-A32AE9D48794}" srcOrd="0" destOrd="0" parTransId="{671EBD97-D332-44FA-988D-B12A51DD71D0}" sibTransId="{40557D84-09F6-472B-BF3D-C201FE93B3C9}"/>
    <dgm:cxn modelId="{CF75EF89-EC02-4A3A-82E0-CA3251064D0D}" type="presOf" srcId="{C0280F89-4BDA-45EC-B7C7-0C835B80A3AE}" destId="{F308208F-26AE-4179-9761-46FF77BE30D2}" srcOrd="0" destOrd="2" presId="urn:microsoft.com/office/officeart/2005/8/layout/list1"/>
    <dgm:cxn modelId="{CD792C8F-1CD1-40F4-B31D-FE48ACC46EDD}" type="presOf" srcId="{ED551E17-23D2-4CCF-8946-CB27D349CA86}" destId="{D8086615-D832-4075-B6A3-25E75D43CCA6}" srcOrd="0" destOrd="0" presId="urn:microsoft.com/office/officeart/2005/8/layout/list1"/>
    <dgm:cxn modelId="{B7654FA2-0F21-45AE-9674-9CCDECC10C57}" type="presOf" srcId="{ED551E17-23D2-4CCF-8946-CB27D349CA86}" destId="{12D96038-6705-45BB-875A-F8857DAB0363}" srcOrd="1" destOrd="0" presId="urn:microsoft.com/office/officeart/2005/8/layout/list1"/>
    <dgm:cxn modelId="{E1F0F4A3-B8B3-45C3-B680-F34464D2A94E}" type="presOf" srcId="{C26C7D95-EF14-4B4C-8D31-ED06E2754F3F}" destId="{F308208F-26AE-4179-9761-46FF77BE30D2}" srcOrd="0" destOrd="1" presId="urn:microsoft.com/office/officeart/2005/8/layout/list1"/>
    <dgm:cxn modelId="{F69BA4DB-B8FF-4CC2-A45A-97502D7AD54D}" type="presOf" srcId="{18DDD198-8361-4EA7-A98F-5D30F0B8FD32}" destId="{39032745-CA68-42D4-B02D-8A3F9BFC396F}" srcOrd="0" destOrd="0" presId="urn:microsoft.com/office/officeart/2005/8/layout/list1"/>
    <dgm:cxn modelId="{EAB36FEC-D028-4225-BEE1-A2FBD32A436C}" type="presOf" srcId="{996C40A6-BA9D-48C9-B547-A32AE9D48794}" destId="{F308208F-26AE-4179-9761-46FF77BE30D2}" srcOrd="0" destOrd="0" presId="urn:microsoft.com/office/officeart/2005/8/layout/list1"/>
    <dgm:cxn modelId="{86326D2C-D88B-4901-92DD-6650EBB213C8}" type="presParOf" srcId="{39032745-CA68-42D4-B02D-8A3F9BFC396F}" destId="{2458F6CC-EBAD-4C95-940C-79581859873C}" srcOrd="0" destOrd="0" presId="urn:microsoft.com/office/officeart/2005/8/layout/list1"/>
    <dgm:cxn modelId="{07B5A81D-E9A9-4C91-A9BE-0ECC131C2E10}" type="presParOf" srcId="{2458F6CC-EBAD-4C95-940C-79581859873C}" destId="{D8086615-D832-4075-B6A3-25E75D43CCA6}" srcOrd="0" destOrd="0" presId="urn:microsoft.com/office/officeart/2005/8/layout/list1"/>
    <dgm:cxn modelId="{D154F376-5419-4E7D-9193-278843118793}" type="presParOf" srcId="{2458F6CC-EBAD-4C95-940C-79581859873C}" destId="{12D96038-6705-45BB-875A-F8857DAB0363}" srcOrd="1" destOrd="0" presId="urn:microsoft.com/office/officeart/2005/8/layout/list1"/>
    <dgm:cxn modelId="{B977D35F-4BEC-45E4-BBF5-BBB1D1C4D1BC}" type="presParOf" srcId="{39032745-CA68-42D4-B02D-8A3F9BFC396F}" destId="{880A290C-718E-46AD-8867-AF52C87752E1}" srcOrd="1" destOrd="0" presId="urn:microsoft.com/office/officeart/2005/8/layout/list1"/>
    <dgm:cxn modelId="{DA251EAE-7979-4D1A-B9A6-A9D02758EC64}" type="presParOf" srcId="{39032745-CA68-42D4-B02D-8A3F9BFC396F}" destId="{F308208F-26AE-4179-9761-46FF77BE30D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8DDD198-8361-4EA7-A98F-5D30F0B8FD32}" type="doc">
      <dgm:prSet loTypeId="urn:microsoft.com/office/officeart/2005/8/layout/list1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ED551E17-23D2-4CCF-8946-CB27D349CA86}">
      <dgm:prSet/>
      <dgm:spPr/>
      <dgm:t>
        <a:bodyPr/>
        <a:lstStyle/>
        <a:p>
          <a:r>
            <a:rPr lang="es-CO" b="1"/>
            <a:t>Recursos Humanos</a:t>
          </a:r>
          <a:endParaRPr lang="en-US"/>
        </a:p>
      </dgm:t>
    </dgm:pt>
    <dgm:pt modelId="{E2F48F56-7650-4E83-A6A0-69F848BCA741}" type="parTrans" cxnId="{9BB5DB1E-0BEB-4106-84DD-69E919CB1C0C}">
      <dgm:prSet/>
      <dgm:spPr/>
      <dgm:t>
        <a:bodyPr/>
        <a:lstStyle/>
        <a:p>
          <a:endParaRPr lang="en-US"/>
        </a:p>
      </dgm:t>
    </dgm:pt>
    <dgm:pt modelId="{F8D10739-5E77-4771-A9CD-9B94F5078080}" type="sibTrans" cxnId="{9BB5DB1E-0BEB-4106-84DD-69E919CB1C0C}">
      <dgm:prSet/>
      <dgm:spPr/>
      <dgm:t>
        <a:bodyPr/>
        <a:lstStyle/>
        <a:p>
          <a:endParaRPr lang="en-US"/>
        </a:p>
      </dgm:t>
    </dgm:pt>
    <dgm:pt modelId="{996C40A6-BA9D-48C9-B547-A32AE9D48794}">
      <dgm:prSet custT="1"/>
      <dgm:spPr/>
      <dgm:t>
        <a:bodyPr/>
        <a:lstStyle/>
        <a:p>
          <a:r>
            <a:rPr lang="es-CO" sz="3200" dirty="0"/>
            <a:t>¿A quién debo contratar?</a:t>
          </a:r>
          <a:endParaRPr lang="en-US" sz="3200" dirty="0"/>
        </a:p>
      </dgm:t>
    </dgm:pt>
    <dgm:pt modelId="{671EBD97-D332-44FA-988D-B12A51DD71D0}" type="parTrans" cxnId="{725D4984-333F-4E15-B909-B0ABA7224C04}">
      <dgm:prSet/>
      <dgm:spPr/>
      <dgm:t>
        <a:bodyPr/>
        <a:lstStyle/>
        <a:p>
          <a:endParaRPr lang="en-US"/>
        </a:p>
      </dgm:t>
    </dgm:pt>
    <dgm:pt modelId="{40557D84-09F6-472B-BF3D-C201FE93B3C9}" type="sibTrans" cxnId="{725D4984-333F-4E15-B909-B0ABA7224C04}">
      <dgm:prSet/>
      <dgm:spPr/>
      <dgm:t>
        <a:bodyPr/>
        <a:lstStyle/>
        <a:p>
          <a:endParaRPr lang="en-US"/>
        </a:p>
      </dgm:t>
    </dgm:pt>
    <dgm:pt modelId="{C26C7D95-EF14-4B4C-8D31-ED06E2754F3F}">
      <dgm:prSet custT="1"/>
      <dgm:spPr/>
      <dgm:t>
        <a:bodyPr/>
        <a:lstStyle/>
        <a:p>
          <a:r>
            <a:rPr lang="es-CO" sz="3200" dirty="0"/>
            <a:t>¿Qué empleado es probable que nos deje?</a:t>
          </a:r>
          <a:endParaRPr lang="en-US" sz="3200" dirty="0"/>
        </a:p>
      </dgm:t>
    </dgm:pt>
    <dgm:pt modelId="{FC6855E8-2C3D-43B3-8636-60E90FF7B2C1}" type="parTrans" cxnId="{93FCC269-384A-41D0-97F9-6E38DC547DE1}">
      <dgm:prSet/>
      <dgm:spPr/>
      <dgm:t>
        <a:bodyPr/>
        <a:lstStyle/>
        <a:p>
          <a:endParaRPr lang="en-US"/>
        </a:p>
      </dgm:t>
    </dgm:pt>
    <dgm:pt modelId="{DBFB984C-4F46-40CC-948D-574B01A49BB2}" type="sibTrans" cxnId="{93FCC269-384A-41D0-97F9-6E38DC547DE1}">
      <dgm:prSet/>
      <dgm:spPr/>
      <dgm:t>
        <a:bodyPr/>
        <a:lstStyle/>
        <a:p>
          <a:endParaRPr lang="en-US"/>
        </a:p>
      </dgm:t>
    </dgm:pt>
    <dgm:pt modelId="{C0280F89-4BDA-45EC-B7C7-0C835B80A3AE}">
      <dgm:prSet custT="1"/>
      <dgm:spPr/>
      <dgm:t>
        <a:bodyPr/>
        <a:lstStyle/>
        <a:p>
          <a:r>
            <a:rPr lang="es-CO" sz="3200" dirty="0"/>
            <a:t>¿Cuánto debo compensar a las personas?</a:t>
          </a:r>
          <a:endParaRPr lang="en-US" sz="3200" dirty="0"/>
        </a:p>
      </dgm:t>
    </dgm:pt>
    <dgm:pt modelId="{EC34BBD0-8D9A-4269-91C5-3457EDF97E3E}" type="parTrans" cxnId="{E330C025-CF21-4D22-BA9A-627738E0E352}">
      <dgm:prSet/>
      <dgm:spPr/>
      <dgm:t>
        <a:bodyPr/>
        <a:lstStyle/>
        <a:p>
          <a:endParaRPr lang="en-US"/>
        </a:p>
      </dgm:t>
    </dgm:pt>
    <dgm:pt modelId="{D1D109B7-BF24-4694-AED8-043A6EDE0097}" type="sibTrans" cxnId="{E330C025-CF21-4D22-BA9A-627738E0E352}">
      <dgm:prSet/>
      <dgm:spPr/>
      <dgm:t>
        <a:bodyPr/>
        <a:lstStyle/>
        <a:p>
          <a:endParaRPr lang="en-US"/>
        </a:p>
      </dgm:t>
    </dgm:pt>
    <dgm:pt modelId="{7E293173-65F6-49F3-AF84-53D8EA89D643}">
      <dgm:prSet custT="1"/>
      <dgm:spPr/>
      <dgm:t>
        <a:bodyPr/>
        <a:lstStyle/>
        <a:p>
          <a:r>
            <a:rPr lang="es-CO" sz="3200" dirty="0"/>
            <a:t>¿En qué lo debo preparar?</a:t>
          </a:r>
          <a:endParaRPr lang="en-US" sz="3200" dirty="0"/>
        </a:p>
      </dgm:t>
    </dgm:pt>
    <dgm:pt modelId="{656458D2-EA48-46DA-9F8F-28509DA467E5}" type="parTrans" cxnId="{C0D93107-5964-4E83-85B5-C9D6B8244B45}">
      <dgm:prSet/>
      <dgm:spPr/>
      <dgm:t>
        <a:bodyPr/>
        <a:lstStyle/>
        <a:p>
          <a:endParaRPr lang="en-US"/>
        </a:p>
      </dgm:t>
    </dgm:pt>
    <dgm:pt modelId="{1710573B-BBFB-4CD0-8AC3-84407190751B}" type="sibTrans" cxnId="{C0D93107-5964-4E83-85B5-C9D6B8244B45}">
      <dgm:prSet/>
      <dgm:spPr/>
      <dgm:t>
        <a:bodyPr/>
        <a:lstStyle/>
        <a:p>
          <a:endParaRPr lang="en-US"/>
        </a:p>
      </dgm:t>
    </dgm:pt>
    <dgm:pt modelId="{39032745-CA68-42D4-B02D-8A3F9BFC396F}" type="pres">
      <dgm:prSet presAssocID="{18DDD198-8361-4EA7-A98F-5D30F0B8FD32}" presName="linear" presStyleCnt="0">
        <dgm:presLayoutVars>
          <dgm:dir/>
          <dgm:animLvl val="lvl"/>
          <dgm:resizeHandles val="exact"/>
        </dgm:presLayoutVars>
      </dgm:prSet>
      <dgm:spPr/>
    </dgm:pt>
    <dgm:pt modelId="{2458F6CC-EBAD-4C95-940C-79581859873C}" type="pres">
      <dgm:prSet presAssocID="{ED551E17-23D2-4CCF-8946-CB27D349CA86}" presName="parentLin" presStyleCnt="0"/>
      <dgm:spPr/>
    </dgm:pt>
    <dgm:pt modelId="{D8086615-D832-4075-B6A3-25E75D43CCA6}" type="pres">
      <dgm:prSet presAssocID="{ED551E17-23D2-4CCF-8946-CB27D349CA86}" presName="parentLeftMargin" presStyleLbl="node1" presStyleIdx="0" presStyleCnt="1"/>
      <dgm:spPr/>
    </dgm:pt>
    <dgm:pt modelId="{12D96038-6705-45BB-875A-F8857DAB0363}" type="pres">
      <dgm:prSet presAssocID="{ED551E17-23D2-4CCF-8946-CB27D349CA8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80A290C-718E-46AD-8867-AF52C87752E1}" type="pres">
      <dgm:prSet presAssocID="{ED551E17-23D2-4CCF-8946-CB27D349CA86}" presName="negativeSpace" presStyleCnt="0"/>
      <dgm:spPr/>
    </dgm:pt>
    <dgm:pt modelId="{F308208F-26AE-4179-9761-46FF77BE30D2}" type="pres">
      <dgm:prSet presAssocID="{ED551E17-23D2-4CCF-8946-CB27D349CA8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0D93107-5964-4E83-85B5-C9D6B8244B45}" srcId="{ED551E17-23D2-4CCF-8946-CB27D349CA86}" destId="{7E293173-65F6-49F3-AF84-53D8EA89D643}" srcOrd="3" destOrd="0" parTransId="{656458D2-EA48-46DA-9F8F-28509DA467E5}" sibTransId="{1710573B-BBFB-4CD0-8AC3-84407190751B}"/>
    <dgm:cxn modelId="{A6C4D20A-EC0E-466F-A7B7-85397BD39EE6}" type="presOf" srcId="{7E293173-65F6-49F3-AF84-53D8EA89D643}" destId="{F308208F-26AE-4179-9761-46FF77BE30D2}" srcOrd="0" destOrd="3" presId="urn:microsoft.com/office/officeart/2005/8/layout/list1"/>
    <dgm:cxn modelId="{9BB5DB1E-0BEB-4106-84DD-69E919CB1C0C}" srcId="{18DDD198-8361-4EA7-A98F-5D30F0B8FD32}" destId="{ED551E17-23D2-4CCF-8946-CB27D349CA86}" srcOrd="0" destOrd="0" parTransId="{E2F48F56-7650-4E83-A6A0-69F848BCA741}" sibTransId="{F8D10739-5E77-4771-A9CD-9B94F5078080}"/>
    <dgm:cxn modelId="{E330C025-CF21-4D22-BA9A-627738E0E352}" srcId="{ED551E17-23D2-4CCF-8946-CB27D349CA86}" destId="{C0280F89-4BDA-45EC-B7C7-0C835B80A3AE}" srcOrd="2" destOrd="0" parTransId="{EC34BBD0-8D9A-4269-91C5-3457EDF97E3E}" sibTransId="{D1D109B7-BF24-4694-AED8-043A6EDE0097}"/>
    <dgm:cxn modelId="{93FCC269-384A-41D0-97F9-6E38DC547DE1}" srcId="{ED551E17-23D2-4CCF-8946-CB27D349CA86}" destId="{C26C7D95-EF14-4B4C-8D31-ED06E2754F3F}" srcOrd="1" destOrd="0" parTransId="{FC6855E8-2C3D-43B3-8636-60E90FF7B2C1}" sibTransId="{DBFB984C-4F46-40CC-948D-574B01A49BB2}"/>
    <dgm:cxn modelId="{725D4984-333F-4E15-B909-B0ABA7224C04}" srcId="{ED551E17-23D2-4CCF-8946-CB27D349CA86}" destId="{996C40A6-BA9D-48C9-B547-A32AE9D48794}" srcOrd="0" destOrd="0" parTransId="{671EBD97-D332-44FA-988D-B12A51DD71D0}" sibTransId="{40557D84-09F6-472B-BF3D-C201FE93B3C9}"/>
    <dgm:cxn modelId="{CF75EF89-EC02-4A3A-82E0-CA3251064D0D}" type="presOf" srcId="{C0280F89-4BDA-45EC-B7C7-0C835B80A3AE}" destId="{F308208F-26AE-4179-9761-46FF77BE30D2}" srcOrd="0" destOrd="2" presId="urn:microsoft.com/office/officeart/2005/8/layout/list1"/>
    <dgm:cxn modelId="{CD792C8F-1CD1-40F4-B31D-FE48ACC46EDD}" type="presOf" srcId="{ED551E17-23D2-4CCF-8946-CB27D349CA86}" destId="{D8086615-D832-4075-B6A3-25E75D43CCA6}" srcOrd="0" destOrd="0" presId="urn:microsoft.com/office/officeart/2005/8/layout/list1"/>
    <dgm:cxn modelId="{B7654FA2-0F21-45AE-9674-9CCDECC10C57}" type="presOf" srcId="{ED551E17-23D2-4CCF-8946-CB27D349CA86}" destId="{12D96038-6705-45BB-875A-F8857DAB0363}" srcOrd="1" destOrd="0" presId="urn:microsoft.com/office/officeart/2005/8/layout/list1"/>
    <dgm:cxn modelId="{E1F0F4A3-B8B3-45C3-B680-F34464D2A94E}" type="presOf" srcId="{C26C7D95-EF14-4B4C-8D31-ED06E2754F3F}" destId="{F308208F-26AE-4179-9761-46FF77BE30D2}" srcOrd="0" destOrd="1" presId="urn:microsoft.com/office/officeart/2005/8/layout/list1"/>
    <dgm:cxn modelId="{F69BA4DB-B8FF-4CC2-A45A-97502D7AD54D}" type="presOf" srcId="{18DDD198-8361-4EA7-A98F-5D30F0B8FD32}" destId="{39032745-CA68-42D4-B02D-8A3F9BFC396F}" srcOrd="0" destOrd="0" presId="urn:microsoft.com/office/officeart/2005/8/layout/list1"/>
    <dgm:cxn modelId="{EAB36FEC-D028-4225-BEE1-A2FBD32A436C}" type="presOf" srcId="{996C40A6-BA9D-48C9-B547-A32AE9D48794}" destId="{F308208F-26AE-4179-9761-46FF77BE30D2}" srcOrd="0" destOrd="0" presId="urn:microsoft.com/office/officeart/2005/8/layout/list1"/>
    <dgm:cxn modelId="{86326D2C-D88B-4901-92DD-6650EBB213C8}" type="presParOf" srcId="{39032745-CA68-42D4-B02D-8A3F9BFC396F}" destId="{2458F6CC-EBAD-4C95-940C-79581859873C}" srcOrd="0" destOrd="0" presId="urn:microsoft.com/office/officeart/2005/8/layout/list1"/>
    <dgm:cxn modelId="{07B5A81D-E9A9-4C91-A9BE-0ECC131C2E10}" type="presParOf" srcId="{2458F6CC-EBAD-4C95-940C-79581859873C}" destId="{D8086615-D832-4075-B6A3-25E75D43CCA6}" srcOrd="0" destOrd="0" presId="urn:microsoft.com/office/officeart/2005/8/layout/list1"/>
    <dgm:cxn modelId="{D154F376-5419-4E7D-9193-278843118793}" type="presParOf" srcId="{2458F6CC-EBAD-4C95-940C-79581859873C}" destId="{12D96038-6705-45BB-875A-F8857DAB0363}" srcOrd="1" destOrd="0" presId="urn:microsoft.com/office/officeart/2005/8/layout/list1"/>
    <dgm:cxn modelId="{B977D35F-4BEC-45E4-BBF5-BBB1D1C4D1BC}" type="presParOf" srcId="{39032745-CA68-42D4-B02D-8A3F9BFC396F}" destId="{880A290C-718E-46AD-8867-AF52C87752E1}" srcOrd="1" destOrd="0" presId="urn:microsoft.com/office/officeart/2005/8/layout/list1"/>
    <dgm:cxn modelId="{DA251EAE-7979-4D1A-B9A6-A9D02758EC64}" type="presParOf" srcId="{39032745-CA68-42D4-B02D-8A3F9BFC396F}" destId="{F308208F-26AE-4179-9761-46FF77BE30D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8DDD198-8361-4EA7-A98F-5D30F0B8FD32}" type="doc">
      <dgm:prSet loTypeId="urn:microsoft.com/office/officeart/2005/8/layout/list1" loCatId="list" qsTypeId="urn:microsoft.com/office/officeart/2005/8/quickstyle/simple3" qsCatId="simple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ED551E17-23D2-4CCF-8946-CB27D349CA86}">
      <dgm:prSet/>
      <dgm:spPr/>
      <dgm:t>
        <a:bodyPr/>
        <a:lstStyle/>
        <a:p>
          <a:r>
            <a:rPr lang="es-CO" b="1" dirty="0"/>
            <a:t>Jurídica</a:t>
          </a:r>
          <a:endParaRPr lang="en-US" dirty="0"/>
        </a:p>
      </dgm:t>
    </dgm:pt>
    <dgm:pt modelId="{E2F48F56-7650-4E83-A6A0-69F848BCA741}" type="parTrans" cxnId="{9BB5DB1E-0BEB-4106-84DD-69E919CB1C0C}">
      <dgm:prSet/>
      <dgm:spPr/>
      <dgm:t>
        <a:bodyPr/>
        <a:lstStyle/>
        <a:p>
          <a:endParaRPr lang="en-US"/>
        </a:p>
      </dgm:t>
    </dgm:pt>
    <dgm:pt modelId="{F8D10739-5E77-4771-A9CD-9B94F5078080}" type="sibTrans" cxnId="{9BB5DB1E-0BEB-4106-84DD-69E919CB1C0C}">
      <dgm:prSet/>
      <dgm:spPr/>
      <dgm:t>
        <a:bodyPr/>
        <a:lstStyle/>
        <a:p>
          <a:endParaRPr lang="en-US"/>
        </a:p>
      </dgm:t>
    </dgm:pt>
    <dgm:pt modelId="{996C40A6-BA9D-48C9-B547-A32AE9D48794}">
      <dgm:prSet custT="1"/>
      <dgm:spPr/>
      <dgm:t>
        <a:bodyPr/>
        <a:lstStyle/>
        <a:p>
          <a:r>
            <a:rPr lang="es-CO" sz="3200" dirty="0"/>
            <a:t>¿Este contrato este bien redactado?</a:t>
          </a:r>
          <a:endParaRPr lang="en-US" sz="3200" dirty="0"/>
        </a:p>
      </dgm:t>
    </dgm:pt>
    <dgm:pt modelId="{671EBD97-D332-44FA-988D-B12A51DD71D0}" type="parTrans" cxnId="{725D4984-333F-4E15-B909-B0ABA7224C04}">
      <dgm:prSet/>
      <dgm:spPr/>
      <dgm:t>
        <a:bodyPr/>
        <a:lstStyle/>
        <a:p>
          <a:endParaRPr lang="en-US"/>
        </a:p>
      </dgm:t>
    </dgm:pt>
    <dgm:pt modelId="{40557D84-09F6-472B-BF3D-C201FE93B3C9}" type="sibTrans" cxnId="{725D4984-333F-4E15-B909-B0ABA7224C04}">
      <dgm:prSet/>
      <dgm:spPr/>
      <dgm:t>
        <a:bodyPr/>
        <a:lstStyle/>
        <a:p>
          <a:endParaRPr lang="en-US"/>
        </a:p>
      </dgm:t>
    </dgm:pt>
    <dgm:pt modelId="{C26C7D95-EF14-4B4C-8D31-ED06E2754F3F}">
      <dgm:prSet custT="1"/>
      <dgm:spPr/>
      <dgm:t>
        <a:bodyPr/>
        <a:lstStyle/>
        <a:p>
          <a:r>
            <a:rPr lang="es-CO" sz="3200" dirty="0"/>
            <a:t>¿Este contrato tiene clausula de confidencialidad?</a:t>
          </a:r>
          <a:endParaRPr lang="en-US" sz="3200" dirty="0"/>
        </a:p>
      </dgm:t>
    </dgm:pt>
    <dgm:pt modelId="{FC6855E8-2C3D-43B3-8636-60E90FF7B2C1}" type="parTrans" cxnId="{93FCC269-384A-41D0-97F9-6E38DC547DE1}">
      <dgm:prSet/>
      <dgm:spPr/>
      <dgm:t>
        <a:bodyPr/>
        <a:lstStyle/>
        <a:p>
          <a:endParaRPr lang="en-US"/>
        </a:p>
      </dgm:t>
    </dgm:pt>
    <dgm:pt modelId="{DBFB984C-4F46-40CC-948D-574B01A49BB2}" type="sibTrans" cxnId="{93FCC269-384A-41D0-97F9-6E38DC547DE1}">
      <dgm:prSet/>
      <dgm:spPr/>
      <dgm:t>
        <a:bodyPr/>
        <a:lstStyle/>
        <a:p>
          <a:endParaRPr lang="en-US"/>
        </a:p>
      </dgm:t>
    </dgm:pt>
    <dgm:pt modelId="{C0280F89-4BDA-45EC-B7C7-0C835B80A3AE}">
      <dgm:prSet custT="1"/>
      <dgm:spPr/>
      <dgm:t>
        <a:bodyPr/>
        <a:lstStyle/>
        <a:p>
          <a:r>
            <a:rPr lang="es-CO" sz="3200" dirty="0"/>
            <a:t>¿Este contrato cuanto costará?</a:t>
          </a:r>
          <a:endParaRPr lang="en-US" sz="3200" dirty="0"/>
        </a:p>
      </dgm:t>
    </dgm:pt>
    <dgm:pt modelId="{EC34BBD0-8D9A-4269-91C5-3457EDF97E3E}" type="parTrans" cxnId="{E330C025-CF21-4D22-BA9A-627738E0E352}">
      <dgm:prSet/>
      <dgm:spPr/>
      <dgm:t>
        <a:bodyPr/>
        <a:lstStyle/>
        <a:p>
          <a:endParaRPr lang="en-US"/>
        </a:p>
      </dgm:t>
    </dgm:pt>
    <dgm:pt modelId="{D1D109B7-BF24-4694-AED8-043A6EDE0097}" type="sibTrans" cxnId="{E330C025-CF21-4D22-BA9A-627738E0E352}">
      <dgm:prSet/>
      <dgm:spPr/>
      <dgm:t>
        <a:bodyPr/>
        <a:lstStyle/>
        <a:p>
          <a:endParaRPr lang="en-US"/>
        </a:p>
      </dgm:t>
    </dgm:pt>
    <dgm:pt modelId="{7E293173-65F6-49F3-AF84-53D8EA89D643}">
      <dgm:prSet custT="1"/>
      <dgm:spPr/>
      <dgm:t>
        <a:bodyPr/>
        <a:lstStyle/>
        <a:p>
          <a:r>
            <a:rPr lang="es-CO" sz="3200" dirty="0"/>
            <a:t>¿A que abogado le debo encargar la elaboración de este contrato?</a:t>
          </a:r>
          <a:endParaRPr lang="en-US" sz="3200" dirty="0"/>
        </a:p>
      </dgm:t>
    </dgm:pt>
    <dgm:pt modelId="{656458D2-EA48-46DA-9F8F-28509DA467E5}" type="parTrans" cxnId="{C0D93107-5964-4E83-85B5-C9D6B8244B45}">
      <dgm:prSet/>
      <dgm:spPr/>
      <dgm:t>
        <a:bodyPr/>
        <a:lstStyle/>
        <a:p>
          <a:endParaRPr lang="en-US"/>
        </a:p>
      </dgm:t>
    </dgm:pt>
    <dgm:pt modelId="{1710573B-BBFB-4CD0-8AC3-84407190751B}" type="sibTrans" cxnId="{C0D93107-5964-4E83-85B5-C9D6B8244B45}">
      <dgm:prSet/>
      <dgm:spPr/>
      <dgm:t>
        <a:bodyPr/>
        <a:lstStyle/>
        <a:p>
          <a:endParaRPr lang="en-US"/>
        </a:p>
      </dgm:t>
    </dgm:pt>
    <dgm:pt modelId="{39032745-CA68-42D4-B02D-8A3F9BFC396F}" type="pres">
      <dgm:prSet presAssocID="{18DDD198-8361-4EA7-A98F-5D30F0B8FD32}" presName="linear" presStyleCnt="0">
        <dgm:presLayoutVars>
          <dgm:dir/>
          <dgm:animLvl val="lvl"/>
          <dgm:resizeHandles val="exact"/>
        </dgm:presLayoutVars>
      </dgm:prSet>
      <dgm:spPr/>
    </dgm:pt>
    <dgm:pt modelId="{2458F6CC-EBAD-4C95-940C-79581859873C}" type="pres">
      <dgm:prSet presAssocID="{ED551E17-23D2-4CCF-8946-CB27D349CA86}" presName="parentLin" presStyleCnt="0"/>
      <dgm:spPr/>
    </dgm:pt>
    <dgm:pt modelId="{D8086615-D832-4075-B6A3-25E75D43CCA6}" type="pres">
      <dgm:prSet presAssocID="{ED551E17-23D2-4CCF-8946-CB27D349CA86}" presName="parentLeftMargin" presStyleLbl="node1" presStyleIdx="0" presStyleCnt="1"/>
      <dgm:spPr/>
    </dgm:pt>
    <dgm:pt modelId="{12D96038-6705-45BB-875A-F8857DAB0363}" type="pres">
      <dgm:prSet presAssocID="{ED551E17-23D2-4CCF-8946-CB27D349CA86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80A290C-718E-46AD-8867-AF52C87752E1}" type="pres">
      <dgm:prSet presAssocID="{ED551E17-23D2-4CCF-8946-CB27D349CA86}" presName="negativeSpace" presStyleCnt="0"/>
      <dgm:spPr/>
    </dgm:pt>
    <dgm:pt modelId="{F308208F-26AE-4179-9761-46FF77BE30D2}" type="pres">
      <dgm:prSet presAssocID="{ED551E17-23D2-4CCF-8946-CB27D349CA86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C0D93107-5964-4E83-85B5-C9D6B8244B45}" srcId="{ED551E17-23D2-4CCF-8946-CB27D349CA86}" destId="{7E293173-65F6-49F3-AF84-53D8EA89D643}" srcOrd="3" destOrd="0" parTransId="{656458D2-EA48-46DA-9F8F-28509DA467E5}" sibTransId="{1710573B-BBFB-4CD0-8AC3-84407190751B}"/>
    <dgm:cxn modelId="{A6C4D20A-EC0E-466F-A7B7-85397BD39EE6}" type="presOf" srcId="{7E293173-65F6-49F3-AF84-53D8EA89D643}" destId="{F308208F-26AE-4179-9761-46FF77BE30D2}" srcOrd="0" destOrd="3" presId="urn:microsoft.com/office/officeart/2005/8/layout/list1"/>
    <dgm:cxn modelId="{9BB5DB1E-0BEB-4106-84DD-69E919CB1C0C}" srcId="{18DDD198-8361-4EA7-A98F-5D30F0B8FD32}" destId="{ED551E17-23D2-4CCF-8946-CB27D349CA86}" srcOrd="0" destOrd="0" parTransId="{E2F48F56-7650-4E83-A6A0-69F848BCA741}" sibTransId="{F8D10739-5E77-4771-A9CD-9B94F5078080}"/>
    <dgm:cxn modelId="{E330C025-CF21-4D22-BA9A-627738E0E352}" srcId="{ED551E17-23D2-4CCF-8946-CB27D349CA86}" destId="{C0280F89-4BDA-45EC-B7C7-0C835B80A3AE}" srcOrd="2" destOrd="0" parTransId="{EC34BBD0-8D9A-4269-91C5-3457EDF97E3E}" sibTransId="{D1D109B7-BF24-4694-AED8-043A6EDE0097}"/>
    <dgm:cxn modelId="{93FCC269-384A-41D0-97F9-6E38DC547DE1}" srcId="{ED551E17-23D2-4CCF-8946-CB27D349CA86}" destId="{C26C7D95-EF14-4B4C-8D31-ED06E2754F3F}" srcOrd="1" destOrd="0" parTransId="{FC6855E8-2C3D-43B3-8636-60E90FF7B2C1}" sibTransId="{DBFB984C-4F46-40CC-948D-574B01A49BB2}"/>
    <dgm:cxn modelId="{725D4984-333F-4E15-B909-B0ABA7224C04}" srcId="{ED551E17-23D2-4CCF-8946-CB27D349CA86}" destId="{996C40A6-BA9D-48C9-B547-A32AE9D48794}" srcOrd="0" destOrd="0" parTransId="{671EBD97-D332-44FA-988D-B12A51DD71D0}" sibTransId="{40557D84-09F6-472B-BF3D-C201FE93B3C9}"/>
    <dgm:cxn modelId="{CF75EF89-EC02-4A3A-82E0-CA3251064D0D}" type="presOf" srcId="{C0280F89-4BDA-45EC-B7C7-0C835B80A3AE}" destId="{F308208F-26AE-4179-9761-46FF77BE30D2}" srcOrd="0" destOrd="2" presId="urn:microsoft.com/office/officeart/2005/8/layout/list1"/>
    <dgm:cxn modelId="{CD792C8F-1CD1-40F4-B31D-FE48ACC46EDD}" type="presOf" srcId="{ED551E17-23D2-4CCF-8946-CB27D349CA86}" destId="{D8086615-D832-4075-B6A3-25E75D43CCA6}" srcOrd="0" destOrd="0" presId="urn:microsoft.com/office/officeart/2005/8/layout/list1"/>
    <dgm:cxn modelId="{B7654FA2-0F21-45AE-9674-9CCDECC10C57}" type="presOf" srcId="{ED551E17-23D2-4CCF-8946-CB27D349CA86}" destId="{12D96038-6705-45BB-875A-F8857DAB0363}" srcOrd="1" destOrd="0" presId="urn:microsoft.com/office/officeart/2005/8/layout/list1"/>
    <dgm:cxn modelId="{E1F0F4A3-B8B3-45C3-B680-F34464D2A94E}" type="presOf" srcId="{C26C7D95-EF14-4B4C-8D31-ED06E2754F3F}" destId="{F308208F-26AE-4179-9761-46FF77BE30D2}" srcOrd="0" destOrd="1" presId="urn:microsoft.com/office/officeart/2005/8/layout/list1"/>
    <dgm:cxn modelId="{F69BA4DB-B8FF-4CC2-A45A-97502D7AD54D}" type="presOf" srcId="{18DDD198-8361-4EA7-A98F-5D30F0B8FD32}" destId="{39032745-CA68-42D4-B02D-8A3F9BFC396F}" srcOrd="0" destOrd="0" presId="urn:microsoft.com/office/officeart/2005/8/layout/list1"/>
    <dgm:cxn modelId="{EAB36FEC-D028-4225-BEE1-A2FBD32A436C}" type="presOf" srcId="{996C40A6-BA9D-48C9-B547-A32AE9D48794}" destId="{F308208F-26AE-4179-9761-46FF77BE30D2}" srcOrd="0" destOrd="0" presId="urn:microsoft.com/office/officeart/2005/8/layout/list1"/>
    <dgm:cxn modelId="{86326D2C-D88B-4901-92DD-6650EBB213C8}" type="presParOf" srcId="{39032745-CA68-42D4-B02D-8A3F9BFC396F}" destId="{2458F6CC-EBAD-4C95-940C-79581859873C}" srcOrd="0" destOrd="0" presId="urn:microsoft.com/office/officeart/2005/8/layout/list1"/>
    <dgm:cxn modelId="{07B5A81D-E9A9-4C91-A9BE-0ECC131C2E10}" type="presParOf" srcId="{2458F6CC-EBAD-4C95-940C-79581859873C}" destId="{D8086615-D832-4075-B6A3-25E75D43CCA6}" srcOrd="0" destOrd="0" presId="urn:microsoft.com/office/officeart/2005/8/layout/list1"/>
    <dgm:cxn modelId="{D154F376-5419-4E7D-9193-278843118793}" type="presParOf" srcId="{2458F6CC-EBAD-4C95-940C-79581859873C}" destId="{12D96038-6705-45BB-875A-F8857DAB0363}" srcOrd="1" destOrd="0" presId="urn:microsoft.com/office/officeart/2005/8/layout/list1"/>
    <dgm:cxn modelId="{B977D35F-4BEC-45E4-BBF5-BBB1D1C4D1BC}" type="presParOf" srcId="{39032745-CA68-42D4-B02D-8A3F9BFC396F}" destId="{880A290C-718E-46AD-8867-AF52C87752E1}" srcOrd="1" destOrd="0" presId="urn:microsoft.com/office/officeart/2005/8/layout/list1"/>
    <dgm:cxn modelId="{DA251EAE-7979-4D1A-B9A6-A9D02758EC64}" type="presParOf" srcId="{39032745-CA68-42D4-B02D-8A3F9BFC396F}" destId="{F308208F-26AE-4179-9761-46FF77BE30D2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9562714-181E-4B82-B05E-819A9334690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69FF88F-6960-46D1-B914-D0A38F4D8ABB}">
      <dgm:prSet/>
      <dgm:spPr/>
      <dgm:t>
        <a:bodyPr/>
        <a:lstStyle/>
        <a:p>
          <a:r>
            <a:rPr lang="es-ES" dirty="0"/>
            <a:t>Es la ciencia y el arte de elaborar y responder preguntas, que permitan tomar decisiones con menos incertidumbre, utilizando datos.</a:t>
          </a:r>
          <a:endParaRPr lang="en-US" dirty="0"/>
        </a:p>
      </dgm:t>
    </dgm:pt>
    <dgm:pt modelId="{6092AFDC-9A9D-4089-9CD4-53B9CB83AA55}" type="parTrans" cxnId="{AD04975F-CC8D-4308-8555-529E3A579F77}">
      <dgm:prSet/>
      <dgm:spPr/>
      <dgm:t>
        <a:bodyPr/>
        <a:lstStyle/>
        <a:p>
          <a:endParaRPr lang="en-US"/>
        </a:p>
      </dgm:t>
    </dgm:pt>
    <dgm:pt modelId="{1024526F-5962-41EB-AE54-271A901843E9}" type="sibTrans" cxnId="{AD04975F-CC8D-4308-8555-529E3A579F77}">
      <dgm:prSet/>
      <dgm:spPr/>
      <dgm:t>
        <a:bodyPr/>
        <a:lstStyle/>
        <a:p>
          <a:endParaRPr lang="en-US"/>
        </a:p>
      </dgm:t>
    </dgm:pt>
    <dgm:pt modelId="{01809FE7-8D14-41C2-8B63-FE91BC6D67D7}">
      <dgm:prSet/>
      <dgm:spPr/>
      <dgm:t>
        <a:bodyPr/>
        <a:lstStyle/>
        <a:p>
          <a:r>
            <a:rPr lang="es-ES"/>
            <a:t>Y esta definición aplica también para la Inteligencia Artificial con la adición de que el que toma la decisión es la maquina</a:t>
          </a:r>
          <a:endParaRPr lang="en-US"/>
        </a:p>
      </dgm:t>
    </dgm:pt>
    <dgm:pt modelId="{054E6940-11CB-4B13-B21E-DAB3E30176A3}" type="parTrans" cxnId="{156B3CF3-C42A-4614-8737-D150081FFCC6}">
      <dgm:prSet/>
      <dgm:spPr/>
      <dgm:t>
        <a:bodyPr/>
        <a:lstStyle/>
        <a:p>
          <a:endParaRPr lang="en-US"/>
        </a:p>
      </dgm:t>
    </dgm:pt>
    <dgm:pt modelId="{5E96A859-210E-49BB-9474-EAB5133538EE}" type="sibTrans" cxnId="{156B3CF3-C42A-4614-8737-D150081FFCC6}">
      <dgm:prSet/>
      <dgm:spPr/>
      <dgm:t>
        <a:bodyPr/>
        <a:lstStyle/>
        <a:p>
          <a:endParaRPr lang="en-US"/>
        </a:p>
      </dgm:t>
    </dgm:pt>
    <dgm:pt modelId="{F08F8304-1751-434E-8006-523CE8EC29F0}" type="pres">
      <dgm:prSet presAssocID="{69562714-181E-4B82-B05E-819A93346909}" presName="vert0" presStyleCnt="0">
        <dgm:presLayoutVars>
          <dgm:dir/>
          <dgm:animOne val="branch"/>
          <dgm:animLvl val="lvl"/>
        </dgm:presLayoutVars>
      </dgm:prSet>
      <dgm:spPr/>
    </dgm:pt>
    <dgm:pt modelId="{0AA7B64B-BD6C-46D1-90C7-CCB4567D939D}" type="pres">
      <dgm:prSet presAssocID="{A69FF88F-6960-46D1-B914-D0A38F4D8ABB}" presName="thickLine" presStyleLbl="alignNode1" presStyleIdx="0" presStyleCnt="2"/>
      <dgm:spPr/>
    </dgm:pt>
    <dgm:pt modelId="{31F90E12-D35B-46B3-BB3B-8CFB1AF232E5}" type="pres">
      <dgm:prSet presAssocID="{A69FF88F-6960-46D1-B914-D0A38F4D8ABB}" presName="horz1" presStyleCnt="0"/>
      <dgm:spPr/>
    </dgm:pt>
    <dgm:pt modelId="{DEE9AECE-F792-4DEF-9E22-82E34FCE49B8}" type="pres">
      <dgm:prSet presAssocID="{A69FF88F-6960-46D1-B914-D0A38F4D8ABB}" presName="tx1" presStyleLbl="revTx" presStyleIdx="0" presStyleCnt="2"/>
      <dgm:spPr/>
    </dgm:pt>
    <dgm:pt modelId="{5776E4F9-1803-41AB-A596-F69BAE585966}" type="pres">
      <dgm:prSet presAssocID="{A69FF88F-6960-46D1-B914-D0A38F4D8ABB}" presName="vert1" presStyleCnt="0"/>
      <dgm:spPr/>
    </dgm:pt>
    <dgm:pt modelId="{13401688-9271-4262-93F2-2D063FE7262F}" type="pres">
      <dgm:prSet presAssocID="{01809FE7-8D14-41C2-8B63-FE91BC6D67D7}" presName="thickLine" presStyleLbl="alignNode1" presStyleIdx="1" presStyleCnt="2"/>
      <dgm:spPr/>
    </dgm:pt>
    <dgm:pt modelId="{9F375118-C849-4A23-8D1D-B201781193D7}" type="pres">
      <dgm:prSet presAssocID="{01809FE7-8D14-41C2-8B63-FE91BC6D67D7}" presName="horz1" presStyleCnt="0"/>
      <dgm:spPr/>
    </dgm:pt>
    <dgm:pt modelId="{5C13D064-0210-4ABD-89F9-41BC8D1E4FC6}" type="pres">
      <dgm:prSet presAssocID="{01809FE7-8D14-41C2-8B63-FE91BC6D67D7}" presName="tx1" presStyleLbl="revTx" presStyleIdx="1" presStyleCnt="2"/>
      <dgm:spPr/>
    </dgm:pt>
    <dgm:pt modelId="{AE5B25BB-A95E-4DE7-A706-41AC9BFF6B05}" type="pres">
      <dgm:prSet presAssocID="{01809FE7-8D14-41C2-8B63-FE91BC6D67D7}" presName="vert1" presStyleCnt="0"/>
      <dgm:spPr/>
    </dgm:pt>
  </dgm:ptLst>
  <dgm:cxnLst>
    <dgm:cxn modelId="{6BE1BA21-F299-4D6D-9C0A-B8508AB98E70}" type="presOf" srcId="{A69FF88F-6960-46D1-B914-D0A38F4D8ABB}" destId="{DEE9AECE-F792-4DEF-9E22-82E34FCE49B8}" srcOrd="0" destOrd="0" presId="urn:microsoft.com/office/officeart/2008/layout/LinedList"/>
    <dgm:cxn modelId="{AD04975F-CC8D-4308-8555-529E3A579F77}" srcId="{69562714-181E-4B82-B05E-819A93346909}" destId="{A69FF88F-6960-46D1-B914-D0A38F4D8ABB}" srcOrd="0" destOrd="0" parTransId="{6092AFDC-9A9D-4089-9CD4-53B9CB83AA55}" sibTransId="{1024526F-5962-41EB-AE54-271A901843E9}"/>
    <dgm:cxn modelId="{EE105E82-59A6-43CE-8373-5CBB0E59BF8F}" type="presOf" srcId="{69562714-181E-4B82-B05E-819A93346909}" destId="{F08F8304-1751-434E-8006-523CE8EC29F0}" srcOrd="0" destOrd="0" presId="urn:microsoft.com/office/officeart/2008/layout/LinedList"/>
    <dgm:cxn modelId="{9C8D168A-2F73-4594-BC18-200E3344EDBF}" type="presOf" srcId="{01809FE7-8D14-41C2-8B63-FE91BC6D67D7}" destId="{5C13D064-0210-4ABD-89F9-41BC8D1E4FC6}" srcOrd="0" destOrd="0" presId="urn:microsoft.com/office/officeart/2008/layout/LinedList"/>
    <dgm:cxn modelId="{156B3CF3-C42A-4614-8737-D150081FFCC6}" srcId="{69562714-181E-4B82-B05E-819A93346909}" destId="{01809FE7-8D14-41C2-8B63-FE91BC6D67D7}" srcOrd="1" destOrd="0" parTransId="{054E6940-11CB-4B13-B21E-DAB3E30176A3}" sibTransId="{5E96A859-210E-49BB-9474-EAB5133538EE}"/>
    <dgm:cxn modelId="{F929FFD0-1074-4BFB-8F7C-E7AC91BBB86C}" type="presParOf" srcId="{F08F8304-1751-434E-8006-523CE8EC29F0}" destId="{0AA7B64B-BD6C-46D1-90C7-CCB4567D939D}" srcOrd="0" destOrd="0" presId="urn:microsoft.com/office/officeart/2008/layout/LinedList"/>
    <dgm:cxn modelId="{5590877A-07A1-4E5B-B6C9-452E15994F2E}" type="presParOf" srcId="{F08F8304-1751-434E-8006-523CE8EC29F0}" destId="{31F90E12-D35B-46B3-BB3B-8CFB1AF232E5}" srcOrd="1" destOrd="0" presId="urn:microsoft.com/office/officeart/2008/layout/LinedList"/>
    <dgm:cxn modelId="{A6E90BDF-3912-4EB9-8FE2-37F05EF79158}" type="presParOf" srcId="{31F90E12-D35B-46B3-BB3B-8CFB1AF232E5}" destId="{DEE9AECE-F792-4DEF-9E22-82E34FCE49B8}" srcOrd="0" destOrd="0" presId="urn:microsoft.com/office/officeart/2008/layout/LinedList"/>
    <dgm:cxn modelId="{E9A7F1C8-5E5B-4D40-88F6-F88A7722E104}" type="presParOf" srcId="{31F90E12-D35B-46B3-BB3B-8CFB1AF232E5}" destId="{5776E4F9-1803-41AB-A596-F69BAE585966}" srcOrd="1" destOrd="0" presId="urn:microsoft.com/office/officeart/2008/layout/LinedList"/>
    <dgm:cxn modelId="{C41EBBF5-21E9-4453-B0D7-D9E1B59F7D58}" type="presParOf" srcId="{F08F8304-1751-434E-8006-523CE8EC29F0}" destId="{13401688-9271-4262-93F2-2D063FE7262F}" srcOrd="2" destOrd="0" presId="urn:microsoft.com/office/officeart/2008/layout/LinedList"/>
    <dgm:cxn modelId="{B04F5C79-A128-45DE-8270-F44BF7E9D8A4}" type="presParOf" srcId="{F08F8304-1751-434E-8006-523CE8EC29F0}" destId="{9F375118-C849-4A23-8D1D-B201781193D7}" srcOrd="3" destOrd="0" presId="urn:microsoft.com/office/officeart/2008/layout/LinedList"/>
    <dgm:cxn modelId="{FB367079-81C5-4EE1-8286-DDE1C064C3CF}" type="presParOf" srcId="{9F375118-C849-4A23-8D1D-B201781193D7}" destId="{5C13D064-0210-4ABD-89F9-41BC8D1E4FC6}" srcOrd="0" destOrd="0" presId="urn:microsoft.com/office/officeart/2008/layout/LinedList"/>
    <dgm:cxn modelId="{DE34F59D-7BFC-48AF-871C-D557AABAB5E9}" type="presParOf" srcId="{9F375118-C849-4A23-8D1D-B201781193D7}" destId="{AE5B25BB-A95E-4DE7-A706-41AC9BFF6B05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C77EF5B-1E7D-47AE-AB02-614340FDC6A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A25CADA-B1A6-46CB-92D2-1BDC9631E040}">
      <dgm:prSet/>
      <dgm:spPr/>
      <dgm:t>
        <a:bodyPr/>
        <a:lstStyle/>
        <a:p>
          <a:r>
            <a:rPr lang="es-CO" dirty="0"/>
            <a:t># 1: Terminología específica </a:t>
          </a:r>
          <a:r>
            <a:rPr lang="es-CO"/>
            <a:t>y simple</a:t>
          </a:r>
          <a:endParaRPr lang="en-US"/>
        </a:p>
      </dgm:t>
    </dgm:pt>
    <dgm:pt modelId="{7C26ECA1-9A77-4CDF-A728-ACAD04F3A230}" type="parTrans" cxnId="{5AAA92E8-7A8D-420C-8D6D-54A29BBF0635}">
      <dgm:prSet/>
      <dgm:spPr/>
      <dgm:t>
        <a:bodyPr/>
        <a:lstStyle/>
        <a:p>
          <a:endParaRPr lang="en-US"/>
        </a:p>
      </dgm:t>
    </dgm:pt>
    <dgm:pt modelId="{00531A2A-3B63-4BCD-8705-B40258B790B8}" type="sibTrans" cxnId="{5AAA92E8-7A8D-420C-8D6D-54A29BBF0635}">
      <dgm:prSet/>
      <dgm:spPr/>
      <dgm:t>
        <a:bodyPr/>
        <a:lstStyle/>
        <a:p>
          <a:endParaRPr lang="en-US"/>
        </a:p>
      </dgm:t>
    </dgm:pt>
    <dgm:pt modelId="{089A2271-12D9-4016-84C7-4D0A54C777BC}">
      <dgm:prSet/>
      <dgm:spPr/>
      <dgm:t>
        <a:bodyPr/>
        <a:lstStyle/>
        <a:p>
          <a:r>
            <a:rPr lang="es-CO"/>
            <a:t># 2: Alcance Específico</a:t>
          </a:r>
          <a:endParaRPr lang="en-US"/>
        </a:p>
      </dgm:t>
    </dgm:pt>
    <dgm:pt modelId="{8B9B5BE1-80CF-47C7-9777-8D0CCE21AF09}" type="parTrans" cxnId="{FCCEC31E-4B0B-4CE2-80A6-4BC066A53242}">
      <dgm:prSet/>
      <dgm:spPr/>
      <dgm:t>
        <a:bodyPr/>
        <a:lstStyle/>
        <a:p>
          <a:endParaRPr lang="en-US"/>
        </a:p>
      </dgm:t>
    </dgm:pt>
    <dgm:pt modelId="{1E2CB6C5-B6F5-4B82-B677-AECE97AED823}" type="sibTrans" cxnId="{FCCEC31E-4B0B-4CE2-80A6-4BC066A53242}">
      <dgm:prSet/>
      <dgm:spPr/>
      <dgm:t>
        <a:bodyPr/>
        <a:lstStyle/>
        <a:p>
          <a:endParaRPr lang="en-US"/>
        </a:p>
      </dgm:t>
    </dgm:pt>
    <dgm:pt modelId="{0E7C0FE7-8F84-494F-98B8-2D617F8E0830}">
      <dgm:prSet/>
      <dgm:spPr/>
      <dgm:t>
        <a:bodyPr/>
        <a:lstStyle/>
        <a:p>
          <a:r>
            <a:rPr lang="es-CO" dirty="0"/>
            <a:t># 3: Contexto específico</a:t>
          </a:r>
          <a:endParaRPr lang="en-US" dirty="0"/>
        </a:p>
      </dgm:t>
    </dgm:pt>
    <dgm:pt modelId="{7C27F960-9E4E-4FB8-8236-57D091059F39}" type="parTrans" cxnId="{1DBF593C-E657-4DBA-9C11-DAF75B14EFC1}">
      <dgm:prSet/>
      <dgm:spPr/>
      <dgm:t>
        <a:bodyPr/>
        <a:lstStyle/>
        <a:p>
          <a:endParaRPr lang="en-US"/>
        </a:p>
      </dgm:t>
    </dgm:pt>
    <dgm:pt modelId="{59EB1CF4-6621-43B1-B180-966950296E01}" type="sibTrans" cxnId="{1DBF593C-E657-4DBA-9C11-DAF75B14EFC1}">
      <dgm:prSet/>
      <dgm:spPr/>
      <dgm:t>
        <a:bodyPr/>
        <a:lstStyle/>
        <a:p>
          <a:endParaRPr lang="en-US"/>
        </a:p>
      </dgm:t>
    </dgm:pt>
    <dgm:pt modelId="{326342A3-82B2-420D-9BDB-C9C5B11F39B0}" type="pres">
      <dgm:prSet presAssocID="{2C77EF5B-1E7D-47AE-AB02-614340FDC6A8}" presName="root" presStyleCnt="0">
        <dgm:presLayoutVars>
          <dgm:dir/>
          <dgm:resizeHandles val="exact"/>
        </dgm:presLayoutVars>
      </dgm:prSet>
      <dgm:spPr/>
    </dgm:pt>
    <dgm:pt modelId="{3CF2448E-3688-4E77-B787-CD0ED7E25109}" type="pres">
      <dgm:prSet presAssocID="{BA25CADA-B1A6-46CB-92D2-1BDC9631E040}" presName="compNode" presStyleCnt="0"/>
      <dgm:spPr/>
    </dgm:pt>
    <dgm:pt modelId="{75C2352C-C173-4326-B7A3-1ADB7BF1B346}" type="pres">
      <dgm:prSet presAssocID="{BA25CADA-B1A6-46CB-92D2-1BDC9631E040}" presName="bgRect" presStyleLbl="bgShp" presStyleIdx="0" presStyleCnt="3"/>
      <dgm:spPr/>
    </dgm:pt>
    <dgm:pt modelId="{50DBF6B2-C49B-4EDE-9A90-BA827ABDA5A2}" type="pres">
      <dgm:prSet presAssocID="{BA25CADA-B1A6-46CB-92D2-1BDC9631E04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0A426A2E-E716-4599-96B2-305F72068D93}" type="pres">
      <dgm:prSet presAssocID="{BA25CADA-B1A6-46CB-92D2-1BDC9631E040}" presName="spaceRect" presStyleCnt="0"/>
      <dgm:spPr/>
    </dgm:pt>
    <dgm:pt modelId="{EB7518B3-9FF4-4A3B-9A0C-458B909498E8}" type="pres">
      <dgm:prSet presAssocID="{BA25CADA-B1A6-46CB-92D2-1BDC9631E040}" presName="parTx" presStyleLbl="revTx" presStyleIdx="0" presStyleCnt="3">
        <dgm:presLayoutVars>
          <dgm:chMax val="0"/>
          <dgm:chPref val="0"/>
        </dgm:presLayoutVars>
      </dgm:prSet>
      <dgm:spPr/>
    </dgm:pt>
    <dgm:pt modelId="{3C749F4F-8F5A-464D-90B5-A80E75865B3F}" type="pres">
      <dgm:prSet presAssocID="{00531A2A-3B63-4BCD-8705-B40258B790B8}" presName="sibTrans" presStyleCnt="0"/>
      <dgm:spPr/>
    </dgm:pt>
    <dgm:pt modelId="{6D304417-BD03-489C-9A0F-15E0E983BC6B}" type="pres">
      <dgm:prSet presAssocID="{089A2271-12D9-4016-84C7-4D0A54C777BC}" presName="compNode" presStyleCnt="0"/>
      <dgm:spPr/>
    </dgm:pt>
    <dgm:pt modelId="{57025E17-A0A7-41B2-BEF1-49515CF03157}" type="pres">
      <dgm:prSet presAssocID="{089A2271-12D9-4016-84C7-4D0A54C777BC}" presName="bgRect" presStyleLbl="bgShp" presStyleIdx="1" presStyleCnt="3"/>
      <dgm:spPr/>
    </dgm:pt>
    <dgm:pt modelId="{D6DD94EB-A61C-4799-A4BB-25F95DCC87C5}" type="pres">
      <dgm:prSet presAssocID="{089A2271-12D9-4016-84C7-4D0A54C777B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EB008D4D-15CF-4E00-942C-1A0987A7EF4E}" type="pres">
      <dgm:prSet presAssocID="{089A2271-12D9-4016-84C7-4D0A54C777BC}" presName="spaceRect" presStyleCnt="0"/>
      <dgm:spPr/>
    </dgm:pt>
    <dgm:pt modelId="{E50DDC6E-8070-4882-A9E4-9D6E2DEBF089}" type="pres">
      <dgm:prSet presAssocID="{089A2271-12D9-4016-84C7-4D0A54C777BC}" presName="parTx" presStyleLbl="revTx" presStyleIdx="1" presStyleCnt="3">
        <dgm:presLayoutVars>
          <dgm:chMax val="0"/>
          <dgm:chPref val="0"/>
        </dgm:presLayoutVars>
      </dgm:prSet>
      <dgm:spPr/>
    </dgm:pt>
    <dgm:pt modelId="{10A0AA05-E9E4-46AA-A651-5AECCD7898B8}" type="pres">
      <dgm:prSet presAssocID="{1E2CB6C5-B6F5-4B82-B677-AECE97AED823}" presName="sibTrans" presStyleCnt="0"/>
      <dgm:spPr/>
    </dgm:pt>
    <dgm:pt modelId="{B1277150-54AA-49CB-B636-C1F1CC04BC91}" type="pres">
      <dgm:prSet presAssocID="{0E7C0FE7-8F84-494F-98B8-2D617F8E0830}" presName="compNode" presStyleCnt="0"/>
      <dgm:spPr/>
    </dgm:pt>
    <dgm:pt modelId="{054ADFF3-C7FE-4256-9B4D-595084EC95D7}" type="pres">
      <dgm:prSet presAssocID="{0E7C0FE7-8F84-494F-98B8-2D617F8E0830}" presName="bgRect" presStyleLbl="bgShp" presStyleIdx="2" presStyleCnt="3"/>
      <dgm:spPr/>
    </dgm:pt>
    <dgm:pt modelId="{388D32ED-DF1E-4A80-AD23-197F792FB477}" type="pres">
      <dgm:prSet presAssocID="{0E7C0FE7-8F84-494F-98B8-2D617F8E083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C24E421-B60D-48F9-80AB-1CCC876304E3}" type="pres">
      <dgm:prSet presAssocID="{0E7C0FE7-8F84-494F-98B8-2D617F8E0830}" presName="spaceRect" presStyleCnt="0"/>
      <dgm:spPr/>
    </dgm:pt>
    <dgm:pt modelId="{AD7506A9-00C5-4D05-B454-8A175FB1C7DC}" type="pres">
      <dgm:prSet presAssocID="{0E7C0FE7-8F84-494F-98B8-2D617F8E083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7FBEB302-DD59-48BC-B95C-64CF0A3887D6}" type="presOf" srcId="{089A2271-12D9-4016-84C7-4D0A54C777BC}" destId="{E50DDC6E-8070-4882-A9E4-9D6E2DEBF089}" srcOrd="0" destOrd="0" presId="urn:microsoft.com/office/officeart/2018/2/layout/IconVerticalSolidList"/>
    <dgm:cxn modelId="{FCCEC31E-4B0B-4CE2-80A6-4BC066A53242}" srcId="{2C77EF5B-1E7D-47AE-AB02-614340FDC6A8}" destId="{089A2271-12D9-4016-84C7-4D0A54C777BC}" srcOrd="1" destOrd="0" parTransId="{8B9B5BE1-80CF-47C7-9777-8D0CCE21AF09}" sibTransId="{1E2CB6C5-B6F5-4B82-B677-AECE97AED823}"/>
    <dgm:cxn modelId="{1DBF593C-E657-4DBA-9C11-DAF75B14EFC1}" srcId="{2C77EF5B-1E7D-47AE-AB02-614340FDC6A8}" destId="{0E7C0FE7-8F84-494F-98B8-2D617F8E0830}" srcOrd="2" destOrd="0" parTransId="{7C27F960-9E4E-4FB8-8236-57D091059F39}" sibTransId="{59EB1CF4-6621-43B1-B180-966950296E01}"/>
    <dgm:cxn modelId="{43CD4351-FE64-45DD-A5C7-E9AF10943981}" type="presOf" srcId="{0E7C0FE7-8F84-494F-98B8-2D617F8E0830}" destId="{AD7506A9-00C5-4D05-B454-8A175FB1C7DC}" srcOrd="0" destOrd="0" presId="urn:microsoft.com/office/officeart/2018/2/layout/IconVerticalSolidList"/>
    <dgm:cxn modelId="{D8DB2078-C95C-4F7E-A4FD-55A1FCA111B6}" type="presOf" srcId="{2C77EF5B-1E7D-47AE-AB02-614340FDC6A8}" destId="{326342A3-82B2-420D-9BDB-C9C5B11F39B0}" srcOrd="0" destOrd="0" presId="urn:microsoft.com/office/officeart/2018/2/layout/IconVerticalSolidList"/>
    <dgm:cxn modelId="{581F9FB1-8F7F-4842-BFFF-72D4132B2797}" type="presOf" srcId="{BA25CADA-B1A6-46CB-92D2-1BDC9631E040}" destId="{EB7518B3-9FF4-4A3B-9A0C-458B909498E8}" srcOrd="0" destOrd="0" presId="urn:microsoft.com/office/officeart/2018/2/layout/IconVerticalSolidList"/>
    <dgm:cxn modelId="{5AAA92E8-7A8D-420C-8D6D-54A29BBF0635}" srcId="{2C77EF5B-1E7D-47AE-AB02-614340FDC6A8}" destId="{BA25CADA-B1A6-46CB-92D2-1BDC9631E040}" srcOrd="0" destOrd="0" parTransId="{7C26ECA1-9A77-4CDF-A728-ACAD04F3A230}" sibTransId="{00531A2A-3B63-4BCD-8705-B40258B790B8}"/>
    <dgm:cxn modelId="{82ABBB0C-678A-4CB6-B31A-55865D17D0E4}" type="presParOf" srcId="{326342A3-82B2-420D-9BDB-C9C5B11F39B0}" destId="{3CF2448E-3688-4E77-B787-CD0ED7E25109}" srcOrd="0" destOrd="0" presId="urn:microsoft.com/office/officeart/2018/2/layout/IconVerticalSolidList"/>
    <dgm:cxn modelId="{A8458333-65CA-433C-8540-462576046DAA}" type="presParOf" srcId="{3CF2448E-3688-4E77-B787-CD0ED7E25109}" destId="{75C2352C-C173-4326-B7A3-1ADB7BF1B346}" srcOrd="0" destOrd="0" presId="urn:microsoft.com/office/officeart/2018/2/layout/IconVerticalSolidList"/>
    <dgm:cxn modelId="{B41AABA7-F688-46EC-9FBE-8096C8BC6579}" type="presParOf" srcId="{3CF2448E-3688-4E77-B787-CD0ED7E25109}" destId="{50DBF6B2-C49B-4EDE-9A90-BA827ABDA5A2}" srcOrd="1" destOrd="0" presId="urn:microsoft.com/office/officeart/2018/2/layout/IconVerticalSolidList"/>
    <dgm:cxn modelId="{1BA7A3E6-D2CB-47EB-9A78-93D8D805C2E4}" type="presParOf" srcId="{3CF2448E-3688-4E77-B787-CD0ED7E25109}" destId="{0A426A2E-E716-4599-96B2-305F72068D93}" srcOrd="2" destOrd="0" presId="urn:microsoft.com/office/officeart/2018/2/layout/IconVerticalSolidList"/>
    <dgm:cxn modelId="{DB1F5398-C9F9-4B9C-BDBA-7AFFA1A5AEAE}" type="presParOf" srcId="{3CF2448E-3688-4E77-B787-CD0ED7E25109}" destId="{EB7518B3-9FF4-4A3B-9A0C-458B909498E8}" srcOrd="3" destOrd="0" presId="urn:microsoft.com/office/officeart/2018/2/layout/IconVerticalSolidList"/>
    <dgm:cxn modelId="{D4AF28A5-EC01-4AC4-8CFA-AD23624E5A41}" type="presParOf" srcId="{326342A3-82B2-420D-9BDB-C9C5B11F39B0}" destId="{3C749F4F-8F5A-464D-90B5-A80E75865B3F}" srcOrd="1" destOrd="0" presId="urn:microsoft.com/office/officeart/2018/2/layout/IconVerticalSolidList"/>
    <dgm:cxn modelId="{0A417FCC-6FA7-4AB8-BB69-F03B64F47B80}" type="presParOf" srcId="{326342A3-82B2-420D-9BDB-C9C5B11F39B0}" destId="{6D304417-BD03-489C-9A0F-15E0E983BC6B}" srcOrd="2" destOrd="0" presId="urn:microsoft.com/office/officeart/2018/2/layout/IconVerticalSolidList"/>
    <dgm:cxn modelId="{91041E06-7E93-4C8F-A33C-AE987AD46AC3}" type="presParOf" srcId="{6D304417-BD03-489C-9A0F-15E0E983BC6B}" destId="{57025E17-A0A7-41B2-BEF1-49515CF03157}" srcOrd="0" destOrd="0" presId="urn:microsoft.com/office/officeart/2018/2/layout/IconVerticalSolidList"/>
    <dgm:cxn modelId="{09F2F428-55D5-45EE-9644-2C9591AAF089}" type="presParOf" srcId="{6D304417-BD03-489C-9A0F-15E0E983BC6B}" destId="{D6DD94EB-A61C-4799-A4BB-25F95DCC87C5}" srcOrd="1" destOrd="0" presId="urn:microsoft.com/office/officeart/2018/2/layout/IconVerticalSolidList"/>
    <dgm:cxn modelId="{A66CC073-73A2-4D60-A88D-20E05EFF9557}" type="presParOf" srcId="{6D304417-BD03-489C-9A0F-15E0E983BC6B}" destId="{EB008D4D-15CF-4E00-942C-1A0987A7EF4E}" srcOrd="2" destOrd="0" presId="urn:microsoft.com/office/officeart/2018/2/layout/IconVerticalSolidList"/>
    <dgm:cxn modelId="{4B7FDF39-D877-4097-9FA2-DBF01A2C3806}" type="presParOf" srcId="{6D304417-BD03-489C-9A0F-15E0E983BC6B}" destId="{E50DDC6E-8070-4882-A9E4-9D6E2DEBF089}" srcOrd="3" destOrd="0" presId="urn:microsoft.com/office/officeart/2018/2/layout/IconVerticalSolidList"/>
    <dgm:cxn modelId="{82DCB0AA-8EEB-470D-9A19-F669B07EE6F2}" type="presParOf" srcId="{326342A3-82B2-420D-9BDB-C9C5B11F39B0}" destId="{10A0AA05-E9E4-46AA-A651-5AECCD7898B8}" srcOrd="3" destOrd="0" presId="urn:microsoft.com/office/officeart/2018/2/layout/IconVerticalSolidList"/>
    <dgm:cxn modelId="{428DDCCF-F2D0-4D38-B9ED-9AAB40F9BF90}" type="presParOf" srcId="{326342A3-82B2-420D-9BDB-C9C5B11F39B0}" destId="{B1277150-54AA-49CB-B636-C1F1CC04BC91}" srcOrd="4" destOrd="0" presId="urn:microsoft.com/office/officeart/2018/2/layout/IconVerticalSolidList"/>
    <dgm:cxn modelId="{A101487E-9A54-4EDA-AF97-11D7B19B04D8}" type="presParOf" srcId="{B1277150-54AA-49CB-B636-C1F1CC04BC91}" destId="{054ADFF3-C7FE-4256-9B4D-595084EC95D7}" srcOrd="0" destOrd="0" presId="urn:microsoft.com/office/officeart/2018/2/layout/IconVerticalSolidList"/>
    <dgm:cxn modelId="{8D24BA31-2D6D-4C0E-AF65-8872DD1D4441}" type="presParOf" srcId="{B1277150-54AA-49CB-B636-C1F1CC04BC91}" destId="{388D32ED-DF1E-4A80-AD23-197F792FB477}" srcOrd="1" destOrd="0" presId="urn:microsoft.com/office/officeart/2018/2/layout/IconVerticalSolidList"/>
    <dgm:cxn modelId="{9BD30EF2-9EBB-4C80-AFDD-FAFBE03A2A82}" type="presParOf" srcId="{B1277150-54AA-49CB-B636-C1F1CC04BC91}" destId="{BC24E421-B60D-48F9-80AB-1CCC876304E3}" srcOrd="2" destOrd="0" presId="urn:microsoft.com/office/officeart/2018/2/layout/IconVerticalSolidList"/>
    <dgm:cxn modelId="{0AB3D501-B722-4B3F-AF4B-F2DD13E740EB}" type="presParOf" srcId="{B1277150-54AA-49CB-B636-C1F1CC04BC91}" destId="{AD7506A9-00C5-4D05-B454-8A175FB1C7D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8208F-26AE-4179-9761-46FF77BE30D2}">
      <dsp:nvSpPr>
        <dsp:cNvPr id="0" name=""/>
        <dsp:cNvSpPr/>
      </dsp:nvSpPr>
      <dsp:spPr>
        <a:xfrm>
          <a:off x="0" y="959022"/>
          <a:ext cx="6513603" cy="48825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5528" tIns="1291336" rIns="505528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¿Cuánto tiempo tomara responder esta PQRS?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¿Quién debe responder esta PQRS?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¿Es correcta la respuesta de esta PQRS?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¿Qué área es mas productiva?</a:t>
          </a:r>
          <a:endParaRPr lang="en-US" sz="3200" kern="1200" dirty="0"/>
        </a:p>
      </dsp:txBody>
      <dsp:txXfrm>
        <a:off x="0" y="959022"/>
        <a:ext cx="6513603" cy="4882500"/>
      </dsp:txXfrm>
    </dsp:sp>
    <dsp:sp modelId="{12D96038-6705-45BB-875A-F8857DAB0363}">
      <dsp:nvSpPr>
        <dsp:cNvPr id="0" name=""/>
        <dsp:cNvSpPr/>
      </dsp:nvSpPr>
      <dsp:spPr>
        <a:xfrm>
          <a:off x="325680" y="43902"/>
          <a:ext cx="4559522" cy="183024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2339" tIns="0" rIns="172339" bIns="0" numCol="1" spcCol="1270" anchor="ctr" anchorCtr="0">
          <a:noAutofit/>
        </a:bodyPr>
        <a:lstStyle/>
        <a:p>
          <a:pPr marL="0" lvl="0" indent="0" algn="l" defTabSz="2755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6200" b="1" kern="1200" dirty="0"/>
            <a:t>PQRS</a:t>
          </a:r>
          <a:endParaRPr lang="en-US" sz="6200" kern="1200" dirty="0"/>
        </a:p>
      </dsp:txBody>
      <dsp:txXfrm>
        <a:off x="415025" y="133247"/>
        <a:ext cx="4380832" cy="16515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8208F-26AE-4179-9761-46FF77BE30D2}">
      <dsp:nvSpPr>
        <dsp:cNvPr id="0" name=""/>
        <dsp:cNvSpPr/>
      </dsp:nvSpPr>
      <dsp:spPr>
        <a:xfrm>
          <a:off x="0" y="1243467"/>
          <a:ext cx="6513603" cy="4003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5528" tIns="853948" rIns="505528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¿A quién debo contratar?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¿Qué empleado es probable que nos deje?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¿Cuánto debo compensar a las personas?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¿En qué lo debo preparar?</a:t>
          </a:r>
          <a:endParaRPr lang="en-US" sz="3200" kern="1200" dirty="0"/>
        </a:p>
      </dsp:txBody>
      <dsp:txXfrm>
        <a:off x="0" y="1243467"/>
        <a:ext cx="6513603" cy="4003650"/>
      </dsp:txXfrm>
    </dsp:sp>
    <dsp:sp modelId="{12D96038-6705-45BB-875A-F8857DAB0363}">
      <dsp:nvSpPr>
        <dsp:cNvPr id="0" name=""/>
        <dsp:cNvSpPr/>
      </dsp:nvSpPr>
      <dsp:spPr>
        <a:xfrm>
          <a:off x="325680" y="638307"/>
          <a:ext cx="4559522" cy="121032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2339" tIns="0" rIns="172339" bIns="0" numCol="1" spcCol="1270" anchor="ctr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100" b="1" kern="1200"/>
            <a:t>Recursos Humanos</a:t>
          </a:r>
          <a:endParaRPr lang="en-US" sz="4100" kern="1200"/>
        </a:p>
      </dsp:txBody>
      <dsp:txXfrm>
        <a:off x="384763" y="697390"/>
        <a:ext cx="4441356" cy="10921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8208F-26AE-4179-9761-46FF77BE30D2}">
      <dsp:nvSpPr>
        <dsp:cNvPr id="0" name=""/>
        <dsp:cNvSpPr/>
      </dsp:nvSpPr>
      <dsp:spPr>
        <a:xfrm>
          <a:off x="0" y="757557"/>
          <a:ext cx="6513603" cy="50935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05528" tIns="1020572" rIns="505528" bIns="227584" numCol="1" spcCol="1270" anchor="t" anchorCtr="0">
          <a:noAutofit/>
        </a:bodyPr>
        <a:lstStyle/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¿Este contrato este bien redactado?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¿Este contrato tiene clausula de confidencialidad?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¿Este contrato cuanto costará?</a:t>
          </a:r>
          <a:endParaRPr lang="en-US" sz="3200" kern="1200" dirty="0"/>
        </a:p>
        <a:p>
          <a:pPr marL="285750" lvl="1" indent="-285750" algn="l" defTabSz="1422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s-CO" sz="3200" kern="1200" dirty="0"/>
            <a:t>¿A que abogado le debo encargar la elaboración de este contrato?</a:t>
          </a:r>
          <a:endParaRPr lang="en-US" sz="3200" kern="1200" dirty="0"/>
        </a:p>
      </dsp:txBody>
      <dsp:txXfrm>
        <a:off x="0" y="757557"/>
        <a:ext cx="6513603" cy="5093550"/>
      </dsp:txXfrm>
    </dsp:sp>
    <dsp:sp modelId="{12D96038-6705-45BB-875A-F8857DAB0363}">
      <dsp:nvSpPr>
        <dsp:cNvPr id="0" name=""/>
        <dsp:cNvSpPr/>
      </dsp:nvSpPr>
      <dsp:spPr>
        <a:xfrm>
          <a:off x="325680" y="34317"/>
          <a:ext cx="4559522" cy="1446480"/>
        </a:xfrm>
        <a:prstGeom prst="round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2339" tIns="0" rIns="172339" bIns="0" numCol="1" spcCol="1270" anchor="ctr" anchorCtr="0">
          <a:noAutofit/>
        </a:bodyPr>
        <a:lstStyle/>
        <a:p>
          <a:pPr marL="0" lvl="0" indent="0" algn="l" defTabSz="2178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4900" b="1" kern="1200" dirty="0"/>
            <a:t>Jurídica</a:t>
          </a:r>
          <a:endParaRPr lang="en-US" sz="4900" kern="1200" dirty="0"/>
        </a:p>
      </dsp:txBody>
      <dsp:txXfrm>
        <a:off x="396291" y="104928"/>
        <a:ext cx="4418300" cy="130525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A7B64B-BD6C-46D1-90C7-CCB4567D939D}">
      <dsp:nvSpPr>
        <dsp:cNvPr id="0" name=""/>
        <dsp:cNvSpPr/>
      </dsp:nvSpPr>
      <dsp:spPr>
        <a:xfrm>
          <a:off x="0" y="0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9AECE-F792-4DEF-9E22-82E34FCE49B8}">
      <dsp:nvSpPr>
        <dsp:cNvPr id="0" name=""/>
        <dsp:cNvSpPr/>
      </dsp:nvSpPr>
      <dsp:spPr>
        <a:xfrm>
          <a:off x="0" y="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dirty="0"/>
            <a:t>Es la ciencia y el arte de elaborar y responder preguntas, que permitan tomar decisiones con menos incertidumbre, utilizando datos.</a:t>
          </a:r>
          <a:endParaRPr lang="en-US" sz="3600" kern="1200" dirty="0"/>
        </a:p>
      </dsp:txBody>
      <dsp:txXfrm>
        <a:off x="0" y="0"/>
        <a:ext cx="6900512" cy="2768070"/>
      </dsp:txXfrm>
    </dsp:sp>
    <dsp:sp modelId="{13401688-9271-4262-93F2-2D063FE7262F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13D064-0210-4ABD-89F9-41BC8D1E4FC6}">
      <dsp:nvSpPr>
        <dsp:cNvPr id="0" name=""/>
        <dsp:cNvSpPr/>
      </dsp:nvSpPr>
      <dsp:spPr>
        <a:xfrm>
          <a:off x="0" y="2768070"/>
          <a:ext cx="6900512" cy="27680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/>
            <a:t>Y esta definición aplica también para la Inteligencia Artificial con la adición de que el que toma la decisión es la maquina</a:t>
          </a:r>
          <a:endParaRPr lang="en-US" sz="3600" kern="1200"/>
        </a:p>
      </dsp:txBody>
      <dsp:txXfrm>
        <a:off x="0" y="2768070"/>
        <a:ext cx="6900512" cy="276807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C2352C-C173-4326-B7A3-1ADB7BF1B346}">
      <dsp:nvSpPr>
        <dsp:cNvPr id="0" name=""/>
        <dsp:cNvSpPr/>
      </dsp:nvSpPr>
      <dsp:spPr>
        <a:xfrm>
          <a:off x="0" y="718"/>
          <a:ext cx="6513603" cy="1681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DBF6B2-C49B-4EDE-9A90-BA827ABDA5A2}">
      <dsp:nvSpPr>
        <dsp:cNvPr id="0" name=""/>
        <dsp:cNvSpPr/>
      </dsp:nvSpPr>
      <dsp:spPr>
        <a:xfrm>
          <a:off x="508544" y="378974"/>
          <a:ext cx="924626" cy="9246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B7518B3-9FF4-4A3B-9A0C-458B909498E8}">
      <dsp:nvSpPr>
        <dsp:cNvPr id="0" name=""/>
        <dsp:cNvSpPr/>
      </dsp:nvSpPr>
      <dsp:spPr>
        <a:xfrm>
          <a:off x="1941716" y="718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/>
            <a:t># 1: Terminología específica </a:t>
          </a:r>
          <a:r>
            <a:rPr lang="es-CO" sz="2500" kern="1200"/>
            <a:t>y simple</a:t>
          </a:r>
          <a:endParaRPr lang="en-US" sz="2500" kern="1200"/>
        </a:p>
      </dsp:txBody>
      <dsp:txXfrm>
        <a:off x="1941716" y="718"/>
        <a:ext cx="4571887" cy="1681139"/>
      </dsp:txXfrm>
    </dsp:sp>
    <dsp:sp modelId="{57025E17-A0A7-41B2-BEF1-49515CF03157}">
      <dsp:nvSpPr>
        <dsp:cNvPr id="0" name=""/>
        <dsp:cNvSpPr/>
      </dsp:nvSpPr>
      <dsp:spPr>
        <a:xfrm>
          <a:off x="0" y="2102143"/>
          <a:ext cx="6513603" cy="1681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DD94EB-A61C-4799-A4BB-25F95DCC87C5}">
      <dsp:nvSpPr>
        <dsp:cNvPr id="0" name=""/>
        <dsp:cNvSpPr/>
      </dsp:nvSpPr>
      <dsp:spPr>
        <a:xfrm>
          <a:off x="508544" y="2480399"/>
          <a:ext cx="924626" cy="9246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0DDC6E-8070-4882-A9E4-9D6E2DEBF089}">
      <dsp:nvSpPr>
        <dsp:cNvPr id="0" name=""/>
        <dsp:cNvSpPr/>
      </dsp:nvSpPr>
      <dsp:spPr>
        <a:xfrm>
          <a:off x="1941716" y="2102143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/>
            <a:t># 2: Alcance Específico</a:t>
          </a:r>
          <a:endParaRPr lang="en-US" sz="2500" kern="1200"/>
        </a:p>
      </dsp:txBody>
      <dsp:txXfrm>
        <a:off x="1941716" y="2102143"/>
        <a:ext cx="4571887" cy="1681139"/>
      </dsp:txXfrm>
    </dsp:sp>
    <dsp:sp modelId="{054ADFF3-C7FE-4256-9B4D-595084EC95D7}">
      <dsp:nvSpPr>
        <dsp:cNvPr id="0" name=""/>
        <dsp:cNvSpPr/>
      </dsp:nvSpPr>
      <dsp:spPr>
        <a:xfrm>
          <a:off x="0" y="4203567"/>
          <a:ext cx="6513603" cy="168113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8D32ED-DF1E-4A80-AD23-197F792FB477}">
      <dsp:nvSpPr>
        <dsp:cNvPr id="0" name=""/>
        <dsp:cNvSpPr/>
      </dsp:nvSpPr>
      <dsp:spPr>
        <a:xfrm>
          <a:off x="508544" y="4581824"/>
          <a:ext cx="924626" cy="9246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7506A9-00C5-4D05-B454-8A175FB1C7DC}">
      <dsp:nvSpPr>
        <dsp:cNvPr id="0" name=""/>
        <dsp:cNvSpPr/>
      </dsp:nvSpPr>
      <dsp:spPr>
        <a:xfrm>
          <a:off x="1941716" y="4203567"/>
          <a:ext cx="4571887" cy="16811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921" tIns="177921" rIns="177921" bIns="1779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2500" kern="1200" dirty="0"/>
            <a:t># 3: Contexto específico</a:t>
          </a:r>
          <a:endParaRPr lang="en-US" sz="2500" kern="1200" dirty="0"/>
        </a:p>
      </dsp:txBody>
      <dsp:txXfrm>
        <a:off x="1941716" y="4203567"/>
        <a:ext cx="4571887" cy="168113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69D07-AA7D-4CCB-8E34-D5800ABA89CC}" type="datetimeFigureOut">
              <a:t>30/05/2026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EECF6-5349-4283-AF4B-9E938E9F729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02925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A59EB-382C-40FB-A3E2-5573C2A14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CFE562-6D30-4F67-A322-6B67D1BF51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9684B5-C5E6-4CD0-A308-403492D64B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C273FC-445D-4302-A286-297422248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A46776-AF09-4796-B77C-60FA51BCC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3625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913CD2-F668-480D-9F83-0B7E3DEDB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69FD02-383C-49F2-A371-2A490AA0B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8386E60-B7F3-40D5-8841-3C5A3305F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E6C75C0-6CB5-4D90-A6D5-03A2E6962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0306156-0DD2-48E8-A377-890659138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713765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C2B2E0-0271-447A-BD76-451D648966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4F5765-9B81-4167-A0D2-1CA9C43984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32491B-DC6A-41FF-B982-160F67D81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D2EFD5-409C-4D30-A1C9-CB6754AF6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CEB9642-755B-4D89-BE8B-153BB1D1F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1904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2D009F-1ED7-418D-A2B6-759665B1E5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7C5CE10-8E3B-40DF-8B1C-2EAC4C1D6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828644-D401-407D-AAD3-2CA4FF38F5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F3D64C-1A9E-43C5-A9E8-DCB33982E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017F0AB-AFE0-483C-804D-B14C28E5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F64314-C0F5-449C-9AB4-45ECE82F9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23457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8C0AD0-71CF-4528-A88F-D93D1C465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6121937-A309-4952-B97B-7AEFF89A5A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A952F6F-9EF9-46A1-A47B-0EDE5EB28F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C2B8F01-E489-409A-95DC-6E14D446B5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CEB39C3-20CB-4C9E-B06A-4796FDD869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6D8914D1-9C1E-4F3D-A302-D8E1D58B9C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D8129B-9377-480E-9AD4-CE91058FB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5D2C705-6D4C-40E7-8B80-7BDC0280D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09834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FCD2B3-235B-4650-A786-5DE9970B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00B375C-06A6-4482-A3D0-DF23C9B42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587F4F5-34DD-414D-AF4E-7FCD3245D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A610008-14CC-41C3-809B-9101242C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04169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F4F15E8-F78D-4BCF-949A-974817E06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9565B2A-7AEF-4E70-B020-689CEC0581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026C7A9-59E0-404A-8507-4583926492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512893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CC5E0E-B38B-4C82-8FE0-90BE41879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053AECD-ACCB-4675-BDE9-12D0CA023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F8C78B-247A-4CEC-BFE1-DDE5ABF1F7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A2083C4-540D-418A-A47D-A8136A53C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905843-49B4-47C6-ACCE-2F624EAE9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9B8EFB8-EF46-4AF0-9560-0CEEE0D6D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12325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CFF7C-ECD5-446A-BD1C-5B635789F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7907545-D3CD-4995-9AA8-CBA97451EB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22EE93-0233-43BC-804C-7167A51AA0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AACC19A-AE90-41CF-BE33-A4B8242C0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482761-C681-48A1-82BA-61D7218BF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3C6F51-9E2B-4449-A252-7A92DDB11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7068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E10B50-CBF9-44EC-880F-8E711784A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566D2E0-C299-427A-932B-9B3816154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8B3BE5-404F-468E-A2C2-FDFA96AA4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E413F6-9F20-4525-A84E-210CD1760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59EFB02-7479-4E03-BBD4-55455AB66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72446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8F188BC-BE81-464E-A706-AA99E4DDD2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785F075-3B79-48A3-AE67-D221335554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F68D769-6E89-439A-881F-99C0F5853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2A3A14-DA4F-4715-946D-306C8FEDAE7D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8EBE63A-3B0E-4977-9521-A656C120C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FD6C55-AF49-4C56-B2F8-31DA0A61B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81FBD6-4628-48F7-A5B9-303E3B0C5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2967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BCDED29-753F-4225-A821-A2A497C1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D2E2FBD-CF27-43FC-98AB-05E6614F5C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C5B193-49C6-41C6-8E6F-3359D248D6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2A3A14-DA4F-4715-946D-306C8FEDAE7D}" type="datetimeFigureOut">
              <a:rPr lang="es-CO" smtClean="0"/>
              <a:t>30/05/2026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DB28EF-DB6C-4FB8-BCAE-2BBA76D438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2AFC69-2912-401F-886B-99AC8510F3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81FBD6-4628-48F7-A5B9-303E3B0C5EAA}" type="slidenum">
              <a:rPr lang="es-CO" smtClean="0"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5752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redictiveanalyticsworld.com/machinelearningtimes/liftoff-the-basics-of-predictive-model-deployment/12138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1251AF9C-871D-4AEB-8BFB-9943AA2D2F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 fontScale="90000"/>
          </a:bodyPr>
          <a:lstStyle/>
          <a:p>
            <a:pPr algn="l"/>
            <a:r>
              <a:rPr lang="es-ES" sz="11500" dirty="0"/>
              <a:t>Taller de análisis: preguntas</a:t>
            </a:r>
            <a:endParaRPr lang="es-CO" sz="11500" dirty="0"/>
          </a:p>
        </p:txBody>
      </p:sp>
    </p:spTree>
    <p:extLst>
      <p:ext uri="{BB962C8B-B14F-4D97-AF65-F5344CB8AC3E}">
        <p14:creationId xmlns:p14="http://schemas.microsoft.com/office/powerpoint/2010/main" val="37051745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707FC24-6981-43D9-B525-C7832BA22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6884" y="311449"/>
            <a:ext cx="4332307" cy="6179552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F360025-2B1D-4190-9C7B-0C3000C1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742951"/>
            <a:ext cx="3476625" cy="4962524"/>
          </a:xfrm>
        </p:spPr>
        <p:txBody>
          <a:bodyPr>
            <a:normAutofit/>
          </a:bodyPr>
          <a:lstStyle/>
          <a:p>
            <a:pPr algn="ctr"/>
            <a:r>
              <a:rPr lang="es-CO" sz="4800">
                <a:solidFill>
                  <a:srgbClr val="FFFFFF"/>
                </a:solidFill>
              </a:rPr>
              <a:t>Cross Industry Standard Process for Data Mining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FBB56FB-751B-4C06-9BD7-2B5316E08C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7548" y="492573"/>
            <a:ext cx="5866092" cy="588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526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88C029E-A5A2-4A07-801F-691BFF7230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s-ES" sz="3200" dirty="0">
                <a:solidFill>
                  <a:schemeClr val="bg1"/>
                </a:solidFill>
              </a:rPr>
              <a:t>Propuesta metodológica</a:t>
            </a:r>
            <a:endParaRPr lang="es-CO" sz="3200" dirty="0">
              <a:solidFill>
                <a:schemeClr val="bg1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898CE85-CA98-4CFA-A469-AA3ADE02E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574" y="1693634"/>
            <a:ext cx="9874964" cy="4688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377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BE8E47-4CFB-4031-A9DF-C8F2F10B9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Tipos de Análisis de Datos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FC8B8B3-EA55-4736-92DE-69E3A9712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4148" y="1455983"/>
            <a:ext cx="8683703" cy="5166805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FBF8601F-1DB9-4B79-AA73-19F8801C4F89}"/>
              </a:ext>
            </a:extLst>
          </p:cNvPr>
          <p:cNvSpPr txBox="1"/>
          <p:nvPr/>
        </p:nvSpPr>
        <p:spPr>
          <a:xfrm>
            <a:off x="213437" y="6536579"/>
            <a:ext cx="93008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1400" dirty="0">
                <a:hlinkClick r:id="rId3"/>
              </a:rPr>
              <a:t>https://www.predictiveanalyticsworld.com/machinelearningtimes/liftoff-the-basics-of-predictive-model-deployment/12138/</a:t>
            </a:r>
            <a:r>
              <a:rPr lang="es-CO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808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0F74F901-EE6E-42DE-96D0-CDBC82A094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s-CO" sz="7200"/>
              <a:t>Algunos ejemplos de Análisis de Datos con su pregunta respectiva</a:t>
            </a:r>
          </a:p>
        </p:txBody>
      </p:sp>
      <p:sp>
        <p:nvSpPr>
          <p:cNvPr id="4" name="Subtítulo 3">
            <a:extLst>
              <a:ext uri="{FF2B5EF4-FFF2-40B4-BE49-F238E27FC236}">
                <a16:creationId xmlns:a16="http://schemas.microsoft.com/office/drawing/2014/main" id="{40BAA239-94ED-415E-9092-47C820F0BC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s-CO" dirty="0"/>
              <a:t>Si no sabe por dónde empezar, alguno de los siguientes ejemplos lo puede orientar</a:t>
            </a:r>
          </a:p>
        </p:txBody>
      </p:sp>
    </p:spTree>
    <p:extLst>
      <p:ext uri="{BB962C8B-B14F-4D97-AF65-F5344CB8AC3E}">
        <p14:creationId xmlns:p14="http://schemas.microsoft.com/office/powerpoint/2010/main" val="699275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D396B13-A10E-4A7C-A096-8CAE0B98B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52B7117A-6A3D-4C1E-8D25-852D81E78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4" y="625059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73A42B-F3E6-495C-913F-9846821C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1383528"/>
            <a:ext cx="3371456" cy="31675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500"/>
              <a:t>Decisiones de las entidades con análisis de datos</a:t>
            </a:r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C575C619-69E5-4FD6-8E42-03D77DB72BB5}"/>
              </a:ext>
            </a:extLst>
          </p:cNvPr>
          <p:cNvGraphicFramePr/>
          <p:nvPr/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5945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D396B13-A10E-4A7C-A096-8CAE0B98B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52B7117A-6A3D-4C1E-8D25-852D81E78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4" y="625059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73A42B-F3E6-495C-913F-9846821C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1383528"/>
            <a:ext cx="3371456" cy="31675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500"/>
              <a:t>Decisiones de las entidades con análisis de datos</a:t>
            </a:r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C575C619-69E5-4FD6-8E42-03D77DB72BB5}"/>
              </a:ext>
            </a:extLst>
          </p:cNvPr>
          <p:cNvGraphicFramePr/>
          <p:nvPr/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6347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D396B13-A10E-4A7C-A096-8CAE0B98BD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52B7117A-6A3D-4C1E-8D25-852D81E78C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74" y="625059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E73A42B-F3E6-495C-913F-9846821C4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5199" y="1383528"/>
            <a:ext cx="3371456" cy="316751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4500"/>
              <a:t>Decisiones de las entidades con análisis de datos</a:t>
            </a:r>
          </a:p>
        </p:txBody>
      </p:sp>
      <p:graphicFrame>
        <p:nvGraphicFramePr>
          <p:cNvPr id="11" name="TextBox 8">
            <a:extLst>
              <a:ext uri="{FF2B5EF4-FFF2-40B4-BE49-F238E27FC236}">
                <a16:creationId xmlns:a16="http://schemas.microsoft.com/office/drawing/2014/main" id="{C575C619-69E5-4FD6-8E42-03D77DB72BB5}"/>
              </a:ext>
            </a:extLst>
          </p:cNvPr>
          <p:cNvGraphicFramePr/>
          <p:nvPr/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0912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6704DCD-1346-4B6C-B15C-CB97A22102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s-ES" sz="5400"/>
              <a:t>¿Qué es el Análisis de Datos o Ciencia de Datos?</a:t>
            </a:r>
            <a:endParaRPr lang="es-CO" sz="5400"/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Marcador de contenido 2">
            <a:extLst>
              <a:ext uri="{FF2B5EF4-FFF2-40B4-BE49-F238E27FC236}">
                <a16:creationId xmlns:a16="http://schemas.microsoft.com/office/drawing/2014/main" id="{2EE6C641-6B5A-47FC-B380-037CFE56728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8183426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07323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A8863-C031-46CE-9336-2490A140C6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CO" sz="4100"/>
              <a:t>Características de una buena pregunta</a:t>
            </a:r>
            <a:endParaRPr lang="es-CO" sz="4100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28424DC-4F7B-4D94-8CB8-6173E2BA9BE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58414569"/>
              </p:ext>
            </p:extLst>
          </p:nvPr>
        </p:nvGraphicFramePr>
        <p:xfrm>
          <a:off x="5194300" y="470924"/>
          <a:ext cx="6513604" cy="5885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499731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72E8F-B155-4479-B3A1-7EF3C5C1DC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sz="5400" dirty="0"/>
              <a:t>Preguntas Descriptivas</a:t>
            </a: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767FD1-03E6-462B-8CAF-2A3D787D57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4825" y="1677373"/>
            <a:ext cx="11351133" cy="4776978"/>
          </a:xfrm>
        </p:spPr>
        <p:txBody>
          <a:bodyPr>
            <a:noAutofit/>
          </a:bodyPr>
          <a:lstStyle/>
          <a:p>
            <a:pPr lvl="0"/>
            <a:r>
              <a:rPr lang="es-CO" sz="2000" dirty="0"/>
              <a:t>Se lleva a cabo para responder sobre los eventos que ya han ocurrido.</a:t>
            </a:r>
            <a:endParaRPr lang="en-US" sz="2000" dirty="0"/>
          </a:p>
          <a:p>
            <a:pPr lvl="0"/>
            <a:r>
              <a:rPr lang="es-CO" sz="2000" dirty="0"/>
              <a:t>Una pregunta descriptiva es la que pretende resumir una o varias variables (característica o columnas) de un conjunto de datos o de un objetivo de análisis.</a:t>
            </a:r>
            <a:endParaRPr lang="en-US" sz="2000" dirty="0"/>
          </a:p>
          <a:p>
            <a:pPr lvl="0"/>
            <a:r>
              <a:rPr lang="es-CO" sz="2000" dirty="0"/>
              <a:t>Para responderlas normalmente se usa estadística descriptiva con medidas: </a:t>
            </a:r>
            <a:endParaRPr lang="en-US" sz="2000" dirty="0"/>
          </a:p>
          <a:p>
            <a:pPr lvl="1"/>
            <a:r>
              <a:rPr lang="es-CO" sz="2000" dirty="0"/>
              <a:t>De centro: Media o Promedio, Mediana y Moda</a:t>
            </a:r>
            <a:endParaRPr lang="en-US" sz="2000" dirty="0"/>
          </a:p>
          <a:p>
            <a:pPr lvl="1"/>
            <a:r>
              <a:rPr lang="es-CO" sz="2000" dirty="0"/>
              <a:t>De dispersión: rango, cuartiles y desviaciones</a:t>
            </a:r>
            <a:endParaRPr lang="en-US" sz="2000" dirty="0"/>
          </a:p>
          <a:p>
            <a:pPr lvl="0"/>
            <a:r>
              <a:rPr lang="es-CO" sz="2000" dirty="0"/>
              <a:t>Ejemplos de preguntas descriptivas</a:t>
            </a:r>
            <a:endParaRPr lang="en-US" sz="2000" dirty="0"/>
          </a:p>
          <a:p>
            <a:pPr lvl="1"/>
            <a:r>
              <a:rPr lang="es-ES" sz="2000" dirty="0"/>
              <a:t>¿Cuántas PQRS llegan al mes por área?</a:t>
            </a:r>
          </a:p>
          <a:p>
            <a:pPr lvl="1"/>
            <a:r>
              <a:rPr lang="es-ES" sz="2000" dirty="0"/>
              <a:t>¿Cuál es el tiempo promedio de respuesta de las PQRS? ¿el máximo? ¿el mínimo?</a:t>
            </a:r>
          </a:p>
          <a:p>
            <a:pPr lvl="1"/>
            <a:r>
              <a:rPr lang="es-ES" sz="2000" dirty="0"/>
              <a:t>¿Cuál es el tamaño promedio (hojas, párrafos, oraciones, caracteres) de la PQRS? ¿el máximo? ¿el mínimo?</a:t>
            </a:r>
          </a:p>
          <a:p>
            <a:pPr lvl="1"/>
            <a:r>
              <a:rPr lang="es-ES" sz="2000" dirty="0"/>
              <a:t>¿Cuántas PQRS respondieron por área?</a:t>
            </a:r>
          </a:p>
          <a:p>
            <a:pPr lvl="1"/>
            <a:r>
              <a:rPr lang="es-ES" sz="2000" dirty="0"/>
              <a:t>¿Cuál es el tamaño promedio de la respuesta de la PQRS? ¿el máximo? ¿el mínimo?</a:t>
            </a:r>
          </a:p>
          <a:p>
            <a:pPr lvl="1"/>
            <a:r>
              <a:rPr lang="es-ES" sz="2000" dirty="0"/>
              <a:t>¿Cuántas PQRS por tema llegan al mes?</a:t>
            </a:r>
          </a:p>
          <a:p>
            <a:pPr lvl="1"/>
            <a:r>
              <a:rPr lang="es-ES" sz="2000" dirty="0"/>
              <a:t>¿Cuáles son los temas principales de las PQRS?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3140870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sz="5400"/>
              <a:t>Preguntas Diagnosticas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176905"/>
            <a:ext cx="10853928" cy="433959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sz="2400" dirty="0"/>
              <a:t>Análisis diagnostico ayuda a determinar la causa de un evento ocurrido en el pasado, utilizando preguntas que se concentran en la razón detrás del evento.</a:t>
            </a:r>
          </a:p>
          <a:p>
            <a:r>
              <a:rPr lang="es-CO" sz="2400" dirty="0"/>
              <a:t>El análisis diagnostico busca relacionar 2 o más variables y empezar a identificar patrones</a:t>
            </a:r>
          </a:p>
          <a:p>
            <a:r>
              <a:rPr lang="es-CO" sz="2400" dirty="0"/>
              <a:t>Ejemplos de preguntas diagnosticas</a:t>
            </a:r>
          </a:p>
          <a:p>
            <a:pPr lvl="1"/>
            <a:r>
              <a:rPr lang="es-CO" dirty="0"/>
              <a:t>¿Tiene alguna relación la duración con el tema de la PQRS?</a:t>
            </a:r>
          </a:p>
          <a:p>
            <a:pPr lvl="1"/>
            <a:r>
              <a:rPr lang="es-CO" dirty="0"/>
              <a:t>¿Tiene alguna relación la duración de respuesta con el tamaño en hojas?</a:t>
            </a:r>
          </a:p>
          <a:p>
            <a:pPr lvl="1"/>
            <a:r>
              <a:rPr lang="es-CO" dirty="0"/>
              <a:t>¿Tiene alguna relación el área con el tema de la PQRS?</a:t>
            </a:r>
          </a:p>
          <a:p>
            <a:r>
              <a:rPr lang="es-CO" sz="2400" dirty="0"/>
              <a:t>Para responder este tipo de preguntas se puede usar estadística inferencial como: correlaciones y pruebas de hipótesis (hipótesis nula y nivel de significancia)</a:t>
            </a:r>
          </a:p>
        </p:txBody>
      </p:sp>
    </p:spTree>
    <p:extLst>
      <p:ext uri="{BB962C8B-B14F-4D97-AF65-F5344CB8AC3E}">
        <p14:creationId xmlns:p14="http://schemas.microsoft.com/office/powerpoint/2010/main" val="10109257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sz="5400" dirty="0"/>
              <a:t>Preguntas Predictivas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CO" sz="2400" dirty="0"/>
              <a:t>Análisis predictivo permite encontrar valores de variables que no conozco. </a:t>
            </a:r>
          </a:p>
          <a:p>
            <a:r>
              <a:rPr lang="es-CO" sz="2400" dirty="0"/>
              <a:t>Se le llama predictivo porque predigo el valor de la(s) variable que no conozco. Muchas veces esas variables se asocian a un evento futuro.</a:t>
            </a:r>
          </a:p>
          <a:p>
            <a:r>
              <a:rPr lang="es-CO" sz="2400" dirty="0"/>
              <a:t>Para el análisis predictivo se utiliza data histórica y actual para identificar patrones y con base en ellos construir modelos predictivos (predictores) utilizando: estadística, Machine </a:t>
            </a:r>
            <a:r>
              <a:rPr lang="es-CO" sz="2400" dirty="0" err="1"/>
              <a:t>Learning</a:t>
            </a:r>
            <a:r>
              <a:rPr lang="es-CO" sz="2400" dirty="0"/>
              <a:t> y Deep </a:t>
            </a:r>
            <a:r>
              <a:rPr lang="es-CO" sz="2400" dirty="0" err="1"/>
              <a:t>Learning</a:t>
            </a:r>
            <a:r>
              <a:rPr lang="es-CO" sz="2400" dirty="0"/>
              <a:t>.</a:t>
            </a:r>
            <a:endParaRPr lang="es-CO" sz="2400" dirty="0">
              <a:ea typeface="Calibri"/>
              <a:cs typeface="Calibri"/>
            </a:endParaRPr>
          </a:p>
          <a:p>
            <a:r>
              <a:rPr lang="es-CO" sz="2400" dirty="0"/>
              <a:t>Ejemplos de preguntas predictivas</a:t>
            </a:r>
          </a:p>
          <a:p>
            <a:pPr lvl="1"/>
            <a:r>
              <a:rPr lang="es-CO" dirty="0"/>
              <a:t>¿Cuánto tiempo tomara responder esta PQRS?</a:t>
            </a:r>
          </a:p>
          <a:p>
            <a:pPr lvl="1"/>
            <a:r>
              <a:rPr lang="es-CO" dirty="0"/>
              <a:t>¿A qué área le debo entregar esa PQRS?</a:t>
            </a:r>
            <a:endParaRPr lang="es-CO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342477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O" sz="5400" dirty="0"/>
              <a:t>Análisis Prescriptivo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Marcador de contenido 2"/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/>
          <a:p>
            <a:r>
              <a:rPr lang="es-CO" sz="2400" dirty="0"/>
              <a:t>Análisis prescriptivo se basa en los resultados del análisis predictivo y con base en el resultado puede prescribir algo, basado en reglas preestablecidas.</a:t>
            </a:r>
          </a:p>
          <a:p>
            <a:r>
              <a:rPr lang="es-CO" sz="2400" dirty="0"/>
              <a:t>Ejemplos de resultados prescriptivos</a:t>
            </a:r>
          </a:p>
          <a:p>
            <a:pPr lvl="1"/>
            <a:r>
              <a:rPr lang="es-CO" dirty="0"/>
              <a:t>Si la PQRS se demora X entonces hacer Y</a:t>
            </a:r>
          </a:p>
        </p:txBody>
      </p:sp>
    </p:spTree>
    <p:extLst>
      <p:ext uri="{BB962C8B-B14F-4D97-AF65-F5344CB8AC3E}">
        <p14:creationId xmlns:p14="http://schemas.microsoft.com/office/powerpoint/2010/main" val="36074724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5A5732A-D1B8-46F1-9598-2E626723E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sz="5400"/>
              <a:t>Preguntas que apoyan la decisión</a:t>
            </a:r>
            <a:endParaRPr lang="es-CO" sz="540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22CA73B-7C24-4F8B-A5D8-C127117EB0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75663"/>
            <a:ext cx="10991850" cy="4849749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s-ES" sz="2000" dirty="0"/>
              <a:t>Descriptivas</a:t>
            </a:r>
          </a:p>
          <a:p>
            <a:pPr lvl="1"/>
            <a:r>
              <a:rPr lang="es-ES" sz="2000" dirty="0"/>
              <a:t>¿Cuántas PQRS llegan al mes por área?</a:t>
            </a:r>
          </a:p>
          <a:p>
            <a:pPr lvl="1"/>
            <a:r>
              <a:rPr lang="es-ES" sz="2000" dirty="0"/>
              <a:t>¿Cuál es el tiempo promedio de respuesta de las PQRS? ¿el máximo? ¿el mínimo?</a:t>
            </a:r>
          </a:p>
          <a:p>
            <a:pPr lvl="1"/>
            <a:r>
              <a:rPr lang="es-ES" sz="2000" dirty="0"/>
              <a:t>¿Cuál es el tamaño promedio (hojas, párrafos, oraciones, caracteres) de la PQRS? ¿el máximo? ¿el mínimo?</a:t>
            </a:r>
          </a:p>
          <a:p>
            <a:pPr lvl="1"/>
            <a:r>
              <a:rPr lang="es-ES" sz="2000" dirty="0"/>
              <a:t>¿Cuántas PQRS respondieron por área?</a:t>
            </a:r>
          </a:p>
          <a:p>
            <a:pPr lvl="1"/>
            <a:r>
              <a:rPr lang="es-ES" sz="2000" dirty="0"/>
              <a:t>¿Cuál es el tamaño promedio de la respuesta de la PQRS? ¿el máximo? ¿el mínimo?</a:t>
            </a:r>
          </a:p>
          <a:p>
            <a:pPr lvl="1"/>
            <a:r>
              <a:rPr lang="es-ES" sz="2000" dirty="0"/>
              <a:t>¿Cuántas PQRS por tema llegan al mes?</a:t>
            </a:r>
          </a:p>
          <a:p>
            <a:pPr lvl="1"/>
            <a:r>
              <a:rPr lang="es-ES" sz="2000" dirty="0"/>
              <a:t>¿Cuáles son los temas principales de las PQRS?</a:t>
            </a:r>
          </a:p>
          <a:p>
            <a:r>
              <a:rPr lang="es-ES" sz="2000" dirty="0"/>
              <a:t>Diagnosticas</a:t>
            </a:r>
          </a:p>
          <a:p>
            <a:pPr lvl="1"/>
            <a:r>
              <a:rPr lang="es-ES" sz="2000" dirty="0"/>
              <a:t>¿Tiene alguna relación el tema con el tiempo de respuesta?</a:t>
            </a:r>
          </a:p>
          <a:p>
            <a:r>
              <a:rPr lang="es-ES" sz="2000" dirty="0"/>
              <a:t>Predictivas</a:t>
            </a:r>
          </a:p>
          <a:p>
            <a:pPr lvl="1"/>
            <a:r>
              <a:rPr lang="es-ES" sz="2000" dirty="0"/>
              <a:t>¿Cuál será el tiempo de respuesta de la PQRS que está entrando?</a:t>
            </a:r>
          </a:p>
          <a:p>
            <a:pPr lvl="1"/>
            <a:r>
              <a:rPr lang="es-ES" sz="2000" dirty="0"/>
              <a:t>¿A que funcionario o área debo enviar la PQRS?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18596017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F2E1C114-29E6-4981-92EB-9A329C83B1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920835"/>
            <a:ext cx="10905066" cy="5016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899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3B24934-4FF2-4FFB-8FEE-0F59A0DA27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97593" y="705728"/>
            <a:ext cx="6251110" cy="14410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s-CO" sz="5400" dirty="0"/>
              <a:t>Taller 1: preguntas</a:t>
            </a:r>
            <a:endParaRPr lang="en-US" sz="5400" dirty="0"/>
          </a:p>
        </p:txBody>
      </p:sp>
      <p:pic>
        <p:nvPicPr>
          <p:cNvPr id="7" name="Picture 6" descr="Herramientas de trabajo en un banco">
            <a:extLst>
              <a:ext uri="{FF2B5EF4-FFF2-40B4-BE49-F238E27FC236}">
                <a16:creationId xmlns:a16="http://schemas.microsoft.com/office/drawing/2014/main" id="{82497551-337D-42AB-BB6E-818002AC923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5483" r="19185" b="-1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034D296A-445D-44B7-8EB9-4030FEBE53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1" y="2566626"/>
            <a:ext cx="6421487" cy="3871496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</a:rPr>
              <a:t>Para ver ejemplos de cómo se realiza el análisis exploratorio revisar:</a:t>
            </a:r>
            <a:endParaRPr lang="es-CO" sz="2000" dirty="0">
              <a:solidFill>
                <a:srgbClr val="000000"/>
              </a:solidFill>
              <a:ea typeface="Calibri"/>
              <a:cs typeface="Calibri"/>
            </a:endParaRP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rgbClr val="000000"/>
                </a:solidFill>
              </a:rPr>
              <a:t>Kaggle.com</a:t>
            </a:r>
            <a:endParaRPr lang="es-CO" dirty="0">
              <a:solidFill>
                <a:srgbClr val="000000"/>
              </a:solidFill>
              <a:ea typeface="Calibri" panose="020F0502020204030204"/>
              <a:cs typeface="Calibri" panose="020F0502020204030204"/>
            </a:endParaRP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s-CO" dirty="0" err="1">
                <a:solidFill>
                  <a:srgbClr val="000000"/>
                </a:solidFill>
              </a:rPr>
              <a:t>Data.world</a:t>
            </a:r>
            <a:endParaRPr lang="es-CO" dirty="0">
              <a:solidFill>
                <a:srgbClr val="000000"/>
              </a:solidFill>
            </a:endParaRP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s-CO" dirty="0">
                <a:solidFill>
                  <a:srgbClr val="000000"/>
                </a:solidFill>
              </a:rPr>
              <a:t>D3js</a:t>
            </a:r>
            <a:endParaRPr lang="es-CO" dirty="0">
              <a:solidFill>
                <a:srgbClr val="000000"/>
              </a:solidFill>
              <a:ea typeface="Calibri"/>
              <a:cs typeface="Calibri"/>
            </a:endParaRPr>
          </a:p>
          <a:p>
            <a:pPr lvl="1" indent="-228600" algn="just">
              <a:buFont typeface="Arial" panose="020B0604020202020204" pitchFamily="34" charset="0"/>
              <a:buChar char="•"/>
            </a:pPr>
            <a:r>
              <a:rPr lang="es-CO" dirty="0" err="1">
                <a:solidFill>
                  <a:srgbClr val="000000"/>
                </a:solidFill>
              </a:rPr>
              <a:t>Gapminder</a:t>
            </a:r>
            <a:endParaRPr lang="es-CO" dirty="0">
              <a:solidFill>
                <a:srgbClr val="000000"/>
              </a:solidFill>
            </a:endParaRPr>
          </a:p>
          <a:p>
            <a:pPr lvl="1" indent="-228600" algn="l">
              <a:buFont typeface="Arial" panose="020B0604020202020204" pitchFamily="34" charset="0"/>
              <a:buChar char="•"/>
            </a:pPr>
            <a:r>
              <a:rPr lang="es-CO" dirty="0" err="1">
                <a:solidFill>
                  <a:srgbClr val="000000"/>
                </a:solidFill>
              </a:rPr>
              <a:t>Socrata</a:t>
            </a:r>
            <a:endParaRPr lang="es-CO" dirty="0">
              <a:solidFill>
                <a:srgbClr val="000000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s-CO" dirty="0"/>
              <a:t>Selecciones un dataset de su gusto.</a:t>
            </a:r>
          </a:p>
          <a:p>
            <a:pPr marL="514350" indent="-228600" algn="l">
              <a:buFont typeface="Arial" panose="020B0604020202020204" pitchFamily="34" charset="0"/>
              <a:buChar char="•"/>
            </a:pPr>
            <a:r>
              <a:rPr lang="es-ES" dirty="0"/>
              <a:t>Elabore preguntas para ayudar en la decisión:</a:t>
            </a:r>
          </a:p>
          <a:p>
            <a:pPr marL="971550" lvl="1" indent="-228600" algn="l">
              <a:buFont typeface="Arial" panose="020B0604020202020204" pitchFamily="34" charset="0"/>
              <a:buChar char="•"/>
            </a:pPr>
            <a:r>
              <a:rPr lang="es-ES" dirty="0"/>
              <a:t>10 descriptivas</a:t>
            </a:r>
          </a:p>
          <a:p>
            <a:pPr marL="971550" lvl="1" indent="-228600" algn="l">
              <a:buFont typeface="Arial" panose="020B0604020202020204" pitchFamily="34" charset="0"/>
              <a:buChar char="•"/>
            </a:pPr>
            <a:r>
              <a:rPr lang="es-ES" dirty="0"/>
              <a:t>5 diagnosticas </a:t>
            </a:r>
          </a:p>
          <a:p>
            <a:pPr marL="971550" lvl="1" indent="-228600" algn="l">
              <a:buFont typeface="Arial" panose="020B0604020202020204" pitchFamily="34" charset="0"/>
              <a:buChar char="•"/>
            </a:pPr>
            <a:r>
              <a:rPr lang="es-ES" dirty="0"/>
              <a:t>2 predictivas</a:t>
            </a:r>
          </a:p>
        </p:txBody>
      </p:sp>
    </p:spTree>
    <p:extLst>
      <p:ext uri="{BB962C8B-B14F-4D97-AF65-F5344CB8AC3E}">
        <p14:creationId xmlns:p14="http://schemas.microsoft.com/office/powerpoint/2010/main" val="12387389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AA6631C-6244-4972-9AA7-A2C71B9BF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>
            <a:normAutofit/>
          </a:bodyPr>
          <a:lstStyle/>
          <a:p>
            <a:pPr algn="ctr"/>
            <a:r>
              <a:rPr lang="es-ES" sz="3200">
                <a:solidFill>
                  <a:schemeClr val="bg1"/>
                </a:solidFill>
              </a:rPr>
              <a:t>Meta data</a:t>
            </a:r>
            <a:endParaRPr lang="es-CO" sz="3200">
              <a:solidFill>
                <a:schemeClr val="bg1"/>
              </a:solidFill>
            </a:endParaRPr>
          </a:p>
        </p:txBody>
      </p:sp>
      <p:graphicFrame>
        <p:nvGraphicFramePr>
          <p:cNvPr id="3" name="Tabla 3">
            <a:extLst>
              <a:ext uri="{FF2B5EF4-FFF2-40B4-BE49-F238E27FC236}">
                <a16:creationId xmlns:a16="http://schemas.microsoft.com/office/drawing/2014/main" id="{F200BD41-48BE-4A4D-9752-74FA956C76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6579570"/>
              </p:ext>
            </p:extLst>
          </p:nvPr>
        </p:nvGraphicFramePr>
        <p:xfrm>
          <a:off x="643467" y="1722816"/>
          <a:ext cx="10905066" cy="429902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633773">
                  <a:extLst>
                    <a:ext uri="{9D8B030D-6E8A-4147-A177-3AD203B41FA5}">
                      <a16:colId xmlns:a16="http://schemas.microsoft.com/office/drawing/2014/main" val="74107161"/>
                    </a:ext>
                  </a:extLst>
                </a:gridCol>
                <a:gridCol w="6022146">
                  <a:extLst>
                    <a:ext uri="{9D8B030D-6E8A-4147-A177-3AD203B41FA5}">
                      <a16:colId xmlns:a16="http://schemas.microsoft.com/office/drawing/2014/main" val="4215026698"/>
                    </a:ext>
                  </a:extLst>
                </a:gridCol>
                <a:gridCol w="2249147">
                  <a:extLst>
                    <a:ext uri="{9D8B030D-6E8A-4147-A177-3AD203B41FA5}">
                      <a16:colId xmlns:a16="http://schemas.microsoft.com/office/drawing/2014/main" val="2080273057"/>
                    </a:ext>
                  </a:extLst>
                </a:gridCol>
              </a:tblGrid>
              <a:tr h="1371467">
                <a:tc>
                  <a:txBody>
                    <a:bodyPr/>
                    <a:lstStyle/>
                    <a:p>
                      <a:r>
                        <a:rPr lang="es-ES" sz="2600"/>
                        <a:t>Nombre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Descripción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Tipo (Categórica, Numérica)</a:t>
                      </a:r>
                      <a:endParaRPr lang="es-CO" sz="2600"/>
                    </a:p>
                  </a:txBody>
                  <a:tcPr marL="131872" marR="131872" marT="65936" marB="65936"/>
                </a:tc>
                <a:extLst>
                  <a:ext uri="{0D108BD9-81ED-4DB2-BD59-A6C34878D82A}">
                    <a16:rowId xmlns:a16="http://schemas.microsoft.com/office/drawing/2014/main" val="596195978"/>
                  </a:ext>
                </a:extLst>
              </a:tr>
              <a:tr h="1371467">
                <a:tc>
                  <a:txBody>
                    <a:bodyPr/>
                    <a:lstStyle/>
                    <a:p>
                      <a:r>
                        <a:rPr lang="es-ES" sz="2600"/>
                        <a:t>Cantidad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Se debe calcular para responder a las preguntas. Se debe tener los datos con la mayor granularidad posible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Numérica (calculada)</a:t>
                      </a:r>
                      <a:endParaRPr lang="es-CO" sz="2600"/>
                    </a:p>
                  </a:txBody>
                  <a:tcPr marL="131872" marR="131872" marT="65936" marB="65936"/>
                </a:tc>
                <a:extLst>
                  <a:ext uri="{0D108BD9-81ED-4DB2-BD59-A6C34878D82A}">
                    <a16:rowId xmlns:a16="http://schemas.microsoft.com/office/drawing/2014/main" val="979617213"/>
                  </a:ext>
                </a:extLst>
              </a:tr>
              <a:tr h="975852">
                <a:tc>
                  <a:txBody>
                    <a:bodyPr/>
                    <a:lstStyle/>
                    <a:p>
                      <a:r>
                        <a:rPr lang="es-ES" sz="2600"/>
                        <a:t>Fecha_ingreso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Fecha y hora en la que ingresa la PQRS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Fecha ????</a:t>
                      </a:r>
                      <a:endParaRPr lang="es-CO" sz="2600"/>
                    </a:p>
                  </a:txBody>
                  <a:tcPr marL="131872" marR="131872" marT="65936" marB="65936"/>
                </a:tc>
                <a:extLst>
                  <a:ext uri="{0D108BD9-81ED-4DB2-BD59-A6C34878D82A}">
                    <a16:rowId xmlns:a16="http://schemas.microsoft.com/office/drawing/2014/main" val="2822123314"/>
                  </a:ext>
                </a:extLst>
              </a:tr>
              <a:tr h="580236">
                <a:tc>
                  <a:txBody>
                    <a:bodyPr/>
                    <a:lstStyle/>
                    <a:p>
                      <a:r>
                        <a:rPr lang="es-ES" sz="2600"/>
                        <a:t>Area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Área a la cual fue enviada la PQRS</a:t>
                      </a:r>
                      <a:endParaRPr lang="es-CO" sz="2600"/>
                    </a:p>
                  </a:txBody>
                  <a:tcPr marL="131872" marR="131872" marT="65936" marB="65936"/>
                </a:tc>
                <a:tc>
                  <a:txBody>
                    <a:bodyPr/>
                    <a:lstStyle/>
                    <a:p>
                      <a:r>
                        <a:rPr lang="es-ES" sz="2600"/>
                        <a:t>Categórica</a:t>
                      </a:r>
                      <a:endParaRPr lang="es-CO" sz="2600"/>
                    </a:p>
                  </a:txBody>
                  <a:tcPr marL="131872" marR="131872" marT="65936" marB="65936"/>
                </a:tc>
                <a:extLst>
                  <a:ext uri="{0D108BD9-81ED-4DB2-BD59-A6C34878D82A}">
                    <a16:rowId xmlns:a16="http://schemas.microsoft.com/office/drawing/2014/main" val="863076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39468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88521" y="381403"/>
            <a:ext cx="2200313" cy="3342508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234FFB-3279-430C-9DA6-AC4589A2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952" y="1204108"/>
            <a:ext cx="2669406" cy="178117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Tidy Data. Tablón de Datos. Data rectangular. Dataframe. 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8B001-EFB1-4C71-B364-43297EFE9C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93849" y="3355130"/>
            <a:ext cx="4020976" cy="312187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s-CO" sz="1800" dirty="0"/>
              <a:t>Muy utilizada en el análisis estadístico</a:t>
            </a:r>
          </a:p>
          <a:p>
            <a:r>
              <a:rPr lang="es-CO" sz="1800" dirty="0"/>
              <a:t>Características</a:t>
            </a:r>
          </a:p>
          <a:p>
            <a:pPr lvl="1"/>
            <a:r>
              <a:rPr lang="es-CO" sz="1800" dirty="0"/>
              <a:t>Cada fila una observación</a:t>
            </a:r>
          </a:p>
          <a:p>
            <a:pPr lvl="1"/>
            <a:r>
              <a:rPr lang="es-CO" sz="1800" dirty="0"/>
              <a:t>Cada variable o característica una columna</a:t>
            </a:r>
          </a:p>
          <a:p>
            <a:pPr lvl="1"/>
            <a:r>
              <a:rPr lang="es-CO" sz="1800" dirty="0"/>
              <a:t>Cada tipo o unidad de observación una tabla o data set </a:t>
            </a:r>
          </a:p>
          <a:p>
            <a:pPr lvl="2"/>
            <a:r>
              <a:rPr lang="es-CO" sz="1800" dirty="0"/>
              <a:t>responde una(s) preguntas(s)</a:t>
            </a:r>
          </a:p>
          <a:p>
            <a:r>
              <a:rPr lang="es-CO" sz="1800" dirty="0"/>
              <a:t>Es un Data </a:t>
            </a:r>
            <a:r>
              <a:rPr lang="es-CO" sz="1800" dirty="0" err="1"/>
              <a:t>Mart</a:t>
            </a:r>
            <a:r>
              <a:rPr lang="es-CO" sz="1800" dirty="0"/>
              <a:t> en una sola tabla</a:t>
            </a:r>
          </a:p>
        </p:txBody>
      </p:sp>
      <p:graphicFrame>
        <p:nvGraphicFramePr>
          <p:cNvPr id="4" name="Tabla 4">
            <a:extLst>
              <a:ext uri="{FF2B5EF4-FFF2-40B4-BE49-F238E27FC236}">
                <a16:creationId xmlns:a16="http://schemas.microsoft.com/office/drawing/2014/main" id="{0A40CEDF-DC88-4CC9-9A39-E0FFA8FBA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7398217"/>
              </p:ext>
            </p:extLst>
          </p:nvPr>
        </p:nvGraphicFramePr>
        <p:xfrm>
          <a:off x="4662102" y="2280986"/>
          <a:ext cx="6903726" cy="21729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1727">
                  <a:extLst>
                    <a:ext uri="{9D8B030D-6E8A-4147-A177-3AD203B41FA5}">
                      <a16:colId xmlns:a16="http://schemas.microsoft.com/office/drawing/2014/main" val="1607856070"/>
                    </a:ext>
                  </a:extLst>
                </a:gridCol>
                <a:gridCol w="1440404">
                  <a:extLst>
                    <a:ext uri="{9D8B030D-6E8A-4147-A177-3AD203B41FA5}">
                      <a16:colId xmlns:a16="http://schemas.microsoft.com/office/drawing/2014/main" val="1969872"/>
                    </a:ext>
                  </a:extLst>
                </a:gridCol>
                <a:gridCol w="1451746">
                  <a:extLst>
                    <a:ext uri="{9D8B030D-6E8A-4147-A177-3AD203B41FA5}">
                      <a16:colId xmlns:a16="http://schemas.microsoft.com/office/drawing/2014/main" val="3845968449"/>
                    </a:ext>
                  </a:extLst>
                </a:gridCol>
                <a:gridCol w="1011155">
                  <a:extLst>
                    <a:ext uri="{9D8B030D-6E8A-4147-A177-3AD203B41FA5}">
                      <a16:colId xmlns:a16="http://schemas.microsoft.com/office/drawing/2014/main" val="1677827539"/>
                    </a:ext>
                  </a:extLst>
                </a:gridCol>
                <a:gridCol w="1000140">
                  <a:extLst>
                    <a:ext uri="{9D8B030D-6E8A-4147-A177-3AD203B41FA5}">
                      <a16:colId xmlns:a16="http://schemas.microsoft.com/office/drawing/2014/main" val="4070604663"/>
                    </a:ext>
                  </a:extLst>
                </a:gridCol>
                <a:gridCol w="1308554">
                  <a:extLst>
                    <a:ext uri="{9D8B030D-6E8A-4147-A177-3AD203B41FA5}">
                      <a16:colId xmlns:a16="http://schemas.microsoft.com/office/drawing/2014/main" val="3379330852"/>
                    </a:ext>
                  </a:extLst>
                </a:gridCol>
              </a:tblGrid>
              <a:tr h="586867">
                <a:tc>
                  <a:txBody>
                    <a:bodyPr/>
                    <a:lstStyle/>
                    <a:p>
                      <a:r>
                        <a:rPr lang="es-ES" sz="1600"/>
                        <a:t>Área</a:t>
                      </a:r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Fecha_ingreso</a:t>
                      </a:r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Fecha_salida</a:t>
                      </a:r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Tema(s)</a:t>
                      </a:r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Tamaño</a:t>
                      </a:r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r>
                        <a:rPr lang="es-ES" sz="1600"/>
                        <a:t>Funcionario</a:t>
                      </a:r>
                      <a:endParaRPr lang="es-CO" sz="16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1138879331"/>
                  </a:ext>
                </a:extLst>
              </a:tr>
              <a:tr h="396532"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12985149"/>
                  </a:ext>
                </a:extLst>
              </a:tr>
              <a:tr h="396532"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1124318333"/>
                  </a:ext>
                </a:extLst>
              </a:tr>
              <a:tr h="396532"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3890955193"/>
                  </a:ext>
                </a:extLst>
              </a:tr>
              <a:tr h="396532"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tc>
                  <a:txBody>
                    <a:bodyPr/>
                    <a:lstStyle/>
                    <a:p>
                      <a:endParaRPr lang="es-CO" sz="1600"/>
                    </a:p>
                  </a:txBody>
                  <a:tcPr marL="79306" marR="79306" marT="39653" marB="39653"/>
                </a:tc>
                <a:extLst>
                  <a:ext uri="{0D108BD9-81ED-4DB2-BD59-A6C34878D82A}">
                    <a16:rowId xmlns:a16="http://schemas.microsoft.com/office/drawing/2014/main" val="8201660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840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41F7A7-E431-44B5-BE39-DB3525D57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52682" y="242275"/>
            <a:ext cx="7485580" cy="98896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CO" sz="44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Taller </a:t>
            </a:r>
            <a:r>
              <a:rPr lang="es-CO" sz="4400" dirty="0">
                <a:solidFill>
                  <a:srgbClr val="000000"/>
                </a:solidFill>
              </a:rPr>
              <a:t>2</a:t>
            </a:r>
            <a:r>
              <a:rPr lang="es-CO" sz="4400" kern="120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 de identificar variables</a:t>
            </a:r>
          </a:p>
        </p:txBody>
      </p:sp>
      <p:pic>
        <p:nvPicPr>
          <p:cNvPr id="8" name="Graphic 7" descr="Board Room">
            <a:extLst>
              <a:ext uri="{FF2B5EF4-FFF2-40B4-BE49-F238E27FC236}">
                <a16:creationId xmlns:a16="http://schemas.microsoft.com/office/drawing/2014/main" id="{F3DDA4EC-E2D7-43C7-B6A2-58CD94984F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9218" y="242275"/>
            <a:ext cx="3620021" cy="3620021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FE525038-B2B3-40D6-A47F-F6E846DB6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02512" y="1047519"/>
            <a:ext cx="7035750" cy="28147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</a:rPr>
              <a:t>Con base en toda la información y conocimiento del contexto, identifique las variables que considera podrían necesitar para responder a las preguntas y documéntelas (Metadata), como aparece en la tabla que se muestra.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</a:rPr>
              <a:t>Si ya tiene un conjunto de datos o una BD local, revise y escoja las columnas que puedan ayudarle a responder las preguntas.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s-CO" sz="2000" dirty="0">
                <a:solidFill>
                  <a:srgbClr val="000000"/>
                </a:solidFill>
              </a:rPr>
              <a:t>Defina y diseñe el </a:t>
            </a:r>
            <a:r>
              <a:rPr lang="es-CO" sz="2000" dirty="0" err="1">
                <a:solidFill>
                  <a:srgbClr val="000000"/>
                </a:solidFill>
              </a:rPr>
              <a:t>dataset</a:t>
            </a:r>
            <a:r>
              <a:rPr lang="es-CO" sz="2000" dirty="0">
                <a:solidFill>
                  <a:srgbClr val="000000"/>
                </a:solidFill>
              </a:rPr>
              <a:t> para cargar los datos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45F705A-FEBD-4F4C-8DBA-74F441DDBC88}"/>
              </a:ext>
            </a:extLst>
          </p:cNvPr>
          <p:cNvSpPr txBox="1"/>
          <p:nvPr/>
        </p:nvSpPr>
        <p:spPr>
          <a:xfrm>
            <a:off x="1807127" y="4313558"/>
            <a:ext cx="177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/>
              <a:t>Meta data</a:t>
            </a:r>
            <a:endParaRPr lang="es-CO" sz="2800" b="1" dirty="0"/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6016FAEA-D1EC-4FF2-9E27-0EB6ACDB7C25}"/>
              </a:ext>
            </a:extLst>
          </p:cNvPr>
          <p:cNvCxnSpPr>
            <a:cxnSpLocks/>
          </p:cNvCxnSpPr>
          <p:nvPr/>
        </p:nvCxnSpPr>
        <p:spPr>
          <a:xfrm flipV="1">
            <a:off x="3692338" y="4487609"/>
            <a:ext cx="1586871" cy="875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n 4">
            <a:extLst>
              <a:ext uri="{FF2B5EF4-FFF2-40B4-BE49-F238E27FC236}">
                <a16:creationId xmlns:a16="http://schemas.microsoft.com/office/drawing/2014/main" id="{33BD7DC8-A0F4-4AB4-82A3-7B5C392D0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911" y="3841678"/>
            <a:ext cx="6409871" cy="1337448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221C26D3-F2E4-47A8-BC29-052AC9F34B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2911" y="5179126"/>
            <a:ext cx="6471999" cy="155089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8140AEC-B183-41DB-861D-289A1FA679BC}"/>
              </a:ext>
            </a:extLst>
          </p:cNvPr>
          <p:cNvSpPr txBox="1"/>
          <p:nvPr/>
        </p:nvSpPr>
        <p:spPr>
          <a:xfrm>
            <a:off x="1807127" y="5753621"/>
            <a:ext cx="17750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/>
              <a:t>Data set</a:t>
            </a:r>
            <a:endParaRPr lang="es-CO" sz="2800" b="1" dirty="0"/>
          </a:p>
        </p:txBody>
      </p: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9C81032-A56C-4988-A86D-D4F38AECCC3F}"/>
              </a:ext>
            </a:extLst>
          </p:cNvPr>
          <p:cNvCxnSpPr>
            <a:cxnSpLocks/>
          </p:cNvCxnSpPr>
          <p:nvPr/>
        </p:nvCxnSpPr>
        <p:spPr>
          <a:xfrm flipV="1">
            <a:off x="3692338" y="5927672"/>
            <a:ext cx="1586871" cy="875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20850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441F7A7-E431-44B5-BE39-DB3525D577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89705" y="1176633"/>
            <a:ext cx="4977976" cy="145405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s-CO" sz="4400" kern="1200" noProof="0" dirty="0">
                <a:solidFill>
                  <a:srgbClr val="000000"/>
                </a:solidFill>
                <a:latin typeface="+mj-lt"/>
                <a:ea typeface="+mj-ea"/>
                <a:cs typeface="+mj-cs"/>
              </a:rPr>
              <a:t>Taller 3 de análisis descriptivo con EDA</a:t>
            </a:r>
          </a:p>
        </p:txBody>
      </p:sp>
      <p:pic>
        <p:nvPicPr>
          <p:cNvPr id="8" name="Graphic 7" descr="Board Room">
            <a:extLst>
              <a:ext uri="{FF2B5EF4-FFF2-40B4-BE49-F238E27FC236}">
                <a16:creationId xmlns:a16="http://schemas.microsoft.com/office/drawing/2014/main" id="{F3DDA4EC-E2D7-43C7-B6A2-58CD94984F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0254" y="1629089"/>
            <a:ext cx="3620021" cy="3620021"/>
          </a:xfrm>
          <a:prstGeom prst="rect">
            <a:avLst/>
          </a:prstGeom>
        </p:spPr>
      </p:pic>
      <p:sp>
        <p:nvSpPr>
          <p:cNvPr id="4" name="Subtitle 3">
            <a:extLst>
              <a:ext uri="{FF2B5EF4-FFF2-40B4-BE49-F238E27FC236}">
                <a16:creationId xmlns:a16="http://schemas.microsoft.com/office/drawing/2014/main" id="{FE525038-B2B3-40D6-A47F-F6E846DB6A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89706" y="2831487"/>
            <a:ext cx="6150654" cy="300806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just">
              <a:buFont typeface="Arial" panose="020B0604020202020204" pitchFamily="34" charset="0"/>
              <a:buChar char="•"/>
            </a:pPr>
            <a:r>
              <a:rPr lang="es-CO" sz="2000" noProof="0" dirty="0">
                <a:solidFill>
                  <a:srgbClr val="000000"/>
                </a:solidFill>
              </a:rPr>
              <a:t>Identificar la técnica a utilizar para responder las preguntas descriptivas y ajustarlas de ser necesario.</a:t>
            </a:r>
          </a:p>
          <a:p>
            <a:pPr lvl="1" indent="-228600" algn="just">
              <a:buFont typeface="Arial" panose="020B0604020202020204" pitchFamily="34" charset="0"/>
              <a:buChar char="•"/>
            </a:pPr>
            <a:r>
              <a:rPr lang="es-CO" noProof="0" dirty="0">
                <a:solidFill>
                  <a:srgbClr val="000000"/>
                </a:solidFill>
              </a:rPr>
              <a:t>Para cada pregunta descriptiva de las iniciales determine cuál de las técnicas de análisis numérico o grafico se podría utilizar para responderlas.</a:t>
            </a:r>
            <a:endParaRPr lang="es-CO" noProof="0" dirty="0">
              <a:solidFill>
                <a:srgbClr val="000000"/>
              </a:solidFill>
              <a:ea typeface="Calibri"/>
              <a:cs typeface="Calibri"/>
            </a:endParaRPr>
          </a:p>
          <a:p>
            <a:pPr indent="-228600" algn="just">
              <a:buFont typeface="Arial" panose="020B0604020202020204" pitchFamily="34" charset="0"/>
              <a:buChar char="•"/>
            </a:pPr>
            <a:r>
              <a:rPr lang="es-CO" sz="2000" noProof="0" dirty="0">
                <a:solidFill>
                  <a:srgbClr val="000000"/>
                </a:solidFill>
              </a:rPr>
              <a:t>Ajuste las preguntes si cree que es necesario</a:t>
            </a:r>
            <a:endParaRPr lang="es-CO" sz="2000" noProof="0" dirty="0">
              <a:solidFill>
                <a:srgbClr val="000000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494310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656</TotalTime>
  <Words>1148</Words>
  <Application>Microsoft Office PowerPoint</Application>
  <PresentationFormat>Widescreen</PresentationFormat>
  <Paragraphs>128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Tema de Office</vt:lpstr>
      <vt:lpstr>Taller de análisis: preguntas</vt:lpstr>
      <vt:lpstr>Cross Industry Standard Process for Data Mining</vt:lpstr>
      <vt:lpstr>Propuesta metodológica</vt:lpstr>
      <vt:lpstr>Tipos de Análisis de Datos</vt:lpstr>
      <vt:lpstr>Algunos ejemplos de Análisis de Datos con su pregunta respectiva</vt:lpstr>
      <vt:lpstr>Decisiones de las entidades con análisis de datos</vt:lpstr>
      <vt:lpstr>Decisiones de las entidades con análisis de datos</vt:lpstr>
      <vt:lpstr>Decisiones de las entidades con análisis de datos</vt:lpstr>
      <vt:lpstr>¿Qué es el Análisis de Datos o Ciencia de Datos?</vt:lpstr>
      <vt:lpstr>Características de una buena pregunta</vt:lpstr>
      <vt:lpstr>Preguntas Descriptivas</vt:lpstr>
      <vt:lpstr>Preguntas Diagnosticas</vt:lpstr>
      <vt:lpstr>Preguntas Predictivas</vt:lpstr>
      <vt:lpstr>Análisis Prescriptivo</vt:lpstr>
      <vt:lpstr>Preguntas que apoyan la decisión</vt:lpstr>
      <vt:lpstr>PowerPoint Presentation</vt:lpstr>
      <vt:lpstr>Taller 1: preguntas</vt:lpstr>
      <vt:lpstr>Meta data</vt:lpstr>
      <vt:lpstr>Tidy Data. Tablón de Datos. Data rectangular. Dataframe. Dataset</vt:lpstr>
      <vt:lpstr>Taller 2 de identificar variables</vt:lpstr>
      <vt:lpstr>Taller 3 de análisis descriptivo con EDA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Taller: Ciencia de los Datos Básico</dc:title>
  <dc:creator>Jorge Mario Calvo Londono</dc:creator>
  <cp:lastModifiedBy>Norbey Muñoz</cp:lastModifiedBy>
  <cp:revision>122</cp:revision>
  <dcterms:created xsi:type="dcterms:W3CDTF">2022-01-12T14:36:15Z</dcterms:created>
  <dcterms:modified xsi:type="dcterms:W3CDTF">2026-05-31T04:33:18Z</dcterms:modified>
</cp:coreProperties>
</file>