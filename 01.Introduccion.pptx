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257" r:id="rId2"/>
    <p:sldId id="258" r:id="rId3"/>
    <p:sldId id="259" r:id="rId4"/>
    <p:sldId id="394" r:id="rId5"/>
    <p:sldId id="395" r:id="rId6"/>
    <p:sldId id="396" r:id="rId7"/>
    <p:sldId id="397" r:id="rId8"/>
    <p:sldId id="404" r:id="rId9"/>
    <p:sldId id="260" r:id="rId10"/>
    <p:sldId id="398" r:id="rId11"/>
    <p:sldId id="261" r:id="rId12"/>
    <p:sldId id="262" r:id="rId13"/>
    <p:sldId id="263" r:id="rId14"/>
    <p:sldId id="264" r:id="rId15"/>
    <p:sldId id="265" r:id="rId16"/>
    <p:sldId id="266" r:id="rId17"/>
    <p:sldId id="399" r:id="rId18"/>
    <p:sldId id="267" r:id="rId19"/>
    <p:sldId id="400" r:id="rId20"/>
    <p:sldId id="401" r:id="rId21"/>
    <p:sldId id="268" r:id="rId22"/>
    <p:sldId id="402" r:id="rId23"/>
    <p:sldId id="269" r:id="rId24"/>
    <p:sldId id="291" r:id="rId25"/>
    <p:sldId id="403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300" r:id="rId35"/>
    <p:sldId id="304" r:id="rId36"/>
    <p:sldId id="308" r:id="rId37"/>
    <p:sldId id="405" r:id="rId38"/>
    <p:sldId id="406" r:id="rId39"/>
    <p:sldId id="407" r:id="rId40"/>
    <p:sldId id="408" r:id="rId4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56E864-ADD8-4E37-96A2-D373749A4D80}" v="8" dt="2026-05-13T12:37:03.17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70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bey Muñoz" userId="b7e811e8891ccd42" providerId="LiveId" clId="{2482167B-ADD3-4E68-AB8B-ADE9CECE27D0}"/>
    <pc:docChg chg="undo custSel addSld delSld modSld sldOrd">
      <pc:chgData name="Norbey Muñoz" userId="b7e811e8891ccd42" providerId="LiveId" clId="{2482167B-ADD3-4E68-AB8B-ADE9CECE27D0}" dt="2026-05-25T13:15:41.852" v="746" actId="1076"/>
      <pc:docMkLst>
        <pc:docMk/>
      </pc:docMkLst>
      <pc:sldChg chg="modSp mod">
        <pc:chgData name="Norbey Muñoz" userId="b7e811e8891ccd42" providerId="LiveId" clId="{2482167B-ADD3-4E68-AB8B-ADE9CECE27D0}" dt="2026-05-13T12:42:43.501" v="542" actId="790"/>
        <pc:sldMkLst>
          <pc:docMk/>
          <pc:sldMk cId="0" sldId="257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57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57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13T12:42:43.501" v="542" actId="790"/>
        <pc:sldMkLst>
          <pc:docMk/>
          <pc:sldMk cId="0" sldId="258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58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58"/>
            <ac:spMk id="7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13T12:42:43.501" v="542" actId="790"/>
        <pc:sldMkLst>
          <pc:docMk/>
          <pc:sldMk cId="0" sldId="259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59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59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59"/>
            <ac:spMk id="4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59"/>
            <ac:spMk id="11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59"/>
            <ac:spMk id="13" creationId="{00000000-0000-0000-0000-000000000000}"/>
          </ac:spMkLst>
        </pc:spChg>
      </pc:sldChg>
      <pc:sldChg chg="addSp delSp modSp mod">
        <pc:chgData name="Norbey Muñoz" userId="b7e811e8891ccd42" providerId="LiveId" clId="{2482167B-ADD3-4E68-AB8B-ADE9CECE27D0}" dt="2026-05-13T12:42:43.501" v="542" actId="790"/>
        <pc:sldMkLst>
          <pc:docMk/>
          <pc:sldMk cId="0" sldId="260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0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0"/>
            <ac:spMk id="7" creationId="{00000000-0000-0000-0000-000000000000}"/>
          </ac:spMkLst>
        </pc:spChg>
        <pc:spChg chg="add mod">
          <ac:chgData name="Norbey Muñoz" userId="b7e811e8891ccd42" providerId="LiveId" clId="{2482167B-ADD3-4E68-AB8B-ADE9CECE27D0}" dt="2026-05-13T12:42:43.501" v="542" actId="790"/>
          <ac:spMkLst>
            <pc:docMk/>
            <pc:sldMk cId="0" sldId="260"/>
            <ac:spMk id="10" creationId="{570F7E00-639B-03DD-BC3D-600CBEA78D34}"/>
          </ac:spMkLst>
        </pc:spChg>
        <pc:picChg chg="add del mod">
          <ac:chgData name="Norbey Muñoz" userId="b7e811e8891ccd42" providerId="LiveId" clId="{2482167B-ADD3-4E68-AB8B-ADE9CECE27D0}" dt="2026-05-13T03:10:34.774" v="22" actId="1076"/>
          <ac:picMkLst>
            <pc:docMk/>
            <pc:sldMk cId="0" sldId="260"/>
            <ac:picMk id="8" creationId="{00000000-0000-0000-0000-000000000000}"/>
          </ac:picMkLst>
        </pc:picChg>
      </pc:sldChg>
      <pc:sldChg chg="modSp mod">
        <pc:chgData name="Norbey Muñoz" userId="b7e811e8891ccd42" providerId="LiveId" clId="{2482167B-ADD3-4E68-AB8B-ADE9CECE27D0}" dt="2026-05-13T12:42:43.501" v="542" actId="790"/>
        <pc:sldMkLst>
          <pc:docMk/>
          <pc:sldMk cId="0" sldId="261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1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1"/>
            <ac:spMk id="4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1"/>
            <ac:spMk id="7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1"/>
            <ac:spMk id="8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1"/>
            <ac:spMk id="9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1"/>
            <ac:spMk id="10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13T12:42:43.501" v="542" actId="790"/>
        <pc:sldMkLst>
          <pc:docMk/>
          <pc:sldMk cId="0" sldId="262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2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2"/>
            <ac:spMk id="5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2"/>
            <ac:spMk id="6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2"/>
            <ac:spMk id="7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13T12:42:43.501" v="542" actId="790"/>
        <pc:sldMkLst>
          <pc:docMk/>
          <pc:sldMk cId="0" sldId="263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3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3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3"/>
            <ac:spMk id="4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3"/>
            <ac:spMk id="5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3"/>
            <ac:spMk id="6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3"/>
            <ac:spMk id="8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13T12:42:43.501" v="542" actId="790"/>
        <pc:sldMkLst>
          <pc:docMk/>
          <pc:sldMk cId="0" sldId="264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4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4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4"/>
            <ac:spMk id="4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4"/>
            <ac:spMk id="5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4"/>
            <ac:spMk id="6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4"/>
            <ac:spMk id="7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4"/>
            <ac:spMk id="8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4"/>
            <ac:spMk id="10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13T12:42:43.501" v="542" actId="790"/>
        <pc:sldMkLst>
          <pc:docMk/>
          <pc:sldMk cId="0" sldId="265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5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5"/>
            <ac:spMk id="4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5"/>
            <ac:spMk id="5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13T12:42:43.501" v="542" actId="790"/>
        <pc:sldMkLst>
          <pc:docMk/>
          <pc:sldMk cId="0" sldId="266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6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6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6"/>
            <ac:spMk id="4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13T12:42:43.501" v="542" actId="790"/>
        <pc:sldMkLst>
          <pc:docMk/>
          <pc:sldMk cId="0" sldId="267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7"/>
            <ac:spMk id="4" creationId="{00000000-0000-0000-0000-000000000000}"/>
          </ac:spMkLst>
        </pc:spChg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267"/>
            <ac:spMk id="15" creationId="{00000000-0000-0000-0000-000000000000}"/>
          </ac:spMkLst>
        </pc:spChg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267"/>
            <ac:spMk id="16" creationId="{00000000-0000-0000-0000-000000000000}"/>
          </ac:spMkLst>
        </pc:spChg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267"/>
            <ac:spMk id="2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7"/>
            <ac:spMk id="2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7"/>
            <ac:spMk id="24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7"/>
            <ac:spMk id="26" creationId="{00000000-0000-0000-0000-000000000000}"/>
          </ac:spMkLst>
        </pc:spChg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267"/>
            <ac:spMk id="27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7"/>
            <ac:spMk id="30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7"/>
            <ac:spMk id="31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7"/>
            <ac:spMk id="3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7"/>
            <ac:spMk id="3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267"/>
            <ac:spMk id="36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7"/>
            <ac:spMk id="46" creationId="{00000000-0000-0000-0000-000000000000}"/>
          </ac:spMkLst>
        </pc:spChg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267"/>
            <ac:spMk id="47" creationId="{00000000-0000-0000-0000-000000000000}"/>
          </ac:spMkLst>
        </pc:spChg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267"/>
            <ac:spMk id="50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7"/>
            <ac:spMk id="54" creationId="{00000000-0000-0000-0000-000000000000}"/>
          </ac:spMkLst>
        </pc:spChg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267"/>
            <ac:spMk id="55" creationId="{00000000-0000-0000-0000-000000000000}"/>
          </ac:spMkLst>
        </pc:spChg>
        <pc:spChg chg="mod">
          <ac:chgData name="Norbey Muñoz" userId="b7e811e8891ccd42" providerId="LiveId" clId="{2482167B-ADD3-4E68-AB8B-ADE9CECE27D0}" dt="2026-05-13T03:29:38.687" v="78" actId="20577"/>
          <ac:spMkLst>
            <pc:docMk/>
            <pc:sldMk cId="0" sldId="267"/>
            <ac:spMk id="59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13T12:42:43.501" v="542" actId="790"/>
        <pc:sldMkLst>
          <pc:docMk/>
          <pc:sldMk cId="0" sldId="268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8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8"/>
            <ac:spMk id="4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8"/>
            <ac:spMk id="5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13T12:42:43.501" v="542" actId="790"/>
        <pc:sldMkLst>
          <pc:docMk/>
          <pc:sldMk cId="0" sldId="269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9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9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9"/>
            <ac:spMk id="6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69"/>
            <ac:spMk id="7" creationId="{00000000-0000-0000-0000-000000000000}"/>
          </ac:spMkLst>
        </pc:spChg>
      </pc:sldChg>
      <pc:sldChg chg="addSp delSp modSp mod">
        <pc:chgData name="Norbey Muñoz" userId="b7e811e8891ccd42" providerId="LiveId" clId="{2482167B-ADD3-4E68-AB8B-ADE9CECE27D0}" dt="2026-05-13T12:42:43.501" v="542" actId="790"/>
        <pc:sldMkLst>
          <pc:docMk/>
          <pc:sldMk cId="0" sldId="291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1"/>
            <ac:spMk id="2" creationId="{00000000-0000-0000-0000-000000000000}"/>
          </ac:spMkLst>
        </pc:spChg>
        <pc:picChg chg="add mod">
          <ac:chgData name="Norbey Muñoz" userId="b7e811e8891ccd42" providerId="LiveId" clId="{2482167B-ADD3-4E68-AB8B-ADE9CECE27D0}" dt="2026-05-13T12:12:41.853" v="215" actId="1076"/>
          <ac:picMkLst>
            <pc:docMk/>
            <pc:sldMk cId="0" sldId="291"/>
            <ac:picMk id="9" creationId="{2756EEBC-C5D5-5422-0FC5-AC185BD995EC}"/>
          </ac:picMkLst>
        </pc:picChg>
      </pc:sldChg>
      <pc:sldChg chg="modSp mod">
        <pc:chgData name="Norbey Muñoz" userId="b7e811e8891ccd42" providerId="LiveId" clId="{2482167B-ADD3-4E68-AB8B-ADE9CECE27D0}" dt="2026-05-13T12:42:43.501" v="542" actId="790"/>
        <pc:sldMkLst>
          <pc:docMk/>
          <pc:sldMk cId="0" sldId="292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2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2"/>
            <ac:spMk id="4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2"/>
            <ac:spMk id="6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2"/>
            <ac:spMk id="7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2"/>
            <ac:spMk id="8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13T12:42:43.501" v="542" actId="790"/>
        <pc:sldMkLst>
          <pc:docMk/>
          <pc:sldMk cId="0" sldId="293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3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3"/>
            <ac:spMk id="4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3"/>
            <ac:spMk id="6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3"/>
            <ac:spMk id="7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3"/>
            <ac:spMk id="8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3"/>
            <ac:spMk id="9" creationId="{00000000-0000-0000-0000-000000000000}"/>
          </ac:spMkLst>
        </pc:spChg>
      </pc:sldChg>
      <pc:sldChg chg="addSp delSp modSp mod">
        <pc:chgData name="Norbey Muñoz" userId="b7e811e8891ccd42" providerId="LiveId" clId="{2482167B-ADD3-4E68-AB8B-ADE9CECE27D0}" dt="2026-05-13T12:42:43.501" v="542" actId="790"/>
        <pc:sldMkLst>
          <pc:docMk/>
          <pc:sldMk cId="0" sldId="294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4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4"/>
            <ac:spMk id="4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4"/>
            <ac:spMk id="6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4"/>
            <ac:spMk id="7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4"/>
            <ac:spMk id="8" creationId="{00000000-0000-0000-0000-000000000000}"/>
          </ac:spMkLst>
        </pc:spChg>
        <pc:spChg chg="add mod">
          <ac:chgData name="Norbey Muñoz" userId="b7e811e8891ccd42" providerId="LiveId" clId="{2482167B-ADD3-4E68-AB8B-ADE9CECE27D0}" dt="2026-05-13T12:42:43.501" v="542" actId="790"/>
          <ac:spMkLst>
            <pc:docMk/>
            <pc:sldMk cId="0" sldId="294"/>
            <ac:spMk id="10" creationId="{32A87FD6-E4A2-DF92-4512-041969C07CC5}"/>
          </ac:spMkLst>
        </pc:spChg>
        <pc:spChg chg="add mod">
          <ac:chgData name="Norbey Muñoz" userId="b7e811e8891ccd42" providerId="LiveId" clId="{2482167B-ADD3-4E68-AB8B-ADE9CECE27D0}" dt="2026-05-13T12:42:43.501" v="542" actId="790"/>
          <ac:spMkLst>
            <pc:docMk/>
            <pc:sldMk cId="0" sldId="294"/>
            <ac:spMk id="12" creationId="{61EC7B96-0E62-189A-27D7-AF94C40F9ADF}"/>
          </ac:spMkLst>
        </pc:spChg>
      </pc:sldChg>
      <pc:sldChg chg="modSp mod">
        <pc:chgData name="Norbey Muñoz" userId="b7e811e8891ccd42" providerId="LiveId" clId="{2482167B-ADD3-4E68-AB8B-ADE9CECE27D0}" dt="2026-05-13T12:42:43.501" v="542" actId="790"/>
        <pc:sldMkLst>
          <pc:docMk/>
          <pc:sldMk cId="0" sldId="295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5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5"/>
            <ac:spMk id="4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5"/>
            <ac:spMk id="6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5"/>
            <ac:spMk id="7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5"/>
            <ac:spMk id="9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5"/>
            <ac:spMk id="10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5"/>
            <ac:spMk id="11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13T12:42:43.501" v="542" actId="790"/>
        <pc:sldMkLst>
          <pc:docMk/>
          <pc:sldMk cId="0" sldId="296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6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6"/>
            <ac:spMk id="5" creationId="{00000000-0000-0000-0000-000000000000}"/>
          </ac:spMkLst>
        </pc:spChg>
      </pc:sldChg>
      <pc:sldChg chg="delSp modSp mod">
        <pc:chgData name="Norbey Muñoz" userId="b7e811e8891ccd42" providerId="LiveId" clId="{2482167B-ADD3-4E68-AB8B-ADE9CECE27D0}" dt="2026-05-13T12:42:43.501" v="542" actId="790"/>
        <pc:sldMkLst>
          <pc:docMk/>
          <pc:sldMk cId="0" sldId="297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7"/>
            <ac:spMk id="2" creationId="{00000000-0000-0000-0000-000000000000}"/>
          </ac:spMkLst>
        </pc:spChg>
        <pc:graphicFrameChg chg="modGraphic">
          <ac:chgData name="Norbey Muñoz" userId="b7e811e8891ccd42" providerId="LiveId" clId="{2482167B-ADD3-4E68-AB8B-ADE9CECE27D0}" dt="2026-05-13T12:42:43.501" v="542" actId="790"/>
          <ac:graphicFrameMkLst>
            <pc:docMk/>
            <pc:sldMk cId="0" sldId="297"/>
            <ac:graphicFrameMk id="3" creationId="{00000000-0000-0000-0000-000000000000}"/>
          </ac:graphicFrameMkLst>
        </pc:graphicFrameChg>
      </pc:sldChg>
      <pc:sldChg chg="modSp mod">
        <pc:chgData name="Norbey Muñoz" userId="b7e811e8891ccd42" providerId="LiveId" clId="{2482167B-ADD3-4E68-AB8B-ADE9CECE27D0}" dt="2026-05-13T12:42:43.501" v="542" actId="790"/>
        <pc:sldMkLst>
          <pc:docMk/>
          <pc:sldMk cId="0" sldId="298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8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8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8"/>
            <ac:spMk id="6" creationId="{00000000-0000-0000-0000-000000000000}"/>
          </ac:spMkLst>
        </pc:spChg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298"/>
            <ac:spMk id="7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8"/>
            <ac:spMk id="8" creationId="{00000000-0000-0000-0000-000000000000}"/>
          </ac:spMkLst>
        </pc:spChg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298"/>
            <ac:spMk id="9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8"/>
            <ac:spMk id="10" creationId="{00000000-0000-0000-0000-000000000000}"/>
          </ac:spMkLst>
        </pc:spChg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298"/>
            <ac:spMk id="1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8"/>
            <ac:spMk id="1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8"/>
            <ac:spMk id="15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8"/>
            <ac:spMk id="16" creationId="{00000000-0000-0000-0000-000000000000}"/>
          </ac:spMkLst>
        </pc:spChg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298"/>
            <ac:spMk id="17" creationId="{00000000-0000-0000-0000-000000000000}"/>
          </ac:spMkLst>
        </pc:spChg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298"/>
            <ac:spMk id="18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8"/>
            <ac:spMk id="19" creationId="{00000000-0000-0000-0000-000000000000}"/>
          </ac:spMkLst>
        </pc:spChg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298"/>
            <ac:spMk id="20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8"/>
            <ac:spMk id="22" creationId="{00000000-0000-0000-0000-000000000000}"/>
          </ac:spMkLst>
        </pc:spChg>
        <pc:graphicFrameChg chg="mod modGraphic">
          <ac:chgData name="Norbey Muñoz" userId="b7e811e8891ccd42" providerId="LiveId" clId="{2482167B-ADD3-4E68-AB8B-ADE9CECE27D0}" dt="2026-05-13T12:21:07.125" v="362" actId="20577"/>
          <ac:graphicFrameMkLst>
            <pc:docMk/>
            <pc:sldMk cId="0" sldId="298"/>
            <ac:graphicFrameMk id="21" creationId="{00000000-0000-0000-0000-000000000000}"/>
          </ac:graphicFrameMkLst>
        </pc:graphicFrameChg>
      </pc:sldChg>
      <pc:sldChg chg="delSp modSp mod">
        <pc:chgData name="Norbey Muñoz" userId="b7e811e8891ccd42" providerId="LiveId" clId="{2482167B-ADD3-4E68-AB8B-ADE9CECE27D0}" dt="2026-05-13T12:42:43.501" v="542" actId="790"/>
        <pc:sldMkLst>
          <pc:docMk/>
          <pc:sldMk cId="0" sldId="299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9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9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9"/>
            <ac:spMk id="4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99"/>
            <ac:spMk id="9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13T12:42:43.501" v="542" actId="790"/>
        <pc:sldMkLst>
          <pc:docMk/>
          <pc:sldMk cId="0" sldId="300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00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00"/>
            <ac:spMk id="1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00"/>
            <ac:spMk id="1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00"/>
            <ac:spMk id="14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00"/>
            <ac:spMk id="15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00"/>
            <ac:spMk id="16" creationId="{00000000-0000-0000-0000-000000000000}"/>
          </ac:spMkLst>
        </pc:spChg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300"/>
            <ac:spMk id="17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00"/>
            <ac:spMk id="18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00"/>
            <ac:spMk id="19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00"/>
            <ac:spMk id="20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00"/>
            <ac:spMk id="21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13T12:42:43.501" v="542" actId="790"/>
        <pc:sldMkLst>
          <pc:docMk/>
          <pc:sldMk cId="0" sldId="304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04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04"/>
            <ac:spMk id="11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13T12:42:43.501" v="542" actId="790"/>
        <pc:sldMkLst>
          <pc:docMk/>
          <pc:sldMk cId="0" sldId="308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08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08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08"/>
            <ac:spMk id="6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08"/>
            <ac:spMk id="7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08"/>
            <ac:spMk id="9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08"/>
            <ac:spMk id="10" creationId="{00000000-0000-0000-0000-000000000000}"/>
          </ac:spMkLst>
        </pc:spChg>
      </pc:sldChg>
      <pc:sldChg chg="modSp del mod">
        <pc:chgData name="Norbey Muñoz" userId="b7e811e8891ccd42" providerId="LiveId" clId="{2482167B-ADD3-4E68-AB8B-ADE9CECE27D0}" dt="2026-05-25T03:58:18.448" v="618" actId="47"/>
        <pc:sldMkLst>
          <pc:docMk/>
          <pc:sldMk cId="0" sldId="309"/>
        </pc:sldMkLst>
      </pc:sldChg>
      <pc:sldChg chg="modSp del mod">
        <pc:chgData name="Norbey Muñoz" userId="b7e811e8891ccd42" providerId="LiveId" clId="{2482167B-ADD3-4E68-AB8B-ADE9CECE27D0}" dt="2026-05-25T03:58:24.321" v="619" actId="47"/>
        <pc:sldMkLst>
          <pc:docMk/>
          <pc:sldMk cId="0" sldId="310"/>
        </pc:sldMkLst>
      </pc:sldChg>
      <pc:sldChg chg="modSp del mod">
        <pc:chgData name="Norbey Muñoz" userId="b7e811e8891ccd42" providerId="LiveId" clId="{2482167B-ADD3-4E68-AB8B-ADE9CECE27D0}" dt="2026-05-25T03:58:35.405" v="620" actId="47"/>
        <pc:sldMkLst>
          <pc:docMk/>
          <pc:sldMk cId="0" sldId="311"/>
        </pc:sldMkLst>
      </pc:sldChg>
      <pc:sldChg chg="modSp del mod">
        <pc:chgData name="Norbey Muñoz" userId="b7e811e8891ccd42" providerId="LiveId" clId="{2482167B-ADD3-4E68-AB8B-ADE9CECE27D0}" dt="2026-05-25T03:58:51.009" v="621" actId="47"/>
        <pc:sldMkLst>
          <pc:docMk/>
          <pc:sldMk cId="0" sldId="312"/>
        </pc:sldMkLst>
      </pc:sldChg>
      <pc:sldChg chg="modSp del mod">
        <pc:chgData name="Norbey Muñoz" userId="b7e811e8891ccd42" providerId="LiveId" clId="{2482167B-ADD3-4E68-AB8B-ADE9CECE27D0}" dt="2026-05-25T03:58:51.958" v="622" actId="47"/>
        <pc:sldMkLst>
          <pc:docMk/>
          <pc:sldMk cId="0" sldId="313"/>
        </pc:sldMkLst>
      </pc:sldChg>
      <pc:sldChg chg="modSp del mod">
        <pc:chgData name="Norbey Muñoz" userId="b7e811e8891ccd42" providerId="LiveId" clId="{2482167B-ADD3-4E68-AB8B-ADE9CECE27D0}" dt="2026-05-25T03:59:50.064" v="623" actId="47"/>
        <pc:sldMkLst>
          <pc:docMk/>
          <pc:sldMk cId="0" sldId="314"/>
        </pc:sldMkLst>
      </pc:sldChg>
      <pc:sldChg chg="modSp del mod">
        <pc:chgData name="Norbey Muñoz" userId="b7e811e8891ccd42" providerId="LiveId" clId="{2482167B-ADD3-4E68-AB8B-ADE9CECE27D0}" dt="2026-05-25T03:59:51.137" v="624" actId="47"/>
        <pc:sldMkLst>
          <pc:docMk/>
          <pc:sldMk cId="0" sldId="315"/>
        </pc:sldMkLst>
      </pc:sldChg>
      <pc:sldChg chg="del">
        <pc:chgData name="Norbey Muñoz" userId="b7e811e8891ccd42" providerId="LiveId" clId="{2482167B-ADD3-4E68-AB8B-ADE9CECE27D0}" dt="2026-05-25T03:59:51.972" v="625" actId="47"/>
        <pc:sldMkLst>
          <pc:docMk/>
          <pc:sldMk cId="0" sldId="316"/>
        </pc:sldMkLst>
      </pc:sldChg>
      <pc:sldChg chg="del">
        <pc:chgData name="Norbey Muñoz" userId="b7e811e8891ccd42" providerId="LiveId" clId="{2482167B-ADD3-4E68-AB8B-ADE9CECE27D0}" dt="2026-05-25T03:59:52.573" v="626" actId="47"/>
        <pc:sldMkLst>
          <pc:docMk/>
          <pc:sldMk cId="0" sldId="317"/>
        </pc:sldMkLst>
      </pc:sldChg>
      <pc:sldChg chg="modSp del mod">
        <pc:chgData name="Norbey Muñoz" userId="b7e811e8891ccd42" providerId="LiveId" clId="{2482167B-ADD3-4E68-AB8B-ADE9CECE27D0}" dt="2026-05-25T03:59:53.059" v="627" actId="47"/>
        <pc:sldMkLst>
          <pc:docMk/>
          <pc:sldMk cId="0" sldId="318"/>
        </pc:sldMkLst>
      </pc:sldChg>
      <pc:sldChg chg="modSp del mod">
        <pc:chgData name="Norbey Muñoz" userId="b7e811e8891ccd42" providerId="LiveId" clId="{2482167B-ADD3-4E68-AB8B-ADE9CECE27D0}" dt="2026-05-25T03:59:53.592" v="628" actId="47"/>
        <pc:sldMkLst>
          <pc:docMk/>
          <pc:sldMk cId="0" sldId="319"/>
        </pc:sldMkLst>
      </pc:sldChg>
      <pc:sldChg chg="modSp del mod">
        <pc:chgData name="Norbey Muñoz" userId="b7e811e8891ccd42" providerId="LiveId" clId="{2482167B-ADD3-4E68-AB8B-ADE9CECE27D0}" dt="2026-05-25T03:59:54.020" v="629" actId="47"/>
        <pc:sldMkLst>
          <pc:docMk/>
          <pc:sldMk cId="0" sldId="320"/>
        </pc:sldMkLst>
      </pc:sldChg>
      <pc:sldChg chg="modSp del mod">
        <pc:chgData name="Norbey Muñoz" userId="b7e811e8891ccd42" providerId="LiveId" clId="{2482167B-ADD3-4E68-AB8B-ADE9CECE27D0}" dt="2026-05-25T03:59:54.508" v="630" actId="47"/>
        <pc:sldMkLst>
          <pc:docMk/>
          <pc:sldMk cId="0" sldId="321"/>
        </pc:sldMkLst>
      </pc:sldChg>
      <pc:sldChg chg="modSp del mod">
        <pc:chgData name="Norbey Muñoz" userId="b7e811e8891ccd42" providerId="LiveId" clId="{2482167B-ADD3-4E68-AB8B-ADE9CECE27D0}" dt="2026-05-25T03:59:55.957" v="631" actId="47"/>
        <pc:sldMkLst>
          <pc:docMk/>
          <pc:sldMk cId="0" sldId="322"/>
        </pc:sldMkLst>
      </pc:sldChg>
      <pc:sldChg chg="modSp del mod">
        <pc:chgData name="Norbey Muñoz" userId="b7e811e8891ccd42" providerId="LiveId" clId="{2482167B-ADD3-4E68-AB8B-ADE9CECE27D0}" dt="2026-05-25T03:59:56.979" v="632" actId="47"/>
        <pc:sldMkLst>
          <pc:docMk/>
          <pc:sldMk cId="0" sldId="323"/>
        </pc:sldMkLst>
      </pc:sldChg>
      <pc:sldChg chg="modSp del mod">
        <pc:chgData name="Norbey Muñoz" userId="b7e811e8891ccd42" providerId="LiveId" clId="{2482167B-ADD3-4E68-AB8B-ADE9CECE27D0}" dt="2026-05-25T03:59:57.454" v="633" actId="47"/>
        <pc:sldMkLst>
          <pc:docMk/>
          <pc:sldMk cId="0" sldId="324"/>
        </pc:sldMkLst>
      </pc:sldChg>
      <pc:sldChg chg="modSp del mod">
        <pc:chgData name="Norbey Muñoz" userId="b7e811e8891ccd42" providerId="LiveId" clId="{2482167B-ADD3-4E68-AB8B-ADE9CECE27D0}" dt="2026-05-25T03:59:58.443" v="634" actId="47"/>
        <pc:sldMkLst>
          <pc:docMk/>
          <pc:sldMk cId="0" sldId="325"/>
        </pc:sldMkLst>
      </pc:sldChg>
      <pc:sldChg chg="modSp del mod">
        <pc:chgData name="Norbey Muñoz" userId="b7e811e8891ccd42" providerId="LiveId" clId="{2482167B-ADD3-4E68-AB8B-ADE9CECE27D0}" dt="2026-05-25T04:00:00.003" v="635" actId="47"/>
        <pc:sldMkLst>
          <pc:docMk/>
          <pc:sldMk cId="0" sldId="326"/>
        </pc:sldMkLst>
      </pc:sldChg>
      <pc:sldChg chg="modSp del mod">
        <pc:chgData name="Norbey Muñoz" userId="b7e811e8891ccd42" providerId="LiveId" clId="{2482167B-ADD3-4E68-AB8B-ADE9CECE27D0}" dt="2026-05-25T04:00:00.445" v="636" actId="47"/>
        <pc:sldMkLst>
          <pc:docMk/>
          <pc:sldMk cId="0" sldId="327"/>
        </pc:sldMkLst>
      </pc:sldChg>
      <pc:sldChg chg="modSp del mod">
        <pc:chgData name="Norbey Muñoz" userId="b7e811e8891ccd42" providerId="LiveId" clId="{2482167B-ADD3-4E68-AB8B-ADE9CECE27D0}" dt="2026-05-25T04:00:00.918" v="637" actId="47"/>
        <pc:sldMkLst>
          <pc:docMk/>
          <pc:sldMk cId="0" sldId="328"/>
        </pc:sldMkLst>
      </pc:sldChg>
      <pc:sldChg chg="modSp del mod">
        <pc:chgData name="Norbey Muñoz" userId="b7e811e8891ccd42" providerId="LiveId" clId="{2482167B-ADD3-4E68-AB8B-ADE9CECE27D0}" dt="2026-05-25T04:00:01.279" v="638" actId="47"/>
        <pc:sldMkLst>
          <pc:docMk/>
          <pc:sldMk cId="0" sldId="329"/>
        </pc:sldMkLst>
      </pc:sldChg>
      <pc:sldChg chg="modSp del mod">
        <pc:chgData name="Norbey Muñoz" userId="b7e811e8891ccd42" providerId="LiveId" clId="{2482167B-ADD3-4E68-AB8B-ADE9CECE27D0}" dt="2026-05-25T04:00:01.803" v="639" actId="47"/>
        <pc:sldMkLst>
          <pc:docMk/>
          <pc:sldMk cId="0" sldId="330"/>
        </pc:sldMkLst>
      </pc:sldChg>
      <pc:sldChg chg="del">
        <pc:chgData name="Norbey Muñoz" userId="b7e811e8891ccd42" providerId="LiveId" clId="{2482167B-ADD3-4E68-AB8B-ADE9CECE27D0}" dt="2026-05-25T04:00:02.407" v="640" actId="47"/>
        <pc:sldMkLst>
          <pc:docMk/>
          <pc:sldMk cId="0" sldId="331"/>
        </pc:sldMkLst>
      </pc:sldChg>
      <pc:sldChg chg="modSp del mod">
        <pc:chgData name="Norbey Muñoz" userId="b7e811e8891ccd42" providerId="LiveId" clId="{2482167B-ADD3-4E68-AB8B-ADE9CECE27D0}" dt="2026-05-25T04:02:18.706" v="641" actId="47"/>
        <pc:sldMkLst>
          <pc:docMk/>
          <pc:sldMk cId="0" sldId="332"/>
        </pc:sldMkLst>
      </pc:sldChg>
      <pc:sldChg chg="modSp del mod">
        <pc:chgData name="Norbey Muñoz" userId="b7e811e8891ccd42" providerId="LiveId" clId="{2482167B-ADD3-4E68-AB8B-ADE9CECE27D0}" dt="2026-05-25T04:02:19.262" v="642" actId="47"/>
        <pc:sldMkLst>
          <pc:docMk/>
          <pc:sldMk cId="0" sldId="333"/>
        </pc:sldMkLst>
      </pc:sldChg>
      <pc:sldChg chg="modSp del mod">
        <pc:chgData name="Norbey Muñoz" userId="b7e811e8891ccd42" providerId="LiveId" clId="{2482167B-ADD3-4E68-AB8B-ADE9CECE27D0}" dt="2026-05-25T04:02:19.762" v="643" actId="47"/>
        <pc:sldMkLst>
          <pc:docMk/>
          <pc:sldMk cId="0" sldId="334"/>
        </pc:sldMkLst>
      </pc:sldChg>
      <pc:sldChg chg="modSp del mod">
        <pc:chgData name="Norbey Muñoz" userId="b7e811e8891ccd42" providerId="LiveId" clId="{2482167B-ADD3-4E68-AB8B-ADE9CECE27D0}" dt="2026-05-25T04:02:19.793" v="644" actId="47"/>
        <pc:sldMkLst>
          <pc:docMk/>
          <pc:sldMk cId="0" sldId="335"/>
        </pc:sldMkLst>
      </pc:sldChg>
      <pc:sldChg chg="modSp del mod">
        <pc:chgData name="Norbey Muñoz" userId="b7e811e8891ccd42" providerId="LiveId" clId="{2482167B-ADD3-4E68-AB8B-ADE9CECE27D0}" dt="2026-05-25T04:02:19.837" v="645" actId="47"/>
        <pc:sldMkLst>
          <pc:docMk/>
          <pc:sldMk cId="0" sldId="336"/>
        </pc:sldMkLst>
      </pc:sldChg>
      <pc:sldChg chg="modSp del mod">
        <pc:chgData name="Norbey Muñoz" userId="b7e811e8891ccd42" providerId="LiveId" clId="{2482167B-ADD3-4E68-AB8B-ADE9CECE27D0}" dt="2026-05-25T04:02:19.870" v="646" actId="47"/>
        <pc:sldMkLst>
          <pc:docMk/>
          <pc:sldMk cId="0" sldId="337"/>
        </pc:sldMkLst>
      </pc:sldChg>
      <pc:sldChg chg="modSp del mod">
        <pc:chgData name="Norbey Muñoz" userId="b7e811e8891ccd42" providerId="LiveId" clId="{2482167B-ADD3-4E68-AB8B-ADE9CECE27D0}" dt="2026-05-25T04:02:19.902" v="647" actId="47"/>
        <pc:sldMkLst>
          <pc:docMk/>
          <pc:sldMk cId="0" sldId="338"/>
        </pc:sldMkLst>
      </pc:sldChg>
      <pc:sldChg chg="modSp del mod">
        <pc:chgData name="Norbey Muñoz" userId="b7e811e8891ccd42" providerId="LiveId" clId="{2482167B-ADD3-4E68-AB8B-ADE9CECE27D0}" dt="2026-05-25T04:02:19.933" v="648" actId="47"/>
        <pc:sldMkLst>
          <pc:docMk/>
          <pc:sldMk cId="0" sldId="339"/>
        </pc:sldMkLst>
      </pc:sldChg>
      <pc:sldChg chg="modSp del mod">
        <pc:chgData name="Norbey Muñoz" userId="b7e811e8891ccd42" providerId="LiveId" clId="{2482167B-ADD3-4E68-AB8B-ADE9CECE27D0}" dt="2026-05-25T04:02:19.963" v="649" actId="47"/>
        <pc:sldMkLst>
          <pc:docMk/>
          <pc:sldMk cId="0" sldId="340"/>
        </pc:sldMkLst>
      </pc:sldChg>
      <pc:sldChg chg="modSp del mod">
        <pc:chgData name="Norbey Muñoz" userId="b7e811e8891ccd42" providerId="LiveId" clId="{2482167B-ADD3-4E68-AB8B-ADE9CECE27D0}" dt="2026-05-25T04:02:19.992" v="650" actId="47"/>
        <pc:sldMkLst>
          <pc:docMk/>
          <pc:sldMk cId="0" sldId="341"/>
        </pc:sldMkLst>
      </pc:sldChg>
      <pc:sldChg chg="modSp del mod">
        <pc:chgData name="Norbey Muñoz" userId="b7e811e8891ccd42" providerId="LiveId" clId="{2482167B-ADD3-4E68-AB8B-ADE9CECE27D0}" dt="2026-05-25T04:02:20.027" v="651" actId="47"/>
        <pc:sldMkLst>
          <pc:docMk/>
          <pc:sldMk cId="0" sldId="342"/>
        </pc:sldMkLst>
      </pc:sldChg>
      <pc:sldChg chg="modSp del mod">
        <pc:chgData name="Norbey Muñoz" userId="b7e811e8891ccd42" providerId="LiveId" clId="{2482167B-ADD3-4E68-AB8B-ADE9CECE27D0}" dt="2026-05-25T04:02:20.057" v="652" actId="47"/>
        <pc:sldMkLst>
          <pc:docMk/>
          <pc:sldMk cId="0" sldId="343"/>
        </pc:sldMkLst>
      </pc:sldChg>
      <pc:sldChg chg="modSp del mod">
        <pc:chgData name="Norbey Muñoz" userId="b7e811e8891ccd42" providerId="LiveId" clId="{2482167B-ADD3-4E68-AB8B-ADE9CECE27D0}" dt="2026-05-25T04:02:20.104" v="653" actId="47"/>
        <pc:sldMkLst>
          <pc:docMk/>
          <pc:sldMk cId="0" sldId="344"/>
        </pc:sldMkLst>
      </pc:sldChg>
      <pc:sldChg chg="modSp del mod">
        <pc:chgData name="Norbey Muñoz" userId="b7e811e8891ccd42" providerId="LiveId" clId="{2482167B-ADD3-4E68-AB8B-ADE9CECE27D0}" dt="2026-05-25T04:02:20.136" v="654" actId="47"/>
        <pc:sldMkLst>
          <pc:docMk/>
          <pc:sldMk cId="0" sldId="345"/>
        </pc:sldMkLst>
      </pc:sldChg>
      <pc:sldChg chg="modSp del mod">
        <pc:chgData name="Norbey Muñoz" userId="b7e811e8891ccd42" providerId="LiveId" clId="{2482167B-ADD3-4E68-AB8B-ADE9CECE27D0}" dt="2026-05-25T04:02:20.163" v="655" actId="47"/>
        <pc:sldMkLst>
          <pc:docMk/>
          <pc:sldMk cId="0" sldId="346"/>
        </pc:sldMkLst>
      </pc:sldChg>
      <pc:sldChg chg="modSp del mod">
        <pc:chgData name="Norbey Muñoz" userId="b7e811e8891ccd42" providerId="LiveId" clId="{2482167B-ADD3-4E68-AB8B-ADE9CECE27D0}" dt="2026-05-25T04:02:20.191" v="656" actId="47"/>
        <pc:sldMkLst>
          <pc:docMk/>
          <pc:sldMk cId="0" sldId="347"/>
        </pc:sldMkLst>
      </pc:sldChg>
      <pc:sldChg chg="modSp del mod">
        <pc:chgData name="Norbey Muñoz" userId="b7e811e8891ccd42" providerId="LiveId" clId="{2482167B-ADD3-4E68-AB8B-ADE9CECE27D0}" dt="2026-05-25T04:02:20.222" v="657" actId="47"/>
        <pc:sldMkLst>
          <pc:docMk/>
          <pc:sldMk cId="0" sldId="348"/>
        </pc:sldMkLst>
      </pc:sldChg>
      <pc:sldChg chg="modSp del mod">
        <pc:chgData name="Norbey Muñoz" userId="b7e811e8891ccd42" providerId="LiveId" clId="{2482167B-ADD3-4E68-AB8B-ADE9CECE27D0}" dt="2026-05-25T04:02:20.255" v="658" actId="47"/>
        <pc:sldMkLst>
          <pc:docMk/>
          <pc:sldMk cId="0" sldId="349"/>
        </pc:sldMkLst>
      </pc:sldChg>
      <pc:sldChg chg="modSp del mod">
        <pc:chgData name="Norbey Muñoz" userId="b7e811e8891ccd42" providerId="LiveId" clId="{2482167B-ADD3-4E68-AB8B-ADE9CECE27D0}" dt="2026-05-25T04:02:20.292" v="659" actId="47"/>
        <pc:sldMkLst>
          <pc:docMk/>
          <pc:sldMk cId="0" sldId="350"/>
        </pc:sldMkLst>
      </pc:sldChg>
      <pc:sldChg chg="modSp del mod">
        <pc:chgData name="Norbey Muñoz" userId="b7e811e8891ccd42" providerId="LiveId" clId="{2482167B-ADD3-4E68-AB8B-ADE9CECE27D0}" dt="2026-05-25T04:02:20.323" v="660" actId="47"/>
        <pc:sldMkLst>
          <pc:docMk/>
          <pc:sldMk cId="0" sldId="351"/>
        </pc:sldMkLst>
      </pc:sldChg>
      <pc:sldChg chg="modSp del mod">
        <pc:chgData name="Norbey Muñoz" userId="b7e811e8891ccd42" providerId="LiveId" clId="{2482167B-ADD3-4E68-AB8B-ADE9CECE27D0}" dt="2026-05-25T04:02:20.350" v="661" actId="47"/>
        <pc:sldMkLst>
          <pc:docMk/>
          <pc:sldMk cId="0" sldId="352"/>
        </pc:sldMkLst>
      </pc:sldChg>
      <pc:sldChg chg="modSp del mod">
        <pc:chgData name="Norbey Muñoz" userId="b7e811e8891ccd42" providerId="LiveId" clId="{2482167B-ADD3-4E68-AB8B-ADE9CECE27D0}" dt="2026-05-25T04:02:20.396" v="662" actId="47"/>
        <pc:sldMkLst>
          <pc:docMk/>
          <pc:sldMk cId="0" sldId="353"/>
        </pc:sldMkLst>
      </pc:sldChg>
      <pc:sldChg chg="modSp del mod">
        <pc:chgData name="Norbey Muñoz" userId="b7e811e8891ccd42" providerId="LiveId" clId="{2482167B-ADD3-4E68-AB8B-ADE9CECE27D0}" dt="2026-05-25T04:02:20.675" v="663" actId="47"/>
        <pc:sldMkLst>
          <pc:docMk/>
          <pc:sldMk cId="0" sldId="354"/>
        </pc:sldMkLst>
      </pc:sldChg>
      <pc:sldChg chg="modSp del mod">
        <pc:chgData name="Norbey Muñoz" userId="b7e811e8891ccd42" providerId="LiveId" clId="{2482167B-ADD3-4E68-AB8B-ADE9CECE27D0}" dt="2026-05-25T04:02:21.187" v="664" actId="47"/>
        <pc:sldMkLst>
          <pc:docMk/>
          <pc:sldMk cId="0" sldId="355"/>
        </pc:sldMkLst>
      </pc:sldChg>
      <pc:sldChg chg="modSp del mod">
        <pc:chgData name="Norbey Muñoz" userId="b7e811e8891ccd42" providerId="LiveId" clId="{2482167B-ADD3-4E68-AB8B-ADE9CECE27D0}" dt="2026-05-25T04:02:21.219" v="665" actId="47"/>
        <pc:sldMkLst>
          <pc:docMk/>
          <pc:sldMk cId="0" sldId="356"/>
        </pc:sldMkLst>
      </pc:sldChg>
      <pc:sldChg chg="modSp del mod">
        <pc:chgData name="Norbey Muñoz" userId="b7e811e8891ccd42" providerId="LiveId" clId="{2482167B-ADD3-4E68-AB8B-ADE9CECE27D0}" dt="2026-05-25T04:02:21.250" v="666" actId="47"/>
        <pc:sldMkLst>
          <pc:docMk/>
          <pc:sldMk cId="0" sldId="357"/>
        </pc:sldMkLst>
      </pc:sldChg>
      <pc:sldChg chg="modSp del mod">
        <pc:chgData name="Norbey Muñoz" userId="b7e811e8891ccd42" providerId="LiveId" clId="{2482167B-ADD3-4E68-AB8B-ADE9CECE27D0}" dt="2026-05-25T04:02:21.283" v="667" actId="47"/>
        <pc:sldMkLst>
          <pc:docMk/>
          <pc:sldMk cId="0" sldId="358"/>
        </pc:sldMkLst>
      </pc:sldChg>
      <pc:sldChg chg="modSp del mod">
        <pc:chgData name="Norbey Muñoz" userId="b7e811e8891ccd42" providerId="LiveId" clId="{2482167B-ADD3-4E68-AB8B-ADE9CECE27D0}" dt="2026-05-25T04:02:21.315" v="668" actId="47"/>
        <pc:sldMkLst>
          <pc:docMk/>
          <pc:sldMk cId="0" sldId="359"/>
        </pc:sldMkLst>
      </pc:sldChg>
      <pc:sldChg chg="modSp del mod">
        <pc:chgData name="Norbey Muñoz" userId="b7e811e8891ccd42" providerId="LiveId" clId="{2482167B-ADD3-4E68-AB8B-ADE9CECE27D0}" dt="2026-05-25T04:02:21.347" v="669" actId="47"/>
        <pc:sldMkLst>
          <pc:docMk/>
          <pc:sldMk cId="0" sldId="360"/>
        </pc:sldMkLst>
      </pc:sldChg>
      <pc:sldChg chg="modSp del mod">
        <pc:chgData name="Norbey Muñoz" userId="b7e811e8891ccd42" providerId="LiveId" clId="{2482167B-ADD3-4E68-AB8B-ADE9CECE27D0}" dt="2026-05-25T04:02:21.381" v="670" actId="47"/>
        <pc:sldMkLst>
          <pc:docMk/>
          <pc:sldMk cId="0" sldId="361"/>
        </pc:sldMkLst>
      </pc:sldChg>
      <pc:sldChg chg="modSp del mod">
        <pc:chgData name="Norbey Muñoz" userId="b7e811e8891ccd42" providerId="LiveId" clId="{2482167B-ADD3-4E68-AB8B-ADE9CECE27D0}" dt="2026-05-25T04:02:21.407" v="671" actId="47"/>
        <pc:sldMkLst>
          <pc:docMk/>
          <pc:sldMk cId="0" sldId="362"/>
        </pc:sldMkLst>
      </pc:sldChg>
      <pc:sldChg chg="modSp del mod">
        <pc:chgData name="Norbey Muñoz" userId="b7e811e8891ccd42" providerId="LiveId" clId="{2482167B-ADD3-4E68-AB8B-ADE9CECE27D0}" dt="2026-05-25T04:02:21.445" v="672" actId="47"/>
        <pc:sldMkLst>
          <pc:docMk/>
          <pc:sldMk cId="0" sldId="363"/>
        </pc:sldMkLst>
      </pc:sldChg>
      <pc:sldChg chg="modSp del mod">
        <pc:chgData name="Norbey Muñoz" userId="b7e811e8891ccd42" providerId="LiveId" clId="{2482167B-ADD3-4E68-AB8B-ADE9CECE27D0}" dt="2026-05-25T04:02:21.471" v="673" actId="47"/>
        <pc:sldMkLst>
          <pc:docMk/>
          <pc:sldMk cId="0" sldId="364"/>
        </pc:sldMkLst>
      </pc:sldChg>
      <pc:sldChg chg="modSp del mod">
        <pc:chgData name="Norbey Muñoz" userId="b7e811e8891ccd42" providerId="LiveId" clId="{2482167B-ADD3-4E68-AB8B-ADE9CECE27D0}" dt="2026-05-25T04:02:21.505" v="674" actId="47"/>
        <pc:sldMkLst>
          <pc:docMk/>
          <pc:sldMk cId="0" sldId="365"/>
        </pc:sldMkLst>
      </pc:sldChg>
      <pc:sldChg chg="modSp del mod">
        <pc:chgData name="Norbey Muñoz" userId="b7e811e8891ccd42" providerId="LiveId" clId="{2482167B-ADD3-4E68-AB8B-ADE9CECE27D0}" dt="2026-05-25T04:02:21.825" v="675" actId="47"/>
        <pc:sldMkLst>
          <pc:docMk/>
          <pc:sldMk cId="0" sldId="366"/>
        </pc:sldMkLst>
      </pc:sldChg>
      <pc:sldChg chg="modSp del mod">
        <pc:chgData name="Norbey Muñoz" userId="b7e811e8891ccd42" providerId="LiveId" clId="{2482167B-ADD3-4E68-AB8B-ADE9CECE27D0}" dt="2026-05-25T04:02:22.335" v="676" actId="47"/>
        <pc:sldMkLst>
          <pc:docMk/>
          <pc:sldMk cId="0" sldId="367"/>
        </pc:sldMkLst>
      </pc:sldChg>
      <pc:sldChg chg="modSp del mod">
        <pc:chgData name="Norbey Muñoz" userId="b7e811e8891ccd42" providerId="LiveId" clId="{2482167B-ADD3-4E68-AB8B-ADE9CECE27D0}" dt="2026-05-25T04:02:22.361" v="677" actId="47"/>
        <pc:sldMkLst>
          <pc:docMk/>
          <pc:sldMk cId="0" sldId="368"/>
        </pc:sldMkLst>
      </pc:sldChg>
      <pc:sldChg chg="modSp del mod">
        <pc:chgData name="Norbey Muñoz" userId="b7e811e8891ccd42" providerId="LiveId" clId="{2482167B-ADD3-4E68-AB8B-ADE9CECE27D0}" dt="2026-05-25T04:02:22.396" v="678" actId="47"/>
        <pc:sldMkLst>
          <pc:docMk/>
          <pc:sldMk cId="0" sldId="369"/>
        </pc:sldMkLst>
      </pc:sldChg>
      <pc:sldChg chg="modSp del mod">
        <pc:chgData name="Norbey Muñoz" userId="b7e811e8891ccd42" providerId="LiveId" clId="{2482167B-ADD3-4E68-AB8B-ADE9CECE27D0}" dt="2026-05-25T04:02:22.426" v="679" actId="47"/>
        <pc:sldMkLst>
          <pc:docMk/>
          <pc:sldMk cId="0" sldId="370"/>
        </pc:sldMkLst>
      </pc:sldChg>
      <pc:sldChg chg="modSp del mod">
        <pc:chgData name="Norbey Muñoz" userId="b7e811e8891ccd42" providerId="LiveId" clId="{2482167B-ADD3-4E68-AB8B-ADE9CECE27D0}" dt="2026-05-25T04:02:22.451" v="680" actId="47"/>
        <pc:sldMkLst>
          <pc:docMk/>
          <pc:sldMk cId="0" sldId="371"/>
        </pc:sldMkLst>
      </pc:sldChg>
      <pc:sldChg chg="del">
        <pc:chgData name="Norbey Muñoz" userId="b7e811e8891ccd42" providerId="LiveId" clId="{2482167B-ADD3-4E68-AB8B-ADE9CECE27D0}" dt="2026-05-25T04:02:22.495" v="681" actId="47"/>
        <pc:sldMkLst>
          <pc:docMk/>
          <pc:sldMk cId="0" sldId="372"/>
        </pc:sldMkLst>
      </pc:sldChg>
      <pc:sldChg chg="del">
        <pc:chgData name="Norbey Muñoz" userId="b7e811e8891ccd42" providerId="LiveId" clId="{2482167B-ADD3-4E68-AB8B-ADE9CECE27D0}" dt="2026-05-25T04:02:22.528" v="682" actId="47"/>
        <pc:sldMkLst>
          <pc:docMk/>
          <pc:sldMk cId="0" sldId="373"/>
        </pc:sldMkLst>
      </pc:sldChg>
      <pc:sldChg chg="modSp del mod">
        <pc:chgData name="Norbey Muñoz" userId="b7e811e8891ccd42" providerId="LiveId" clId="{2482167B-ADD3-4E68-AB8B-ADE9CECE27D0}" dt="2026-05-25T04:02:23.002" v="683" actId="47"/>
        <pc:sldMkLst>
          <pc:docMk/>
          <pc:sldMk cId="0" sldId="374"/>
        </pc:sldMkLst>
      </pc:sldChg>
      <pc:sldChg chg="modSp del mod">
        <pc:chgData name="Norbey Muñoz" userId="b7e811e8891ccd42" providerId="LiveId" clId="{2482167B-ADD3-4E68-AB8B-ADE9CECE27D0}" dt="2026-05-25T04:02:23.285" v="684" actId="47"/>
        <pc:sldMkLst>
          <pc:docMk/>
          <pc:sldMk cId="0" sldId="375"/>
        </pc:sldMkLst>
      </pc:sldChg>
      <pc:sldChg chg="modSp del mod">
        <pc:chgData name="Norbey Muñoz" userId="b7e811e8891ccd42" providerId="LiveId" clId="{2482167B-ADD3-4E68-AB8B-ADE9CECE27D0}" dt="2026-05-25T04:02:23.537" v="685" actId="47"/>
        <pc:sldMkLst>
          <pc:docMk/>
          <pc:sldMk cId="0" sldId="376"/>
        </pc:sldMkLst>
      </pc:sldChg>
      <pc:sldChg chg="modSp del mod">
        <pc:chgData name="Norbey Muñoz" userId="b7e811e8891ccd42" providerId="LiveId" clId="{2482167B-ADD3-4E68-AB8B-ADE9CECE27D0}" dt="2026-05-25T04:02:24.057" v="686" actId="47"/>
        <pc:sldMkLst>
          <pc:docMk/>
          <pc:sldMk cId="0" sldId="377"/>
        </pc:sldMkLst>
      </pc:sldChg>
      <pc:sldChg chg="modSp del mod">
        <pc:chgData name="Norbey Muñoz" userId="b7e811e8891ccd42" providerId="LiveId" clId="{2482167B-ADD3-4E68-AB8B-ADE9CECE27D0}" dt="2026-05-25T04:02:24.271" v="687" actId="47"/>
        <pc:sldMkLst>
          <pc:docMk/>
          <pc:sldMk cId="0" sldId="378"/>
        </pc:sldMkLst>
      </pc:sldChg>
      <pc:sldChg chg="modSp del mod">
        <pc:chgData name="Norbey Muñoz" userId="b7e811e8891ccd42" providerId="LiveId" clId="{2482167B-ADD3-4E68-AB8B-ADE9CECE27D0}" dt="2026-05-25T04:02:24.456" v="688" actId="47"/>
        <pc:sldMkLst>
          <pc:docMk/>
          <pc:sldMk cId="0" sldId="379"/>
        </pc:sldMkLst>
      </pc:sldChg>
      <pc:sldChg chg="modSp del mod">
        <pc:chgData name="Norbey Muñoz" userId="b7e811e8891ccd42" providerId="LiveId" clId="{2482167B-ADD3-4E68-AB8B-ADE9CECE27D0}" dt="2026-05-25T04:02:24.662" v="689" actId="47"/>
        <pc:sldMkLst>
          <pc:docMk/>
          <pc:sldMk cId="0" sldId="380"/>
        </pc:sldMkLst>
      </pc:sldChg>
      <pc:sldChg chg="modSp del mod">
        <pc:chgData name="Norbey Muñoz" userId="b7e811e8891ccd42" providerId="LiveId" clId="{2482167B-ADD3-4E68-AB8B-ADE9CECE27D0}" dt="2026-05-25T04:02:24.864" v="690" actId="47"/>
        <pc:sldMkLst>
          <pc:docMk/>
          <pc:sldMk cId="0" sldId="381"/>
        </pc:sldMkLst>
      </pc:sldChg>
      <pc:sldChg chg="modSp del mod">
        <pc:chgData name="Norbey Muñoz" userId="b7e811e8891ccd42" providerId="LiveId" clId="{2482167B-ADD3-4E68-AB8B-ADE9CECE27D0}" dt="2026-05-25T04:02:25.057" v="691" actId="47"/>
        <pc:sldMkLst>
          <pc:docMk/>
          <pc:sldMk cId="0" sldId="382"/>
        </pc:sldMkLst>
      </pc:sldChg>
      <pc:sldChg chg="modSp del mod">
        <pc:chgData name="Norbey Muñoz" userId="b7e811e8891ccd42" providerId="LiveId" clId="{2482167B-ADD3-4E68-AB8B-ADE9CECE27D0}" dt="2026-05-25T04:02:25.267" v="692" actId="47"/>
        <pc:sldMkLst>
          <pc:docMk/>
          <pc:sldMk cId="0" sldId="383"/>
        </pc:sldMkLst>
      </pc:sldChg>
      <pc:sldChg chg="modSp del mod">
        <pc:chgData name="Norbey Muñoz" userId="b7e811e8891ccd42" providerId="LiveId" clId="{2482167B-ADD3-4E68-AB8B-ADE9CECE27D0}" dt="2026-05-25T04:02:25.456" v="693" actId="47"/>
        <pc:sldMkLst>
          <pc:docMk/>
          <pc:sldMk cId="0" sldId="384"/>
        </pc:sldMkLst>
      </pc:sldChg>
      <pc:sldChg chg="modSp del mod">
        <pc:chgData name="Norbey Muñoz" userId="b7e811e8891ccd42" providerId="LiveId" clId="{2482167B-ADD3-4E68-AB8B-ADE9CECE27D0}" dt="2026-05-25T04:02:25.692" v="694" actId="47"/>
        <pc:sldMkLst>
          <pc:docMk/>
          <pc:sldMk cId="0" sldId="385"/>
        </pc:sldMkLst>
      </pc:sldChg>
      <pc:sldChg chg="modSp del mod">
        <pc:chgData name="Norbey Muñoz" userId="b7e811e8891ccd42" providerId="LiveId" clId="{2482167B-ADD3-4E68-AB8B-ADE9CECE27D0}" dt="2026-05-25T04:02:26.018" v="695" actId="47"/>
        <pc:sldMkLst>
          <pc:docMk/>
          <pc:sldMk cId="0" sldId="386"/>
        </pc:sldMkLst>
      </pc:sldChg>
      <pc:sldChg chg="modSp del mod">
        <pc:chgData name="Norbey Muñoz" userId="b7e811e8891ccd42" providerId="LiveId" clId="{2482167B-ADD3-4E68-AB8B-ADE9CECE27D0}" dt="2026-05-25T04:02:26.276" v="696" actId="47"/>
        <pc:sldMkLst>
          <pc:docMk/>
          <pc:sldMk cId="0" sldId="387"/>
        </pc:sldMkLst>
      </pc:sldChg>
      <pc:sldChg chg="modSp del mod">
        <pc:chgData name="Norbey Muñoz" userId="b7e811e8891ccd42" providerId="LiveId" clId="{2482167B-ADD3-4E68-AB8B-ADE9CECE27D0}" dt="2026-05-25T04:02:26.489" v="697" actId="47"/>
        <pc:sldMkLst>
          <pc:docMk/>
          <pc:sldMk cId="0" sldId="388"/>
        </pc:sldMkLst>
      </pc:sldChg>
      <pc:sldChg chg="modSp del mod">
        <pc:chgData name="Norbey Muñoz" userId="b7e811e8891ccd42" providerId="LiveId" clId="{2482167B-ADD3-4E68-AB8B-ADE9CECE27D0}" dt="2026-05-25T04:02:26.697" v="698" actId="47"/>
        <pc:sldMkLst>
          <pc:docMk/>
          <pc:sldMk cId="0" sldId="389"/>
        </pc:sldMkLst>
      </pc:sldChg>
      <pc:sldChg chg="modSp del mod">
        <pc:chgData name="Norbey Muñoz" userId="b7e811e8891ccd42" providerId="LiveId" clId="{2482167B-ADD3-4E68-AB8B-ADE9CECE27D0}" dt="2026-05-25T04:02:26.906" v="699" actId="47"/>
        <pc:sldMkLst>
          <pc:docMk/>
          <pc:sldMk cId="0" sldId="390"/>
        </pc:sldMkLst>
      </pc:sldChg>
      <pc:sldChg chg="modSp del mod">
        <pc:chgData name="Norbey Muñoz" userId="b7e811e8891ccd42" providerId="LiveId" clId="{2482167B-ADD3-4E68-AB8B-ADE9CECE27D0}" dt="2026-05-25T04:02:27.132" v="700" actId="47"/>
        <pc:sldMkLst>
          <pc:docMk/>
          <pc:sldMk cId="0" sldId="391"/>
        </pc:sldMkLst>
      </pc:sldChg>
      <pc:sldChg chg="modSp del mod">
        <pc:chgData name="Norbey Muñoz" userId="b7e811e8891ccd42" providerId="LiveId" clId="{2482167B-ADD3-4E68-AB8B-ADE9CECE27D0}" dt="2026-05-25T04:02:27.327" v="701" actId="47"/>
        <pc:sldMkLst>
          <pc:docMk/>
          <pc:sldMk cId="0" sldId="392"/>
        </pc:sldMkLst>
      </pc:sldChg>
      <pc:sldChg chg="modSp del mod">
        <pc:chgData name="Norbey Muñoz" userId="b7e811e8891ccd42" providerId="LiveId" clId="{2482167B-ADD3-4E68-AB8B-ADE9CECE27D0}" dt="2026-05-25T04:02:28.426" v="702" actId="47"/>
        <pc:sldMkLst>
          <pc:docMk/>
          <pc:sldMk cId="0" sldId="393"/>
        </pc:sldMkLst>
      </pc:sldChg>
      <pc:sldChg chg="modSp add mod">
        <pc:chgData name="Norbey Muñoz" userId="b7e811e8891ccd42" providerId="LiveId" clId="{2482167B-ADD3-4E68-AB8B-ADE9CECE27D0}" dt="2026-05-13T12:42:43.501" v="542" actId="790"/>
        <pc:sldMkLst>
          <pc:docMk/>
          <pc:sldMk cId="3032238507" sldId="394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3032238507" sldId="394"/>
            <ac:spMk id="1210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3032238507" sldId="394"/>
            <ac:spMk id="1211" creationId="{00000000-0000-0000-0000-000000000000}"/>
          </ac:spMkLst>
        </pc:spChg>
      </pc:sldChg>
      <pc:sldChg chg="delSp modSp add mod">
        <pc:chgData name="Norbey Muñoz" userId="b7e811e8891ccd42" providerId="LiveId" clId="{2482167B-ADD3-4E68-AB8B-ADE9CECE27D0}" dt="2026-05-13T12:42:43.501" v="542" actId="790"/>
        <pc:sldMkLst>
          <pc:docMk/>
          <pc:sldMk cId="1489430070" sldId="395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1489430070" sldId="395"/>
            <ac:spMk id="1210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1489430070" sldId="395"/>
            <ac:spMk id="1211" creationId="{00000000-0000-0000-0000-000000000000}"/>
          </ac:spMkLst>
        </pc:spChg>
      </pc:sldChg>
      <pc:sldChg chg="modSp add mod">
        <pc:chgData name="Norbey Muñoz" userId="b7e811e8891ccd42" providerId="LiveId" clId="{2482167B-ADD3-4E68-AB8B-ADE9CECE27D0}" dt="2026-05-13T12:42:43.501" v="542" actId="790"/>
        <pc:sldMkLst>
          <pc:docMk/>
          <pc:sldMk cId="2388564154" sldId="396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2388564154" sldId="396"/>
            <ac:spMk id="52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2388564154" sldId="396"/>
            <ac:spMk id="523" creationId="{00000000-0000-0000-0000-000000000000}"/>
          </ac:spMkLst>
        </pc:spChg>
      </pc:sldChg>
      <pc:sldChg chg="modSp add mod">
        <pc:chgData name="Norbey Muñoz" userId="b7e811e8891ccd42" providerId="LiveId" clId="{2482167B-ADD3-4E68-AB8B-ADE9CECE27D0}" dt="2026-05-13T12:42:43.501" v="542" actId="790"/>
        <pc:sldMkLst>
          <pc:docMk/>
          <pc:sldMk cId="831013887" sldId="397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831013887" sldId="397"/>
            <ac:spMk id="25" creationId="{76751868-5018-8B26-3CDF-210FE077D9EF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831013887" sldId="397"/>
            <ac:spMk id="26" creationId="{2486F48E-5399-3D79-7ABA-B5CB0725A54F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831013887" sldId="397"/>
            <ac:spMk id="499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831013887" sldId="397"/>
            <ac:spMk id="511" creationId="{00000000-0000-0000-0000-000000000000}"/>
          </ac:spMkLst>
        </pc:spChg>
      </pc:sldChg>
      <pc:sldChg chg="addSp delSp modSp add mod">
        <pc:chgData name="Norbey Muñoz" userId="b7e811e8891ccd42" providerId="LiveId" clId="{2482167B-ADD3-4E68-AB8B-ADE9CECE27D0}" dt="2026-05-13T12:42:43.501" v="542" actId="790"/>
        <pc:sldMkLst>
          <pc:docMk/>
          <pc:sldMk cId="495052394" sldId="398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495052394" sldId="398"/>
            <ac:spMk id="2" creationId="{97BFD986-0A26-78C5-C229-4FCE93A3BBD9}"/>
          </ac:spMkLst>
        </pc:spChg>
        <pc:spChg chg="add mod">
          <ac:chgData name="Norbey Muñoz" userId="b7e811e8891ccd42" providerId="LiveId" clId="{2482167B-ADD3-4E68-AB8B-ADE9CECE27D0}" dt="2026-05-13T12:42:43.501" v="542" actId="790"/>
          <ac:spMkLst>
            <pc:docMk/>
            <pc:sldMk cId="495052394" sldId="398"/>
            <ac:spMk id="9" creationId="{77AA2567-2DE0-9911-13B9-10F6EA8337B5}"/>
          </ac:spMkLst>
        </pc:spChg>
      </pc:sldChg>
      <pc:sldChg chg="modSp add mod">
        <pc:chgData name="Norbey Muñoz" userId="b7e811e8891ccd42" providerId="LiveId" clId="{2482167B-ADD3-4E68-AB8B-ADE9CECE27D0}" dt="2026-05-13T12:42:43.501" v="542" actId="790"/>
        <pc:sldMkLst>
          <pc:docMk/>
          <pc:sldMk cId="1696444179" sldId="399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1696444179" sldId="399"/>
            <ac:spMk id="2" creationId="{40E12C5C-823F-2698-2CD5-7E832C572AD5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1696444179" sldId="399"/>
            <ac:spMk id="3" creationId="{E48D6F1C-09C3-2E56-DFA0-4D729F5D96BF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1696444179" sldId="399"/>
            <ac:spMk id="4" creationId="{E29F69B6-4465-753C-03DB-CF86064C6B3D}"/>
          </ac:spMkLst>
        </pc:spChg>
      </pc:sldChg>
      <pc:sldChg chg="addSp delSp modSp add mod">
        <pc:chgData name="Norbey Muñoz" userId="b7e811e8891ccd42" providerId="LiveId" clId="{2482167B-ADD3-4E68-AB8B-ADE9CECE27D0}" dt="2026-05-13T12:42:43.501" v="542" actId="790"/>
        <pc:sldMkLst>
          <pc:docMk/>
          <pc:sldMk cId="2678876038" sldId="400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2678876038" sldId="400"/>
            <ac:spMk id="2" creationId="{600A67E2-B7B5-E489-5BEB-CA0FD2745E2D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2678876038" sldId="400"/>
            <ac:spMk id="70" creationId="{50545E2C-0C04-1606-C4BC-BC39801B3957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2678876038" sldId="400"/>
            <ac:spMk id="71" creationId="{D1DD7F45-673E-6F92-3D5E-FFAA8FDCBC43}"/>
          </ac:spMkLst>
        </pc:spChg>
        <pc:picChg chg="add mod">
          <ac:chgData name="Norbey Muñoz" userId="b7e811e8891ccd42" providerId="LiveId" clId="{2482167B-ADD3-4E68-AB8B-ADE9CECE27D0}" dt="2026-05-13T03:30:55.692" v="91" actId="1076"/>
          <ac:picMkLst>
            <pc:docMk/>
            <pc:sldMk cId="2678876038" sldId="400"/>
            <ac:picMk id="74" creationId="{191989CD-5973-F8CF-3F25-BD9531D01C0F}"/>
          </ac:picMkLst>
        </pc:picChg>
      </pc:sldChg>
      <pc:sldChg chg="addSp delSp modSp add mod">
        <pc:chgData name="Norbey Muñoz" userId="b7e811e8891ccd42" providerId="LiveId" clId="{2482167B-ADD3-4E68-AB8B-ADE9CECE27D0}" dt="2026-05-13T12:42:43.501" v="542" actId="790"/>
        <pc:sldMkLst>
          <pc:docMk/>
          <pc:sldMk cId="4282334687" sldId="401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4282334687" sldId="401"/>
            <ac:spMk id="2" creationId="{ED1633C4-CD86-8334-B27A-ACB5132D0E4E}"/>
          </ac:spMkLst>
        </pc:spChg>
        <pc:spChg chg="add mod">
          <ac:chgData name="Norbey Muñoz" userId="b7e811e8891ccd42" providerId="LiveId" clId="{2482167B-ADD3-4E68-AB8B-ADE9CECE27D0}" dt="2026-05-13T12:42:43.501" v="542" actId="790"/>
          <ac:spMkLst>
            <pc:docMk/>
            <pc:sldMk cId="4282334687" sldId="401"/>
            <ac:spMk id="7" creationId="{14B0E28D-2953-E89D-42E8-99D1131055EB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4282334687" sldId="401"/>
            <ac:spMk id="70" creationId="{F605555C-4FD7-1EF0-3261-4D257F6427E1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4282334687" sldId="401"/>
            <ac:spMk id="71" creationId="{A9A39A77-6271-8E41-F8C9-629568E2BD81}"/>
          </ac:spMkLst>
        </pc:spChg>
        <pc:picChg chg="add mod">
          <ac:chgData name="Norbey Muñoz" userId="b7e811e8891ccd42" providerId="LiveId" clId="{2482167B-ADD3-4E68-AB8B-ADE9CECE27D0}" dt="2026-05-13T03:32:18.111" v="105" actId="1076"/>
          <ac:picMkLst>
            <pc:docMk/>
            <pc:sldMk cId="4282334687" sldId="401"/>
            <ac:picMk id="3" creationId="{0E8269DD-B9CC-7837-146B-2E9A9D921DEE}"/>
          </ac:picMkLst>
        </pc:picChg>
        <pc:picChg chg="add mod">
          <ac:chgData name="Norbey Muñoz" userId="b7e811e8891ccd42" providerId="LiveId" clId="{2482167B-ADD3-4E68-AB8B-ADE9CECE27D0}" dt="2026-05-13T03:32:18.111" v="105" actId="1076"/>
          <ac:picMkLst>
            <pc:docMk/>
            <pc:sldMk cId="4282334687" sldId="401"/>
            <ac:picMk id="4" creationId="{FA3FF395-70E3-7E7C-02A6-79CB3EFB7E56}"/>
          </ac:picMkLst>
        </pc:picChg>
        <pc:picChg chg="add mod">
          <ac:chgData name="Norbey Muñoz" userId="b7e811e8891ccd42" providerId="LiveId" clId="{2482167B-ADD3-4E68-AB8B-ADE9CECE27D0}" dt="2026-05-13T03:32:18.111" v="105" actId="1076"/>
          <ac:picMkLst>
            <pc:docMk/>
            <pc:sldMk cId="4282334687" sldId="401"/>
            <ac:picMk id="5" creationId="{D69E289F-140C-6432-AE5A-121B52F9C4AE}"/>
          </ac:picMkLst>
        </pc:picChg>
      </pc:sldChg>
      <pc:sldChg chg="delSp modSp add mod ord">
        <pc:chgData name="Norbey Muñoz" userId="b7e811e8891ccd42" providerId="LiveId" clId="{2482167B-ADD3-4E68-AB8B-ADE9CECE27D0}" dt="2026-05-13T12:42:43.501" v="542" actId="790"/>
        <pc:sldMkLst>
          <pc:docMk/>
          <pc:sldMk cId="2476577652" sldId="402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2476577652" sldId="402"/>
            <ac:spMk id="2" creationId="{7D2C203E-ABA5-61FF-2933-28EF061C79D2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2476577652" sldId="402"/>
            <ac:spMk id="7" creationId="{8367912C-F6D7-3715-BDD9-3C0FA12B85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2476577652" sldId="402"/>
            <ac:spMk id="71" creationId="{ECD0CF7D-BF2C-4624-3278-71A3BBA9F493}"/>
          </ac:spMkLst>
        </pc:spChg>
      </pc:sldChg>
      <pc:sldChg chg="modSp add mod">
        <pc:chgData name="Norbey Muñoz" userId="b7e811e8891ccd42" providerId="LiveId" clId="{2482167B-ADD3-4E68-AB8B-ADE9CECE27D0}" dt="2026-05-13T12:42:43.501" v="542" actId="790"/>
        <pc:sldMkLst>
          <pc:docMk/>
          <pc:sldMk cId="2666321878" sldId="403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2666321878" sldId="403"/>
            <ac:spMk id="2" creationId="{36AE487A-D1BA-0AA3-32CB-B5656D5EF308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2666321878" sldId="403"/>
            <ac:spMk id="4" creationId="{EB794C0A-F53D-5A2E-0C7D-458CE5303D25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2666321878" sldId="403"/>
            <ac:spMk id="5" creationId="{0D1B3C80-6814-D240-774C-1386D207B8FE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2666321878" sldId="403"/>
            <ac:spMk id="7" creationId="{DB002829-BEEF-537F-021E-4A22ED919F86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2666321878" sldId="403"/>
            <ac:spMk id="8" creationId="{B1A346D6-F93C-0C6D-D728-44C205A8106D}"/>
          </ac:spMkLst>
        </pc:spChg>
      </pc:sldChg>
      <pc:sldChg chg="addSp delSp modSp add mod">
        <pc:chgData name="Norbey Muñoz" userId="b7e811e8891ccd42" providerId="LiveId" clId="{2482167B-ADD3-4E68-AB8B-ADE9CECE27D0}" dt="2026-05-13T12:44:14.470" v="617" actId="20577"/>
        <pc:sldMkLst>
          <pc:docMk/>
          <pc:sldMk cId="2966334708" sldId="404"/>
        </pc:sldMkLst>
        <pc:spChg chg="add mod">
          <ac:chgData name="Norbey Muñoz" userId="b7e811e8891ccd42" providerId="LiveId" clId="{2482167B-ADD3-4E68-AB8B-ADE9CECE27D0}" dt="2026-05-13T12:44:14.470" v="617" actId="20577"/>
          <ac:spMkLst>
            <pc:docMk/>
            <pc:sldMk cId="2966334708" sldId="404"/>
            <ac:spMk id="5" creationId="{7A8506E4-2778-C649-92EC-A0E3E108C282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2966334708" sldId="404"/>
            <ac:spMk id="499" creationId="{B37ECF1E-DC65-538E-1D60-CD8CA002082C}"/>
          </ac:spMkLst>
        </pc:spChg>
        <pc:picChg chg="add mod modCrop">
          <ac:chgData name="Norbey Muñoz" userId="b7e811e8891ccd42" providerId="LiveId" clId="{2482167B-ADD3-4E68-AB8B-ADE9CECE27D0}" dt="2026-05-13T12:36:39.513" v="468" actId="732"/>
          <ac:picMkLst>
            <pc:docMk/>
            <pc:sldMk cId="2966334708" sldId="404"/>
            <ac:picMk id="4" creationId="{5C8AA2F5-39D9-2301-59ED-B9AE6FE60B26}"/>
          </ac:picMkLst>
        </pc:picChg>
      </pc:sldChg>
      <pc:sldChg chg="add del">
        <pc:chgData name="Norbey Muñoz" userId="b7e811e8891ccd42" providerId="LiveId" clId="{2482167B-ADD3-4E68-AB8B-ADE9CECE27D0}" dt="2026-05-25T04:52:13.917" v="704" actId="2890"/>
        <pc:sldMkLst>
          <pc:docMk/>
          <pc:sldMk cId="438892156" sldId="405"/>
        </pc:sldMkLst>
      </pc:sldChg>
      <pc:sldChg chg="addSp delSp modSp add mod">
        <pc:chgData name="Norbey Muñoz" userId="b7e811e8891ccd42" providerId="LiveId" clId="{2482167B-ADD3-4E68-AB8B-ADE9CECE27D0}" dt="2026-05-25T04:53:38.307" v="719" actId="732"/>
        <pc:sldMkLst>
          <pc:docMk/>
          <pc:sldMk cId="1912301056" sldId="405"/>
        </pc:sldMkLst>
        <pc:spChg chg="del">
          <ac:chgData name="Norbey Muñoz" userId="b7e811e8891ccd42" providerId="LiveId" clId="{2482167B-ADD3-4E68-AB8B-ADE9CECE27D0}" dt="2026-05-25T04:52:47.574" v="712" actId="478"/>
          <ac:spMkLst>
            <pc:docMk/>
            <pc:sldMk cId="1912301056" sldId="405"/>
            <ac:spMk id="2" creationId="{4A5D9C16-F1C7-A626-D2B5-17E4BB2F599B}"/>
          </ac:spMkLst>
        </pc:spChg>
        <pc:spChg chg="mod">
          <ac:chgData name="Norbey Muñoz" userId="b7e811e8891ccd42" providerId="LiveId" clId="{2482167B-ADD3-4E68-AB8B-ADE9CECE27D0}" dt="2026-05-25T04:52:41.067" v="708" actId="20577"/>
          <ac:spMkLst>
            <pc:docMk/>
            <pc:sldMk cId="1912301056" sldId="405"/>
            <ac:spMk id="3" creationId="{6FA94377-1492-1DED-ED02-0A6B3B48E968}"/>
          </ac:spMkLst>
        </pc:spChg>
        <pc:spChg chg="del">
          <ac:chgData name="Norbey Muñoz" userId="b7e811e8891ccd42" providerId="LiveId" clId="{2482167B-ADD3-4E68-AB8B-ADE9CECE27D0}" dt="2026-05-25T04:52:45.643" v="711" actId="478"/>
          <ac:spMkLst>
            <pc:docMk/>
            <pc:sldMk cId="1912301056" sldId="405"/>
            <ac:spMk id="7" creationId="{25F36A65-5730-7C98-AFE5-390B343A2091}"/>
          </ac:spMkLst>
        </pc:spChg>
        <pc:grpChg chg="del">
          <ac:chgData name="Norbey Muñoz" userId="b7e811e8891ccd42" providerId="LiveId" clId="{2482167B-ADD3-4E68-AB8B-ADE9CECE27D0}" dt="2026-05-25T04:52:42.165" v="709" actId="478"/>
          <ac:grpSpMkLst>
            <pc:docMk/>
            <pc:sldMk cId="1912301056" sldId="405"/>
            <ac:grpSpMk id="4" creationId="{FDA8506C-8838-B9D1-7B90-0A774BCF838F}"/>
          </ac:grpSpMkLst>
        </pc:grpChg>
        <pc:grpChg chg="del">
          <ac:chgData name="Norbey Muñoz" userId="b7e811e8891ccd42" providerId="LiveId" clId="{2482167B-ADD3-4E68-AB8B-ADE9CECE27D0}" dt="2026-05-25T04:52:43.448" v="710" actId="478"/>
          <ac:grpSpMkLst>
            <pc:docMk/>
            <pc:sldMk cId="1912301056" sldId="405"/>
            <ac:grpSpMk id="8" creationId="{C56F963A-8B83-C7D0-AD53-44D0FB637BEF}"/>
          </ac:grpSpMkLst>
        </pc:grpChg>
        <pc:picChg chg="add mod modCrop">
          <ac:chgData name="Norbey Muñoz" userId="b7e811e8891ccd42" providerId="LiveId" clId="{2482167B-ADD3-4E68-AB8B-ADE9CECE27D0}" dt="2026-05-25T04:53:38.307" v="719" actId="732"/>
          <ac:picMkLst>
            <pc:docMk/>
            <pc:sldMk cId="1912301056" sldId="405"/>
            <ac:picMk id="12" creationId="{BD35C6C2-4CAA-DCDB-4848-1F1DCA320538}"/>
          </ac:picMkLst>
        </pc:picChg>
      </pc:sldChg>
      <pc:sldChg chg="delSp add del mod">
        <pc:chgData name="Norbey Muñoz" userId="b7e811e8891ccd42" providerId="LiveId" clId="{2482167B-ADD3-4E68-AB8B-ADE9CECE27D0}" dt="2026-05-25T04:53:28.264" v="718" actId="47"/>
        <pc:sldMkLst>
          <pc:docMk/>
          <pc:sldMk cId="1279904085" sldId="406"/>
        </pc:sldMkLst>
        <pc:picChg chg="del">
          <ac:chgData name="Norbey Muñoz" userId="b7e811e8891ccd42" providerId="LiveId" clId="{2482167B-ADD3-4E68-AB8B-ADE9CECE27D0}" dt="2026-05-25T04:53:18.168" v="717" actId="478"/>
          <ac:picMkLst>
            <pc:docMk/>
            <pc:sldMk cId="1279904085" sldId="406"/>
            <ac:picMk id="12" creationId="{4EF23D5C-9AEB-3450-0D78-9B459C54E630}"/>
          </ac:picMkLst>
        </pc:picChg>
      </pc:sldChg>
      <pc:sldChg chg="addSp delSp modSp add mod">
        <pc:chgData name="Norbey Muñoz" userId="b7e811e8891ccd42" providerId="LiveId" clId="{2482167B-ADD3-4E68-AB8B-ADE9CECE27D0}" dt="2026-05-25T04:55:17.845" v="724" actId="1076"/>
        <pc:sldMkLst>
          <pc:docMk/>
          <pc:sldMk cId="3209837296" sldId="406"/>
        </pc:sldMkLst>
        <pc:picChg chg="add mod">
          <ac:chgData name="Norbey Muñoz" userId="b7e811e8891ccd42" providerId="LiveId" clId="{2482167B-ADD3-4E68-AB8B-ADE9CECE27D0}" dt="2026-05-25T04:55:17.845" v="724" actId="1076"/>
          <ac:picMkLst>
            <pc:docMk/>
            <pc:sldMk cId="3209837296" sldId="406"/>
            <ac:picMk id="4" creationId="{9B0080A9-F075-55CD-2A87-73F1B9A9A92A}"/>
          </ac:picMkLst>
        </pc:picChg>
        <pc:picChg chg="del">
          <ac:chgData name="Norbey Muñoz" userId="b7e811e8891ccd42" providerId="LiveId" clId="{2482167B-ADD3-4E68-AB8B-ADE9CECE27D0}" dt="2026-05-25T04:55:10.307" v="721" actId="478"/>
          <ac:picMkLst>
            <pc:docMk/>
            <pc:sldMk cId="3209837296" sldId="406"/>
            <ac:picMk id="12" creationId="{DAC09846-E7B7-EECB-3E52-1E1B88A85AA7}"/>
          </ac:picMkLst>
        </pc:picChg>
      </pc:sldChg>
      <pc:sldChg chg="addSp delSp modSp add mod">
        <pc:chgData name="Norbey Muñoz" userId="b7e811e8891ccd42" providerId="LiveId" clId="{2482167B-ADD3-4E68-AB8B-ADE9CECE27D0}" dt="2026-05-25T13:14:50.035" v="729" actId="1076"/>
        <pc:sldMkLst>
          <pc:docMk/>
          <pc:sldMk cId="2259215915" sldId="407"/>
        </pc:sldMkLst>
        <pc:picChg chg="del">
          <ac:chgData name="Norbey Muñoz" userId="b7e811e8891ccd42" providerId="LiveId" clId="{2482167B-ADD3-4E68-AB8B-ADE9CECE27D0}" dt="2026-05-25T13:13:56.350" v="726" actId="478"/>
          <ac:picMkLst>
            <pc:docMk/>
            <pc:sldMk cId="2259215915" sldId="407"/>
            <ac:picMk id="4" creationId="{582CEC67-FEFC-F4A3-F647-45C2D5B4C771}"/>
          </ac:picMkLst>
        </pc:picChg>
        <pc:picChg chg="add mod">
          <ac:chgData name="Norbey Muñoz" userId="b7e811e8891ccd42" providerId="LiveId" clId="{2482167B-ADD3-4E68-AB8B-ADE9CECE27D0}" dt="2026-05-25T13:14:50.035" v="729" actId="1076"/>
          <ac:picMkLst>
            <pc:docMk/>
            <pc:sldMk cId="2259215915" sldId="407"/>
            <ac:picMk id="5" creationId="{565E8605-A819-8266-CD0F-02DC3B2A8DD4}"/>
          </ac:picMkLst>
        </pc:picChg>
      </pc:sldChg>
      <pc:sldChg chg="addSp delSp modSp add mod">
        <pc:chgData name="Norbey Muñoz" userId="b7e811e8891ccd42" providerId="LiveId" clId="{2482167B-ADD3-4E68-AB8B-ADE9CECE27D0}" dt="2026-05-25T13:15:41.852" v="746" actId="1076"/>
        <pc:sldMkLst>
          <pc:docMk/>
          <pc:sldMk cId="1708451651" sldId="408"/>
        </pc:sldMkLst>
        <pc:spChg chg="mod">
          <ac:chgData name="Norbey Muñoz" userId="b7e811e8891ccd42" providerId="LiveId" clId="{2482167B-ADD3-4E68-AB8B-ADE9CECE27D0}" dt="2026-05-25T13:15:29.398" v="741" actId="20577"/>
          <ac:spMkLst>
            <pc:docMk/>
            <pc:sldMk cId="1708451651" sldId="408"/>
            <ac:spMk id="3" creationId="{CFA9342F-79DD-699F-B2FE-77595311E94B}"/>
          </ac:spMkLst>
        </pc:spChg>
        <pc:picChg chg="add mod">
          <ac:chgData name="Norbey Muñoz" userId="b7e811e8891ccd42" providerId="LiveId" clId="{2482167B-ADD3-4E68-AB8B-ADE9CECE27D0}" dt="2026-05-25T13:15:41.852" v="746" actId="1076"/>
          <ac:picMkLst>
            <pc:docMk/>
            <pc:sldMk cId="1708451651" sldId="408"/>
            <ac:picMk id="4" creationId="{C50D7473-C4C6-9D10-654E-74514C95C69C}"/>
          </ac:picMkLst>
        </pc:picChg>
        <pc:picChg chg="del">
          <ac:chgData name="Norbey Muñoz" userId="b7e811e8891ccd42" providerId="LiveId" clId="{2482167B-ADD3-4E68-AB8B-ADE9CECE27D0}" dt="2026-05-25T13:15:24.238" v="731" actId="478"/>
          <ac:picMkLst>
            <pc:docMk/>
            <pc:sldMk cId="1708451651" sldId="408"/>
            <ac:picMk id="5" creationId="{93508A07-061C-2876-C012-8AEA1AFA949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3F6D21-FC69-4919-8181-B8BDC9F17A50}" type="datetimeFigureOut">
              <a:rPr lang="es-CO" smtClean="0"/>
              <a:t>25/05/2026</a:t>
            </a:fld>
            <a:endParaRPr lang="es-C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24E177-6D2D-4726-8E98-0D4D1379DC9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2708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ed683ec807_1_4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" name="Google Shape;1208;ged683ec807_1_4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1040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ed683ec807_1_4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" name="Google Shape;1208;ged683ec807_1_4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77318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b1c2217c3f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b1c2217c3f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7299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b1c2217c3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b1c2217c3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63127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>
          <a:extLst>
            <a:ext uri="{FF2B5EF4-FFF2-40B4-BE49-F238E27FC236}">
              <a16:creationId xmlns:a16="http://schemas.microsoft.com/office/drawing/2014/main" id="{0FB11BA5-14A0-EF3D-A29A-05F325755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b1c2217c3f_0_5:notes">
            <a:extLst>
              <a:ext uri="{FF2B5EF4-FFF2-40B4-BE49-F238E27FC236}">
                <a16:creationId xmlns:a16="http://schemas.microsoft.com/office/drawing/2014/main" id="{C78D8383-8A13-A77E-BD87-60963913C3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b1c2217c3f_0_5:notes">
            <a:extLst>
              <a:ext uri="{FF2B5EF4-FFF2-40B4-BE49-F238E27FC236}">
                <a16:creationId xmlns:a16="http://schemas.microsoft.com/office/drawing/2014/main" id="{1E7E57AB-6F61-3271-914F-19927CD486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5916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45614" y="532891"/>
            <a:ext cx="6859396" cy="5152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775F53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F53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F53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91336" y="2210536"/>
            <a:ext cx="4284980" cy="35693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80809" y="2212730"/>
            <a:ext cx="4923790" cy="43186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F53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1"/>
          <p:cNvGrpSpPr/>
          <p:nvPr/>
        </p:nvGrpSpPr>
        <p:grpSpPr>
          <a:xfrm>
            <a:off x="11" y="67"/>
            <a:ext cx="12194556" cy="6857933"/>
            <a:chOff x="8" y="50"/>
            <a:chExt cx="9145917" cy="5143450"/>
          </a:xfrm>
        </p:grpSpPr>
        <p:sp>
          <p:nvSpPr>
            <p:cNvPr id="101" name="Google Shape;101;p11"/>
            <p:cNvSpPr/>
            <p:nvPr/>
          </p:nvSpPr>
          <p:spPr>
            <a:xfrm rot="10800000">
              <a:off x="150" y="50"/>
              <a:ext cx="3101400" cy="1155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1"/>
            <p:cNvSpPr/>
            <p:nvPr/>
          </p:nvSpPr>
          <p:spPr>
            <a:xfrm>
              <a:off x="6166025" y="4090075"/>
              <a:ext cx="2979900" cy="1053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1"/>
            <p:cNvSpPr/>
            <p:nvPr/>
          </p:nvSpPr>
          <p:spPr>
            <a:xfrm rot="10800000" flipH="1">
              <a:off x="77" y="178472"/>
              <a:ext cx="897900" cy="64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1"/>
            <p:cNvSpPr/>
            <p:nvPr/>
          </p:nvSpPr>
          <p:spPr>
            <a:xfrm rot="10800000">
              <a:off x="5646927" y="4910650"/>
              <a:ext cx="1571700" cy="64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1"/>
            <p:cNvSpPr/>
            <p:nvPr/>
          </p:nvSpPr>
          <p:spPr>
            <a:xfrm rot="10800000">
              <a:off x="4541894" y="4419483"/>
              <a:ext cx="2674500" cy="64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1"/>
            <p:cNvSpPr/>
            <p:nvPr/>
          </p:nvSpPr>
          <p:spPr>
            <a:xfrm rot="10800000">
              <a:off x="6431591" y="4665050"/>
              <a:ext cx="1200600" cy="64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1"/>
            <p:cNvSpPr/>
            <p:nvPr/>
          </p:nvSpPr>
          <p:spPr>
            <a:xfrm rot="10800000" flipH="1">
              <a:off x="77" y="416725"/>
              <a:ext cx="464400" cy="64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>
              <a:off x="2017" y="4804200"/>
              <a:ext cx="1715700" cy="339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flipH="1">
              <a:off x="34" y="4910650"/>
              <a:ext cx="1278900" cy="64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8" y="4665075"/>
              <a:ext cx="713400" cy="64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1" name="Google Shape;111;p11"/>
            <p:cNvGrpSpPr/>
            <p:nvPr/>
          </p:nvGrpSpPr>
          <p:grpSpPr>
            <a:xfrm flipH="1">
              <a:off x="2021" y="178472"/>
              <a:ext cx="897900" cy="302453"/>
              <a:chOff x="8246106" y="178472"/>
              <a:chExt cx="897900" cy="302453"/>
            </a:xfrm>
          </p:grpSpPr>
          <p:sp>
            <p:nvSpPr>
              <p:cNvPr id="112" name="Google Shape;112;p11"/>
              <p:cNvSpPr/>
              <p:nvPr/>
            </p:nvSpPr>
            <p:spPr>
              <a:xfrm rot="10800000" flipH="1">
                <a:off x="8246106" y="178472"/>
                <a:ext cx="897900" cy="64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11"/>
              <p:cNvSpPr/>
              <p:nvPr/>
            </p:nvSpPr>
            <p:spPr>
              <a:xfrm rot="10800000" flipH="1">
                <a:off x="8679606" y="416725"/>
                <a:ext cx="464400" cy="64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4" name="Google Shape;114;p11"/>
          <p:cNvSpPr txBox="1">
            <a:spLocks noGrp="1"/>
          </p:cNvSpPr>
          <p:nvPr>
            <p:ph type="title" hasCustomPrompt="1"/>
          </p:nvPr>
        </p:nvSpPr>
        <p:spPr>
          <a:xfrm>
            <a:off x="1373467" y="1854584"/>
            <a:ext cx="9445200" cy="23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6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6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6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6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6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6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6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6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5" name="Google Shape;115;p11"/>
          <p:cNvSpPr txBox="1">
            <a:spLocks noGrp="1"/>
          </p:cNvSpPr>
          <p:nvPr>
            <p:ph type="body" idx="1"/>
          </p:nvPr>
        </p:nvSpPr>
        <p:spPr>
          <a:xfrm>
            <a:off x="3242933" y="4109317"/>
            <a:ext cx="5706000" cy="10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133"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42198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16"/>
          <p:cNvGrpSpPr/>
          <p:nvPr/>
        </p:nvGrpSpPr>
        <p:grpSpPr>
          <a:xfrm>
            <a:off x="101" y="-3299"/>
            <a:ext cx="12192033" cy="6861300"/>
            <a:chOff x="75" y="-2475"/>
            <a:chExt cx="9144025" cy="5145975"/>
          </a:xfrm>
        </p:grpSpPr>
        <p:sp>
          <p:nvSpPr>
            <p:cNvPr id="169" name="Google Shape;169;p16"/>
            <p:cNvSpPr/>
            <p:nvPr/>
          </p:nvSpPr>
          <p:spPr>
            <a:xfrm rot="10800000">
              <a:off x="75" y="4289400"/>
              <a:ext cx="3324000" cy="854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6"/>
            <p:cNvSpPr/>
            <p:nvPr/>
          </p:nvSpPr>
          <p:spPr>
            <a:xfrm rot="10800000">
              <a:off x="5820000" y="-2475"/>
              <a:ext cx="3324000" cy="539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6"/>
            <p:cNvSpPr/>
            <p:nvPr/>
          </p:nvSpPr>
          <p:spPr>
            <a:xfrm>
              <a:off x="8008000" y="507600"/>
              <a:ext cx="1136100" cy="64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6"/>
            <p:cNvSpPr/>
            <p:nvPr/>
          </p:nvSpPr>
          <p:spPr>
            <a:xfrm rot="10800000">
              <a:off x="2155025" y="4500053"/>
              <a:ext cx="818400" cy="64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6"/>
            <p:cNvSpPr/>
            <p:nvPr/>
          </p:nvSpPr>
          <p:spPr>
            <a:xfrm rot="10800000">
              <a:off x="2338375" y="4008875"/>
              <a:ext cx="896100" cy="64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6"/>
            <p:cNvSpPr/>
            <p:nvPr/>
          </p:nvSpPr>
          <p:spPr>
            <a:xfrm rot="10800000">
              <a:off x="2567050" y="4254450"/>
              <a:ext cx="1853700" cy="64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5" name="Google Shape;175;p16"/>
          <p:cNvSpPr txBox="1">
            <a:spLocks noGrp="1"/>
          </p:cNvSpPr>
          <p:nvPr>
            <p:ph type="title"/>
          </p:nvPr>
        </p:nvSpPr>
        <p:spPr>
          <a:xfrm>
            <a:off x="3316900" y="4003500"/>
            <a:ext cx="5558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667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6"/>
          <p:cNvSpPr txBox="1">
            <a:spLocks noGrp="1"/>
          </p:cNvSpPr>
          <p:nvPr>
            <p:ph type="title" idx="2"/>
          </p:nvPr>
        </p:nvSpPr>
        <p:spPr>
          <a:xfrm>
            <a:off x="2582000" y="2165400"/>
            <a:ext cx="7028400" cy="21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67" b="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18253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p13"/>
          <p:cNvGrpSpPr/>
          <p:nvPr/>
        </p:nvGrpSpPr>
        <p:grpSpPr>
          <a:xfrm>
            <a:off x="0" y="0"/>
            <a:ext cx="12192133" cy="6857800"/>
            <a:chOff x="0" y="0"/>
            <a:chExt cx="9144100" cy="5143350"/>
          </a:xfrm>
        </p:grpSpPr>
        <p:sp>
          <p:nvSpPr>
            <p:cNvPr id="119" name="Google Shape;119;p13"/>
            <p:cNvSpPr/>
            <p:nvPr/>
          </p:nvSpPr>
          <p:spPr>
            <a:xfrm>
              <a:off x="0" y="0"/>
              <a:ext cx="482400" cy="2020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8703400" y="4875750"/>
              <a:ext cx="440700" cy="267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 rot="10800000">
              <a:off x="233825" y="631123"/>
              <a:ext cx="898200" cy="60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3"/>
            <p:cNvSpPr/>
            <p:nvPr/>
          </p:nvSpPr>
          <p:spPr>
            <a:xfrm rot="10800000">
              <a:off x="76107" y="874967"/>
              <a:ext cx="365700" cy="64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3"/>
            <p:cNvSpPr/>
            <p:nvPr/>
          </p:nvSpPr>
          <p:spPr>
            <a:xfrm rot="10800000">
              <a:off x="158218" y="383789"/>
              <a:ext cx="400200" cy="64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3"/>
            <p:cNvSpPr/>
            <p:nvPr/>
          </p:nvSpPr>
          <p:spPr>
            <a:xfrm rot="10800000">
              <a:off x="8869898" y="4839525"/>
              <a:ext cx="274200" cy="64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3"/>
          <p:cNvSpPr txBox="1">
            <a:spLocks noGrp="1"/>
          </p:cNvSpPr>
          <p:nvPr>
            <p:ph type="title"/>
          </p:nvPr>
        </p:nvSpPr>
        <p:spPr>
          <a:xfrm>
            <a:off x="1011700" y="500161"/>
            <a:ext cx="10168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3"/>
          <p:cNvSpPr txBox="1">
            <a:spLocks noGrp="1"/>
          </p:cNvSpPr>
          <p:nvPr>
            <p:ph type="title" idx="2" hasCustomPrompt="1"/>
          </p:nvPr>
        </p:nvSpPr>
        <p:spPr>
          <a:xfrm>
            <a:off x="1945321" y="1621608"/>
            <a:ext cx="1377600" cy="70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5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 idx="3"/>
          </p:nvPr>
        </p:nvSpPr>
        <p:spPr>
          <a:xfrm>
            <a:off x="1960600" y="2244200"/>
            <a:ext cx="3999200" cy="7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title" idx="4"/>
          </p:nvPr>
        </p:nvSpPr>
        <p:spPr>
          <a:xfrm>
            <a:off x="1960600" y="2836116"/>
            <a:ext cx="34532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867" b="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867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867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867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867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867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867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867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867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title" idx="5" hasCustomPrompt="1"/>
          </p:nvPr>
        </p:nvSpPr>
        <p:spPr>
          <a:xfrm>
            <a:off x="6907821" y="1621608"/>
            <a:ext cx="1407600" cy="70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5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30" name="Google Shape;130;p13"/>
          <p:cNvSpPr txBox="1">
            <a:spLocks noGrp="1"/>
          </p:cNvSpPr>
          <p:nvPr>
            <p:ph type="title" idx="6"/>
          </p:nvPr>
        </p:nvSpPr>
        <p:spPr>
          <a:xfrm>
            <a:off x="6923100" y="2244200"/>
            <a:ext cx="3999200" cy="7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131" name="Google Shape;131;p13"/>
          <p:cNvSpPr txBox="1">
            <a:spLocks noGrp="1"/>
          </p:cNvSpPr>
          <p:nvPr>
            <p:ph type="title" idx="7"/>
          </p:nvPr>
        </p:nvSpPr>
        <p:spPr>
          <a:xfrm>
            <a:off x="6923100" y="2836116"/>
            <a:ext cx="34532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867" b="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867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867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867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867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867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867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867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867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32" name="Google Shape;132;p13"/>
          <p:cNvSpPr txBox="1">
            <a:spLocks noGrp="1"/>
          </p:cNvSpPr>
          <p:nvPr>
            <p:ph type="title" idx="8" hasCustomPrompt="1"/>
          </p:nvPr>
        </p:nvSpPr>
        <p:spPr>
          <a:xfrm>
            <a:off x="1945321" y="4061285"/>
            <a:ext cx="1377600" cy="70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5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33" name="Google Shape;133;p13"/>
          <p:cNvSpPr txBox="1">
            <a:spLocks noGrp="1"/>
          </p:cNvSpPr>
          <p:nvPr>
            <p:ph type="title" idx="9"/>
          </p:nvPr>
        </p:nvSpPr>
        <p:spPr>
          <a:xfrm>
            <a:off x="1960600" y="4683869"/>
            <a:ext cx="3999200" cy="7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title" idx="13"/>
          </p:nvPr>
        </p:nvSpPr>
        <p:spPr>
          <a:xfrm>
            <a:off x="1960600" y="5275795"/>
            <a:ext cx="34532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867" b="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867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867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867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867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867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867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867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867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title" idx="14" hasCustomPrompt="1"/>
          </p:nvPr>
        </p:nvSpPr>
        <p:spPr>
          <a:xfrm>
            <a:off x="6907821" y="4061285"/>
            <a:ext cx="1407600" cy="70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5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36" name="Google Shape;136;p13"/>
          <p:cNvSpPr txBox="1">
            <a:spLocks noGrp="1"/>
          </p:cNvSpPr>
          <p:nvPr>
            <p:ph type="title" idx="15"/>
          </p:nvPr>
        </p:nvSpPr>
        <p:spPr>
          <a:xfrm>
            <a:off x="6923100" y="4683869"/>
            <a:ext cx="3999200" cy="7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137" name="Google Shape;137;p13"/>
          <p:cNvSpPr txBox="1">
            <a:spLocks noGrp="1"/>
          </p:cNvSpPr>
          <p:nvPr>
            <p:ph type="title" idx="16"/>
          </p:nvPr>
        </p:nvSpPr>
        <p:spPr>
          <a:xfrm>
            <a:off x="6923100" y="5275795"/>
            <a:ext cx="34532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867" b="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867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867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867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867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867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867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867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867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43221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280160"/>
            <a:ext cx="711835" cy="228600"/>
          </a:xfrm>
          <a:custGeom>
            <a:avLst/>
            <a:gdLst/>
            <a:ahLst/>
            <a:cxnLst/>
            <a:rect l="l" t="t" r="r" b="b"/>
            <a:pathLst>
              <a:path w="711835" h="228600">
                <a:moveTo>
                  <a:pt x="711581" y="0"/>
                </a:moveTo>
                <a:lnTo>
                  <a:pt x="0" y="0"/>
                </a:lnTo>
                <a:lnTo>
                  <a:pt x="0" y="228600"/>
                </a:lnTo>
                <a:lnTo>
                  <a:pt x="711581" y="228600"/>
                </a:lnTo>
                <a:lnTo>
                  <a:pt x="711581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87908" y="1280160"/>
            <a:ext cx="11403965" cy="228600"/>
          </a:xfrm>
          <a:custGeom>
            <a:avLst/>
            <a:gdLst/>
            <a:ahLst/>
            <a:cxnLst/>
            <a:rect l="l" t="t" r="r" b="b"/>
            <a:pathLst>
              <a:path w="11403965" h="228600">
                <a:moveTo>
                  <a:pt x="11403584" y="0"/>
                </a:moveTo>
                <a:lnTo>
                  <a:pt x="0" y="0"/>
                </a:lnTo>
                <a:lnTo>
                  <a:pt x="0" y="228600"/>
                </a:lnTo>
                <a:lnTo>
                  <a:pt x="11403584" y="228600"/>
                </a:lnTo>
                <a:lnTo>
                  <a:pt x="11403584" y="0"/>
                </a:lnTo>
                <a:close/>
              </a:path>
            </a:pathLst>
          </a:custGeom>
          <a:solidFill>
            <a:srgbClr val="92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8904" y="229057"/>
            <a:ext cx="11734190" cy="1107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775F53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5299" y="1602105"/>
            <a:ext cx="10221595" cy="298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g"/><Relationship Id="rId3" Type="http://schemas.openxmlformats.org/officeDocument/2006/relationships/image" Target="../media/image36.jpg"/><Relationship Id="rId7" Type="http://schemas.openxmlformats.org/officeDocument/2006/relationships/image" Target="../media/image40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jpg"/><Relationship Id="rId5" Type="http://schemas.openxmlformats.org/officeDocument/2006/relationships/image" Target="../media/image38.jpg"/><Relationship Id="rId10" Type="http://schemas.openxmlformats.org/officeDocument/2006/relationships/image" Target="../media/image43.jpg"/><Relationship Id="rId4" Type="http://schemas.openxmlformats.org/officeDocument/2006/relationships/image" Target="../media/image37.jpg"/><Relationship Id="rId9" Type="http://schemas.openxmlformats.org/officeDocument/2006/relationships/image" Target="../media/image42.jp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g"/><Relationship Id="rId3" Type="http://schemas.openxmlformats.org/officeDocument/2006/relationships/image" Target="../media/image36.jpg"/><Relationship Id="rId7" Type="http://schemas.openxmlformats.org/officeDocument/2006/relationships/image" Target="../media/image40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jpg"/><Relationship Id="rId5" Type="http://schemas.openxmlformats.org/officeDocument/2006/relationships/image" Target="../media/image38.jpg"/><Relationship Id="rId4" Type="http://schemas.openxmlformats.org/officeDocument/2006/relationships/image" Target="../media/image37.jpg"/><Relationship Id="rId9" Type="http://schemas.openxmlformats.org/officeDocument/2006/relationships/image" Target="../media/image42.jp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80160"/>
            <a:ext cx="711835" cy="228600"/>
          </a:xfrm>
          <a:custGeom>
            <a:avLst/>
            <a:gdLst/>
            <a:ahLst/>
            <a:cxnLst/>
            <a:rect l="l" t="t" r="r" b="b"/>
            <a:pathLst>
              <a:path w="711835" h="228600">
                <a:moveTo>
                  <a:pt x="711581" y="0"/>
                </a:moveTo>
                <a:lnTo>
                  <a:pt x="0" y="0"/>
                </a:lnTo>
                <a:lnTo>
                  <a:pt x="0" y="228600"/>
                </a:lnTo>
                <a:lnTo>
                  <a:pt x="711581" y="228600"/>
                </a:lnTo>
                <a:lnTo>
                  <a:pt x="711581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3" name="object 3"/>
          <p:cNvSpPr/>
          <p:nvPr/>
        </p:nvSpPr>
        <p:spPr>
          <a:xfrm>
            <a:off x="787908" y="1280160"/>
            <a:ext cx="11403965" cy="228600"/>
          </a:xfrm>
          <a:custGeom>
            <a:avLst/>
            <a:gdLst/>
            <a:ahLst/>
            <a:cxnLst/>
            <a:rect l="l" t="t" r="r" b="b"/>
            <a:pathLst>
              <a:path w="11403965" h="228600">
                <a:moveTo>
                  <a:pt x="11403584" y="0"/>
                </a:moveTo>
                <a:lnTo>
                  <a:pt x="0" y="0"/>
                </a:lnTo>
                <a:lnTo>
                  <a:pt x="0" y="228600"/>
                </a:lnTo>
                <a:lnTo>
                  <a:pt x="11403584" y="228600"/>
                </a:lnTo>
                <a:lnTo>
                  <a:pt x="11403584" y="0"/>
                </a:lnTo>
                <a:close/>
              </a:path>
            </a:pathLst>
          </a:custGeom>
          <a:solidFill>
            <a:srgbClr val="92B6D2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237482" y="2895092"/>
            <a:ext cx="40265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CO" sz="4000" spc="-390" noProof="0" dirty="0">
                <a:solidFill>
                  <a:srgbClr val="000000"/>
                </a:solidFill>
              </a:rPr>
              <a:t>MINERÍA</a:t>
            </a:r>
            <a:r>
              <a:rPr lang="es-CO" sz="4000" spc="-360" noProof="0" dirty="0">
                <a:solidFill>
                  <a:srgbClr val="000000"/>
                </a:solidFill>
              </a:rPr>
              <a:t> </a:t>
            </a:r>
            <a:r>
              <a:rPr lang="es-CO" sz="4000" spc="-705" noProof="0" dirty="0">
                <a:solidFill>
                  <a:srgbClr val="000000"/>
                </a:solidFill>
              </a:rPr>
              <a:t>D</a:t>
            </a:r>
            <a:r>
              <a:rPr lang="es-CO" sz="4000" noProof="0" dirty="0">
                <a:solidFill>
                  <a:srgbClr val="000000"/>
                </a:solidFill>
              </a:rPr>
              <a:t>E</a:t>
            </a:r>
            <a:r>
              <a:rPr lang="es-CO" sz="4000" spc="-670" noProof="0" dirty="0">
                <a:solidFill>
                  <a:srgbClr val="000000"/>
                </a:solidFill>
              </a:rPr>
              <a:t> </a:t>
            </a:r>
            <a:r>
              <a:rPr lang="es-CO" sz="4000" spc="-535" noProof="0" dirty="0">
                <a:solidFill>
                  <a:srgbClr val="000000"/>
                </a:solidFill>
              </a:rPr>
              <a:t>DATOS</a:t>
            </a:r>
            <a:endParaRPr lang="es-CO" sz="40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427" rIns="0" bIns="0" rtlCol="0">
            <a:spAutoFit/>
          </a:bodyPr>
          <a:lstStyle/>
          <a:p>
            <a:pPr marL="629285">
              <a:lnSpc>
                <a:spcPct val="100000"/>
              </a:lnSpc>
              <a:spcBef>
                <a:spcPts val="105"/>
              </a:spcBef>
            </a:pPr>
            <a:r>
              <a:rPr lang="es-CO" spc="-290" noProof="0" dirty="0"/>
              <a:t>Introducción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3543" y="3212592"/>
            <a:ext cx="2932176" cy="29184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7556" y="2974720"/>
            <a:ext cx="63500" cy="1873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7556" y="4445634"/>
            <a:ext cx="63500" cy="1873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7556" y="5024754"/>
            <a:ext cx="63500" cy="18732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45921" y="1602105"/>
            <a:ext cx="10125075" cy="4121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 algn="just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lang="es-CO" sz="2900" spc="-254" noProof="0" dirty="0">
                <a:latin typeface="Microsoft Sans Serif"/>
                <a:cs typeface="Microsoft Sans Serif"/>
              </a:rPr>
              <a:t>Los</a:t>
            </a:r>
            <a:r>
              <a:rPr lang="es-CO" sz="2900" spc="-345" noProof="0" dirty="0">
                <a:latin typeface="Microsoft Sans Serif"/>
                <a:cs typeface="Microsoft Sans Serif"/>
              </a:rPr>
              <a:t> </a:t>
            </a:r>
            <a:r>
              <a:rPr lang="es-CO" sz="2900" spc="-195" noProof="0" dirty="0">
                <a:latin typeface="Microsoft Sans Serif"/>
                <a:cs typeface="Microsoft Sans Serif"/>
              </a:rPr>
              <a:t>avances</a:t>
            </a:r>
            <a:r>
              <a:rPr lang="es-CO" sz="2900" spc="-250" noProof="0" dirty="0">
                <a:latin typeface="Microsoft Sans Serif"/>
                <a:cs typeface="Microsoft Sans Serif"/>
              </a:rPr>
              <a:t> </a:t>
            </a:r>
            <a:r>
              <a:rPr lang="es-CO" sz="2900" spc="-180" noProof="0" dirty="0">
                <a:latin typeface="Microsoft Sans Serif"/>
                <a:cs typeface="Microsoft Sans Serif"/>
              </a:rPr>
              <a:t>tecnológicos</a:t>
            </a:r>
            <a:r>
              <a:rPr lang="es-CO" sz="2900" spc="-190" noProof="0" dirty="0">
                <a:latin typeface="Microsoft Sans Serif"/>
                <a:cs typeface="Microsoft Sans Serif"/>
              </a:rPr>
              <a:t> </a:t>
            </a:r>
            <a:r>
              <a:rPr lang="es-CO" sz="2900" spc="-200" noProof="0" dirty="0">
                <a:latin typeface="Microsoft Sans Serif"/>
                <a:cs typeface="Microsoft Sans Serif"/>
              </a:rPr>
              <a:t>hacen</a:t>
            </a:r>
            <a:r>
              <a:rPr lang="es-CO" sz="2900" spc="-190" noProof="0" dirty="0">
                <a:latin typeface="Microsoft Sans Serif"/>
                <a:cs typeface="Microsoft Sans Serif"/>
              </a:rPr>
              <a:t> </a:t>
            </a:r>
            <a:r>
              <a:rPr lang="es-CO" sz="2900" spc="-110" noProof="0" dirty="0">
                <a:latin typeface="Microsoft Sans Serif"/>
                <a:cs typeface="Microsoft Sans Serif"/>
              </a:rPr>
              <a:t>que </a:t>
            </a:r>
            <a:r>
              <a:rPr lang="es-CO" sz="2900" spc="-105" noProof="0" dirty="0">
                <a:latin typeface="Microsoft Sans Serif"/>
                <a:cs typeface="Microsoft Sans Serif"/>
              </a:rPr>
              <a:t>las</a:t>
            </a:r>
            <a:r>
              <a:rPr lang="es-CO" sz="2900" spc="-175" noProof="0" dirty="0">
                <a:latin typeface="Microsoft Sans Serif"/>
                <a:cs typeface="Microsoft Sans Serif"/>
              </a:rPr>
              <a:t> </a:t>
            </a:r>
            <a:r>
              <a:rPr lang="es-CO" sz="2900" b="1" spc="-204" noProof="0" dirty="0">
                <a:latin typeface="Arial"/>
                <a:cs typeface="Arial"/>
              </a:rPr>
              <a:t>capacidades</a:t>
            </a:r>
            <a:r>
              <a:rPr lang="es-CO" sz="2900" b="1" spc="-465" noProof="0" dirty="0">
                <a:latin typeface="Arial"/>
                <a:cs typeface="Arial"/>
              </a:rPr>
              <a:t> </a:t>
            </a:r>
            <a:r>
              <a:rPr lang="es-CO" sz="2900" b="1" spc="-140" noProof="0" dirty="0">
                <a:latin typeface="Arial"/>
                <a:cs typeface="Arial"/>
              </a:rPr>
              <a:t>para</a:t>
            </a:r>
            <a:r>
              <a:rPr lang="es-CO" sz="2900" b="1" spc="-90" noProof="0" dirty="0">
                <a:latin typeface="Arial"/>
                <a:cs typeface="Arial"/>
              </a:rPr>
              <a:t> </a:t>
            </a:r>
            <a:r>
              <a:rPr lang="es-CO" sz="2900" b="1" spc="-150" noProof="0" dirty="0">
                <a:latin typeface="Arial"/>
                <a:cs typeface="Arial"/>
              </a:rPr>
              <a:t>generar </a:t>
            </a:r>
            <a:r>
              <a:rPr lang="es-CO" sz="2900" b="1" noProof="0" dirty="0">
                <a:latin typeface="Arial"/>
                <a:cs typeface="Arial"/>
              </a:rPr>
              <a:t>y</a:t>
            </a:r>
            <a:r>
              <a:rPr lang="es-CO" sz="2900" b="1" spc="-95" noProof="0" dirty="0">
                <a:latin typeface="Arial"/>
                <a:cs typeface="Arial"/>
              </a:rPr>
              <a:t> </a:t>
            </a:r>
            <a:r>
              <a:rPr lang="es-CO" sz="2900" b="1" spc="-175" noProof="0" dirty="0">
                <a:latin typeface="Arial"/>
                <a:cs typeface="Arial"/>
              </a:rPr>
              <a:t>almacenar</a:t>
            </a:r>
            <a:r>
              <a:rPr lang="es-CO" sz="2900" b="1" spc="-320" noProof="0" dirty="0">
                <a:latin typeface="Arial"/>
                <a:cs typeface="Arial"/>
              </a:rPr>
              <a:t> </a:t>
            </a:r>
            <a:r>
              <a:rPr lang="es-CO" sz="2900" b="1" spc="-180" noProof="0" dirty="0">
                <a:latin typeface="Arial"/>
                <a:cs typeface="Arial"/>
              </a:rPr>
              <a:t>datos</a:t>
            </a:r>
            <a:r>
              <a:rPr lang="es-CO" sz="2900" b="1" spc="-305" noProof="0" dirty="0">
                <a:latin typeface="Arial"/>
                <a:cs typeface="Arial"/>
              </a:rPr>
              <a:t> </a:t>
            </a:r>
            <a:r>
              <a:rPr lang="es-CO" sz="2900" spc="-170" noProof="0" dirty="0">
                <a:latin typeface="Microsoft Sans Serif"/>
                <a:cs typeface="Microsoft Sans Serif"/>
              </a:rPr>
              <a:t>se</a:t>
            </a:r>
            <a:r>
              <a:rPr lang="es-CO" sz="2900" spc="-265" noProof="0" dirty="0">
                <a:latin typeface="Microsoft Sans Serif"/>
                <a:cs typeface="Microsoft Sans Serif"/>
              </a:rPr>
              <a:t> </a:t>
            </a:r>
            <a:r>
              <a:rPr lang="es-CO" sz="2900" spc="-210" noProof="0" dirty="0">
                <a:latin typeface="Microsoft Sans Serif"/>
                <a:cs typeface="Microsoft Sans Serif"/>
              </a:rPr>
              <a:t>incrementen</a:t>
            </a:r>
            <a:r>
              <a:rPr lang="es-CO" sz="2900" spc="-22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día</a:t>
            </a:r>
            <a:r>
              <a:rPr lang="es-CO" sz="2900" spc="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a</a:t>
            </a:r>
            <a:r>
              <a:rPr lang="es-CO" sz="2900" spc="45" noProof="0" dirty="0">
                <a:latin typeface="Microsoft Sans Serif"/>
                <a:cs typeface="Microsoft Sans Serif"/>
              </a:rPr>
              <a:t> </a:t>
            </a:r>
            <a:r>
              <a:rPr lang="es-CO" sz="2900" spc="-20" noProof="0" dirty="0">
                <a:latin typeface="Microsoft Sans Serif"/>
                <a:cs typeface="Microsoft Sans Serif"/>
              </a:rPr>
              <a:t>día.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523240" algn="just">
              <a:lnSpc>
                <a:spcPct val="100000"/>
              </a:lnSpc>
              <a:spcBef>
                <a:spcPts val="2415"/>
              </a:spcBef>
            </a:pPr>
            <a:r>
              <a:rPr lang="es-CO" sz="2800" spc="-155" noProof="0" dirty="0">
                <a:latin typeface="Microsoft Sans Serif"/>
                <a:cs typeface="Microsoft Sans Serif"/>
              </a:rPr>
              <a:t>Automatización</a:t>
            </a:r>
            <a:r>
              <a:rPr lang="es-CO" sz="2800" spc="-295" noProof="0" dirty="0">
                <a:latin typeface="Microsoft Sans Serif"/>
                <a:cs typeface="Microsoft Sans Serif"/>
              </a:rPr>
              <a:t> </a:t>
            </a:r>
            <a:r>
              <a:rPr lang="es-CO" sz="2800" noProof="0" dirty="0">
                <a:latin typeface="Microsoft Sans Serif"/>
                <a:cs typeface="Microsoft Sans Serif"/>
              </a:rPr>
              <a:t>de</a:t>
            </a:r>
            <a:r>
              <a:rPr lang="es-CO" sz="2800" spc="-170" noProof="0" dirty="0">
                <a:latin typeface="Microsoft Sans Serif"/>
                <a:cs typeface="Microsoft Sans Serif"/>
              </a:rPr>
              <a:t> </a:t>
            </a:r>
            <a:r>
              <a:rPr lang="es-CO" sz="2800" spc="-60" noProof="0" dirty="0">
                <a:latin typeface="Microsoft Sans Serif"/>
                <a:cs typeface="Microsoft Sans Serif"/>
              </a:rPr>
              <a:t>todo</a:t>
            </a:r>
            <a:r>
              <a:rPr lang="es-CO" sz="2800" spc="-130" noProof="0" dirty="0">
                <a:latin typeface="Microsoft Sans Serif"/>
                <a:cs typeface="Microsoft Sans Serif"/>
              </a:rPr>
              <a:t> </a:t>
            </a:r>
            <a:r>
              <a:rPr lang="es-CO" sz="2800" spc="-10" noProof="0" dirty="0">
                <a:latin typeface="Microsoft Sans Serif"/>
                <a:cs typeface="Microsoft Sans Serif"/>
              </a:rPr>
              <a:t>tipo</a:t>
            </a:r>
            <a:r>
              <a:rPr lang="es-CO" sz="2800" spc="-20" noProof="0" dirty="0">
                <a:latin typeface="Microsoft Sans Serif"/>
                <a:cs typeface="Microsoft Sans Serif"/>
              </a:rPr>
              <a:t> </a:t>
            </a:r>
            <a:r>
              <a:rPr lang="es-CO" sz="2800" noProof="0" dirty="0">
                <a:latin typeface="Microsoft Sans Serif"/>
                <a:cs typeface="Microsoft Sans Serif"/>
              </a:rPr>
              <a:t>de</a:t>
            </a:r>
            <a:r>
              <a:rPr lang="es-CO" sz="2800" spc="-140" noProof="0" dirty="0">
                <a:latin typeface="Microsoft Sans Serif"/>
                <a:cs typeface="Microsoft Sans Serif"/>
              </a:rPr>
              <a:t> </a:t>
            </a:r>
            <a:r>
              <a:rPr lang="es-CO" sz="2800" spc="-95" noProof="0" dirty="0">
                <a:latin typeface="Microsoft Sans Serif"/>
                <a:cs typeface="Microsoft Sans Serif"/>
              </a:rPr>
              <a:t>transacciones</a:t>
            </a:r>
            <a:endParaRPr lang="es-CO" sz="2800" noProof="0" dirty="0">
              <a:latin typeface="Microsoft Sans Serif"/>
              <a:cs typeface="Microsoft Sans Serif"/>
            </a:endParaRPr>
          </a:p>
          <a:p>
            <a:pPr marL="927100" marR="3465195" lvl="1" indent="-228600" algn="just">
              <a:lnSpc>
                <a:spcPct val="100000"/>
              </a:lnSpc>
              <a:spcBef>
                <a:spcPts val="300"/>
              </a:spcBef>
              <a:buClr>
                <a:srgbClr val="DD8046"/>
              </a:buClr>
              <a:buSzPct val="75000"/>
              <a:buFont typeface="Wingdings"/>
              <a:buChar char=""/>
              <a:tabLst>
                <a:tab pos="927100" algn="l"/>
              </a:tabLst>
            </a:pPr>
            <a:r>
              <a:rPr lang="es-CO" sz="2800" spc="-204" noProof="0" dirty="0">
                <a:latin typeface="Microsoft Sans Serif"/>
                <a:cs typeface="Microsoft Sans Serif"/>
              </a:rPr>
              <a:t>Comerciales,</a:t>
            </a:r>
            <a:r>
              <a:rPr lang="es-CO" sz="2800" spc="-250" noProof="0" dirty="0">
                <a:latin typeface="Microsoft Sans Serif"/>
                <a:cs typeface="Microsoft Sans Serif"/>
              </a:rPr>
              <a:t> </a:t>
            </a:r>
            <a:r>
              <a:rPr lang="es-CO" sz="2800" spc="-200" noProof="0" dirty="0">
                <a:latin typeface="Microsoft Sans Serif"/>
                <a:cs typeface="Microsoft Sans Serif"/>
              </a:rPr>
              <a:t>negocios,</a:t>
            </a:r>
            <a:r>
              <a:rPr lang="es-CO" sz="2800" spc="-350" noProof="0" dirty="0">
                <a:latin typeface="Microsoft Sans Serif"/>
                <a:cs typeface="Microsoft Sans Serif"/>
              </a:rPr>
              <a:t> </a:t>
            </a:r>
            <a:r>
              <a:rPr lang="es-CO" sz="2800" spc="-165" noProof="0" dirty="0">
                <a:latin typeface="Microsoft Sans Serif"/>
                <a:cs typeface="Microsoft Sans Serif"/>
              </a:rPr>
              <a:t>gubernamentales, </a:t>
            </a:r>
            <a:r>
              <a:rPr lang="es-CO" sz="2800" spc="-65" noProof="0" dirty="0">
                <a:latin typeface="Microsoft Sans Serif"/>
                <a:cs typeface="Microsoft Sans Serif"/>
              </a:rPr>
              <a:t>científicas.</a:t>
            </a:r>
            <a:endParaRPr lang="es-CO" sz="2800" noProof="0" dirty="0">
              <a:latin typeface="Microsoft Sans Serif"/>
              <a:cs typeface="Microsoft Sans Serif"/>
            </a:endParaRPr>
          </a:p>
          <a:p>
            <a:pPr marL="559435" algn="just">
              <a:lnSpc>
                <a:spcPct val="100000"/>
              </a:lnSpc>
              <a:spcBef>
                <a:spcPts val="1205"/>
              </a:spcBef>
            </a:pPr>
            <a:r>
              <a:rPr lang="es-CO" sz="2800" spc="-245" noProof="0" dirty="0">
                <a:latin typeface="Microsoft Sans Serif"/>
                <a:cs typeface="Microsoft Sans Serif"/>
              </a:rPr>
              <a:t>Avances</a:t>
            </a:r>
            <a:r>
              <a:rPr lang="es-CO" sz="2800" spc="-200" noProof="0" dirty="0">
                <a:latin typeface="Microsoft Sans Serif"/>
                <a:cs typeface="Microsoft Sans Serif"/>
              </a:rPr>
              <a:t> </a:t>
            </a:r>
            <a:r>
              <a:rPr lang="es-CO" sz="2800" spc="-145" noProof="0" dirty="0">
                <a:latin typeface="Microsoft Sans Serif"/>
                <a:cs typeface="Microsoft Sans Serif"/>
              </a:rPr>
              <a:t>en</a:t>
            </a:r>
            <a:r>
              <a:rPr lang="es-CO" sz="2800" spc="-190" noProof="0" dirty="0">
                <a:latin typeface="Microsoft Sans Serif"/>
                <a:cs typeface="Microsoft Sans Serif"/>
              </a:rPr>
              <a:t> </a:t>
            </a:r>
            <a:r>
              <a:rPr lang="es-CO" sz="2800" noProof="0" dirty="0">
                <a:latin typeface="Microsoft Sans Serif"/>
                <a:cs typeface="Microsoft Sans Serif"/>
              </a:rPr>
              <a:t>la</a:t>
            </a:r>
            <a:r>
              <a:rPr lang="es-CO" sz="2800" spc="25" noProof="0" dirty="0">
                <a:latin typeface="Microsoft Sans Serif"/>
                <a:cs typeface="Microsoft Sans Serif"/>
              </a:rPr>
              <a:t> </a:t>
            </a:r>
            <a:r>
              <a:rPr lang="es-CO" sz="2800" spc="-140" noProof="0" dirty="0">
                <a:latin typeface="Microsoft Sans Serif"/>
                <a:cs typeface="Microsoft Sans Serif"/>
              </a:rPr>
              <a:t>recopilación</a:t>
            </a:r>
            <a:r>
              <a:rPr lang="es-CO" sz="2800" spc="-45" noProof="0" dirty="0">
                <a:latin typeface="Microsoft Sans Serif"/>
                <a:cs typeface="Microsoft Sans Serif"/>
              </a:rPr>
              <a:t> </a:t>
            </a:r>
            <a:r>
              <a:rPr lang="es-CO" sz="2800" noProof="0" dirty="0">
                <a:latin typeface="Microsoft Sans Serif"/>
                <a:cs typeface="Microsoft Sans Serif"/>
              </a:rPr>
              <a:t>de</a:t>
            </a:r>
            <a:r>
              <a:rPr lang="es-CO" sz="2800" spc="-45" noProof="0" dirty="0">
                <a:latin typeface="Microsoft Sans Serif"/>
                <a:cs typeface="Microsoft Sans Serif"/>
              </a:rPr>
              <a:t> </a:t>
            </a:r>
            <a:r>
              <a:rPr lang="es-CO" sz="2800" spc="-125" noProof="0" dirty="0">
                <a:latin typeface="Microsoft Sans Serif"/>
                <a:cs typeface="Microsoft Sans Serif"/>
              </a:rPr>
              <a:t>datos</a:t>
            </a:r>
            <a:r>
              <a:rPr lang="es-CO" sz="2800" spc="-90" noProof="0" dirty="0">
                <a:latin typeface="Microsoft Sans Serif"/>
                <a:cs typeface="Microsoft Sans Serif"/>
              </a:rPr>
              <a:t> </a:t>
            </a:r>
            <a:r>
              <a:rPr lang="es-CO" sz="2800" spc="-85" noProof="0" dirty="0">
                <a:latin typeface="Microsoft Sans Serif"/>
                <a:cs typeface="Microsoft Sans Serif"/>
              </a:rPr>
              <a:t>(Lectores)</a:t>
            </a:r>
            <a:endParaRPr lang="es-CO" sz="2800" noProof="0" dirty="0">
              <a:latin typeface="Microsoft Sans Serif"/>
              <a:cs typeface="Microsoft Sans Serif"/>
            </a:endParaRPr>
          </a:p>
          <a:p>
            <a:pPr marL="652780" marR="2908935" indent="-93345" algn="just">
              <a:lnSpc>
                <a:spcPct val="100000"/>
              </a:lnSpc>
              <a:spcBef>
                <a:spcPts val="1200"/>
              </a:spcBef>
            </a:pPr>
            <a:r>
              <a:rPr lang="es-CO" sz="2800" spc="-85" noProof="0" dirty="0">
                <a:latin typeface="Microsoft Sans Serif"/>
                <a:cs typeface="Microsoft Sans Serif"/>
              </a:rPr>
              <a:t>Mejora</a:t>
            </a:r>
            <a:r>
              <a:rPr lang="es-CO" sz="2800" spc="-70" noProof="0" dirty="0">
                <a:latin typeface="Microsoft Sans Serif"/>
                <a:cs typeface="Microsoft Sans Serif"/>
              </a:rPr>
              <a:t> </a:t>
            </a:r>
            <a:r>
              <a:rPr lang="es-CO" sz="2800" spc="-150" noProof="0" dirty="0">
                <a:latin typeface="Microsoft Sans Serif"/>
                <a:cs typeface="Microsoft Sans Serif"/>
              </a:rPr>
              <a:t>en</a:t>
            </a:r>
            <a:r>
              <a:rPr lang="es-CO" sz="2800" spc="-210" noProof="0" dirty="0">
                <a:latin typeface="Microsoft Sans Serif"/>
                <a:cs typeface="Microsoft Sans Serif"/>
              </a:rPr>
              <a:t> </a:t>
            </a:r>
            <a:r>
              <a:rPr lang="es-CO" sz="2800" noProof="0" dirty="0">
                <a:latin typeface="Microsoft Sans Serif"/>
                <a:cs typeface="Microsoft Sans Serif"/>
              </a:rPr>
              <a:t>la</a:t>
            </a:r>
            <a:r>
              <a:rPr lang="es-CO" sz="2800" spc="15" noProof="0" dirty="0">
                <a:latin typeface="Microsoft Sans Serif"/>
                <a:cs typeface="Microsoft Sans Serif"/>
              </a:rPr>
              <a:t> </a:t>
            </a:r>
            <a:r>
              <a:rPr lang="es-CO" sz="2800" spc="-135" noProof="0" dirty="0">
                <a:latin typeface="Microsoft Sans Serif"/>
                <a:cs typeface="Microsoft Sans Serif"/>
              </a:rPr>
              <a:t>relación</a:t>
            </a:r>
            <a:r>
              <a:rPr lang="es-CO" sz="2800" spc="-105" noProof="0" dirty="0">
                <a:latin typeface="Microsoft Sans Serif"/>
                <a:cs typeface="Microsoft Sans Serif"/>
              </a:rPr>
              <a:t> </a:t>
            </a:r>
            <a:r>
              <a:rPr lang="es-CO" sz="2800" spc="-100" noProof="0" dirty="0">
                <a:latin typeface="Microsoft Sans Serif"/>
                <a:cs typeface="Microsoft Sans Serif"/>
              </a:rPr>
              <a:t>precio-</a:t>
            </a:r>
            <a:r>
              <a:rPr lang="es-CO" sz="2800" spc="-95" noProof="0" dirty="0">
                <a:latin typeface="Microsoft Sans Serif"/>
                <a:cs typeface="Microsoft Sans Serif"/>
              </a:rPr>
              <a:t>capacidad</a:t>
            </a:r>
            <a:r>
              <a:rPr lang="es-CO" sz="2800" spc="-75" noProof="0" dirty="0">
                <a:latin typeface="Microsoft Sans Serif"/>
                <a:cs typeface="Microsoft Sans Serif"/>
              </a:rPr>
              <a:t> </a:t>
            </a:r>
            <a:r>
              <a:rPr lang="es-CO" sz="2800" noProof="0" dirty="0">
                <a:latin typeface="Microsoft Sans Serif"/>
                <a:cs typeface="Microsoft Sans Serif"/>
              </a:rPr>
              <a:t>de</a:t>
            </a:r>
            <a:r>
              <a:rPr lang="es-CO" sz="2800" spc="-70" noProof="0" dirty="0">
                <a:latin typeface="Microsoft Sans Serif"/>
                <a:cs typeface="Microsoft Sans Serif"/>
              </a:rPr>
              <a:t> </a:t>
            </a:r>
            <a:r>
              <a:rPr lang="es-CO" sz="2800" spc="-60" noProof="0" dirty="0">
                <a:latin typeface="Microsoft Sans Serif"/>
                <a:cs typeface="Microsoft Sans Serif"/>
              </a:rPr>
              <a:t>los </a:t>
            </a:r>
            <a:r>
              <a:rPr lang="es-CO" sz="2800" spc="-180" noProof="0" dirty="0">
                <a:latin typeface="Microsoft Sans Serif"/>
                <a:cs typeface="Microsoft Sans Serif"/>
              </a:rPr>
              <a:t>dispositivos</a:t>
            </a:r>
            <a:r>
              <a:rPr lang="es-CO" sz="2800" spc="-75" noProof="0" dirty="0">
                <a:latin typeface="Microsoft Sans Serif"/>
                <a:cs typeface="Microsoft Sans Serif"/>
              </a:rPr>
              <a:t> </a:t>
            </a:r>
            <a:r>
              <a:rPr lang="es-CO" sz="2800" noProof="0" dirty="0">
                <a:latin typeface="Microsoft Sans Serif"/>
                <a:cs typeface="Microsoft Sans Serif"/>
              </a:rPr>
              <a:t>de</a:t>
            </a:r>
            <a:r>
              <a:rPr lang="es-CO" sz="2800" spc="-75" noProof="0" dirty="0">
                <a:latin typeface="Microsoft Sans Serif"/>
                <a:cs typeface="Microsoft Sans Serif"/>
              </a:rPr>
              <a:t> </a:t>
            </a:r>
            <a:r>
              <a:rPr lang="es-CO" sz="2800" spc="-180" noProof="0" dirty="0">
                <a:latin typeface="Microsoft Sans Serif"/>
                <a:cs typeface="Microsoft Sans Serif"/>
              </a:rPr>
              <a:t>almacenamiento</a:t>
            </a:r>
            <a:r>
              <a:rPr lang="es-CO" sz="2800" spc="-125" noProof="0" dirty="0">
                <a:latin typeface="Microsoft Sans Serif"/>
                <a:cs typeface="Microsoft Sans Serif"/>
              </a:rPr>
              <a:t> </a:t>
            </a:r>
            <a:r>
              <a:rPr lang="es-CO" sz="2800" spc="-40" noProof="0" dirty="0">
                <a:latin typeface="Microsoft Sans Serif"/>
                <a:cs typeface="Microsoft Sans Serif"/>
              </a:rPr>
              <a:t>masivo.</a:t>
            </a:r>
            <a:endParaRPr lang="es-CO" sz="2800" noProof="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80160"/>
            <a:ext cx="711835" cy="228600"/>
          </a:xfrm>
          <a:custGeom>
            <a:avLst/>
            <a:gdLst/>
            <a:ahLst/>
            <a:cxnLst/>
            <a:rect l="l" t="t" r="r" b="b"/>
            <a:pathLst>
              <a:path w="711835" h="228600">
                <a:moveTo>
                  <a:pt x="711581" y="0"/>
                </a:moveTo>
                <a:lnTo>
                  <a:pt x="0" y="0"/>
                </a:lnTo>
                <a:lnTo>
                  <a:pt x="0" y="228600"/>
                </a:lnTo>
                <a:lnTo>
                  <a:pt x="711581" y="228600"/>
                </a:lnTo>
                <a:lnTo>
                  <a:pt x="711581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3" name="object 3"/>
          <p:cNvSpPr/>
          <p:nvPr/>
        </p:nvSpPr>
        <p:spPr>
          <a:xfrm>
            <a:off x="787908" y="1280160"/>
            <a:ext cx="11403965" cy="228600"/>
          </a:xfrm>
          <a:custGeom>
            <a:avLst/>
            <a:gdLst/>
            <a:ahLst/>
            <a:cxnLst/>
            <a:rect l="l" t="t" r="r" b="b"/>
            <a:pathLst>
              <a:path w="11403965" h="228600">
                <a:moveTo>
                  <a:pt x="11403584" y="0"/>
                </a:moveTo>
                <a:lnTo>
                  <a:pt x="0" y="0"/>
                </a:lnTo>
                <a:lnTo>
                  <a:pt x="0" y="228600"/>
                </a:lnTo>
                <a:lnTo>
                  <a:pt x="11403584" y="228600"/>
                </a:lnTo>
                <a:lnTo>
                  <a:pt x="11403584" y="0"/>
                </a:lnTo>
                <a:close/>
              </a:path>
            </a:pathLst>
          </a:custGeom>
          <a:solidFill>
            <a:srgbClr val="92B6D2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28904" y="229057"/>
            <a:ext cx="11734190" cy="792653"/>
          </a:xfrm>
          <a:prstGeom prst="rect">
            <a:avLst/>
          </a:prstGeom>
        </p:spPr>
        <p:txBody>
          <a:bodyPr vert="horz" wrap="square" lIns="0" tIns="114427" rIns="0" bIns="0" rtlCol="0">
            <a:spAutoFit/>
          </a:bodyPr>
          <a:lstStyle/>
          <a:p>
            <a:pPr marL="678815">
              <a:lnSpc>
                <a:spcPct val="100000"/>
              </a:lnSpc>
              <a:spcBef>
                <a:spcPts val="105"/>
              </a:spcBef>
            </a:pPr>
            <a:r>
              <a:rPr lang="es-CO" spc="-320" noProof="0" dirty="0"/>
              <a:t>¿Cómo</a:t>
            </a:r>
            <a:r>
              <a:rPr lang="es-CO" spc="-459" noProof="0" dirty="0"/>
              <a:t> </a:t>
            </a:r>
            <a:r>
              <a:rPr lang="es-CO" spc="-240" noProof="0" dirty="0"/>
              <a:t>se</a:t>
            </a:r>
            <a:r>
              <a:rPr lang="es-CO" spc="-475" noProof="0" dirty="0"/>
              <a:t> </a:t>
            </a:r>
            <a:r>
              <a:rPr lang="es-CO" spc="-165" noProof="0" dirty="0"/>
              <a:t>originan</a:t>
            </a:r>
            <a:r>
              <a:rPr lang="es-CO" spc="-90" noProof="0" dirty="0"/>
              <a:t> </a:t>
            </a:r>
            <a:r>
              <a:rPr lang="es-CO" spc="-225" noProof="0" dirty="0"/>
              <a:t>los</a:t>
            </a:r>
            <a:r>
              <a:rPr lang="es-CO" spc="-340" noProof="0" dirty="0"/>
              <a:t> </a:t>
            </a:r>
            <a:r>
              <a:rPr lang="es-CO" spc="-25" noProof="0" dirty="0"/>
              <a:t>da</a:t>
            </a:r>
            <a:r>
              <a:rPr lang="es-CO" spc="-30" noProof="0" dirty="0"/>
              <a:t>t</a:t>
            </a:r>
            <a:r>
              <a:rPr lang="es-CO" spc="-565" noProof="0" dirty="0"/>
              <a:t>o</a:t>
            </a:r>
            <a:r>
              <a:rPr lang="es-CO" spc="-560" noProof="0" dirty="0"/>
              <a:t>s</a:t>
            </a:r>
            <a:r>
              <a:rPr lang="es-CO" spc="15" noProof="0" dirty="0"/>
              <a:t>?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825995" y="2636520"/>
            <a:ext cx="4579620" cy="3552825"/>
            <a:chOff x="6825995" y="2636520"/>
            <a:chExt cx="4579620" cy="355282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5995" y="2636520"/>
              <a:ext cx="4579620" cy="222961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48243" y="4879848"/>
              <a:ext cx="2586228" cy="1309115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1687" y="1915667"/>
            <a:ext cx="5539740" cy="269747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778573" y="4747069"/>
            <a:ext cx="5236845" cy="1673860"/>
            <a:chOff x="778573" y="4747069"/>
            <a:chExt cx="5236845" cy="167386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7908" y="4756404"/>
              <a:ext cx="3430524" cy="11049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83336" y="4751832"/>
              <a:ext cx="3439795" cy="1114425"/>
            </a:xfrm>
            <a:custGeom>
              <a:avLst/>
              <a:gdLst/>
              <a:ahLst/>
              <a:cxnLst/>
              <a:rect l="l" t="t" r="r" b="b"/>
              <a:pathLst>
                <a:path w="3439795" h="1114425">
                  <a:moveTo>
                    <a:pt x="0" y="1114044"/>
                  </a:moveTo>
                  <a:lnTo>
                    <a:pt x="3439287" y="1114044"/>
                  </a:lnTo>
                  <a:lnTo>
                    <a:pt x="3439287" y="0"/>
                  </a:lnTo>
                  <a:lnTo>
                    <a:pt x="0" y="0"/>
                  </a:lnTo>
                  <a:lnTo>
                    <a:pt x="0" y="111404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63568" y="4887468"/>
              <a:ext cx="1842515" cy="15240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158995" y="4882896"/>
              <a:ext cx="1851660" cy="1533525"/>
            </a:xfrm>
            <a:custGeom>
              <a:avLst/>
              <a:gdLst/>
              <a:ahLst/>
              <a:cxnLst/>
              <a:rect l="l" t="t" r="r" b="b"/>
              <a:pathLst>
                <a:path w="1851660" h="1533525">
                  <a:moveTo>
                    <a:pt x="0" y="1533143"/>
                  </a:moveTo>
                  <a:lnTo>
                    <a:pt x="1851405" y="1533143"/>
                  </a:lnTo>
                  <a:lnTo>
                    <a:pt x="1851405" y="0"/>
                  </a:lnTo>
                  <a:lnTo>
                    <a:pt x="0" y="0"/>
                  </a:lnTo>
                  <a:lnTo>
                    <a:pt x="0" y="153314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75"/>
          <p:cNvSpPr txBox="1">
            <a:spLocks noGrp="1"/>
          </p:cNvSpPr>
          <p:nvPr>
            <p:ph type="title"/>
          </p:nvPr>
        </p:nvSpPr>
        <p:spPr>
          <a:xfrm>
            <a:off x="1373467" y="1854584"/>
            <a:ext cx="9445200" cy="157441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rtl="0"/>
            <a:r>
              <a:rPr lang="es-CO" sz="8800" noProof="0" dirty="0"/>
              <a:t>El dato</a:t>
            </a:r>
          </a:p>
        </p:txBody>
      </p:sp>
      <p:sp>
        <p:nvSpPr>
          <p:cNvPr id="1211" name="Google Shape;1211;p75"/>
          <p:cNvSpPr txBox="1">
            <a:spLocks noGrp="1"/>
          </p:cNvSpPr>
          <p:nvPr>
            <p:ph type="body" idx="1"/>
          </p:nvPr>
        </p:nvSpPr>
        <p:spPr>
          <a:xfrm>
            <a:off x="3243000" y="3766842"/>
            <a:ext cx="5706000" cy="149319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rtl="0">
              <a:buNone/>
            </a:pPr>
            <a:r>
              <a:rPr lang="es-CO" noProof="0" dirty="0"/>
              <a:t>Es el alimento, el petróleo, la unidad básica. </a:t>
            </a:r>
          </a:p>
          <a:p>
            <a:pPr marL="0" indent="0" rtl="0">
              <a:buNone/>
            </a:pPr>
            <a:endParaRPr lang="es-CO" noProof="0" dirty="0"/>
          </a:p>
          <a:p>
            <a:pPr marL="0" indent="0" rtl="0">
              <a:buNone/>
            </a:pPr>
            <a:r>
              <a:rPr lang="es-CO" noProof="0" dirty="0"/>
              <a:t>En IA, ML, DM: es el elemento fundamental.</a:t>
            </a:r>
          </a:p>
        </p:txBody>
      </p:sp>
    </p:spTree>
    <p:extLst>
      <p:ext uri="{BB962C8B-B14F-4D97-AF65-F5344CB8AC3E}">
        <p14:creationId xmlns:p14="http://schemas.microsoft.com/office/powerpoint/2010/main" val="3032238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75"/>
          <p:cNvSpPr txBox="1">
            <a:spLocks noGrp="1"/>
          </p:cNvSpPr>
          <p:nvPr>
            <p:ph type="body" idx="1"/>
          </p:nvPr>
        </p:nvSpPr>
        <p:spPr>
          <a:xfrm>
            <a:off x="696006" y="3531810"/>
            <a:ext cx="8651193" cy="231260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 rtl="0">
              <a:buNone/>
            </a:pPr>
            <a:r>
              <a:rPr lang="es-CO" sz="1867" noProof="0" dirty="0"/>
              <a:t>La recopilación de </a:t>
            </a:r>
            <a:r>
              <a:rPr lang="es-CO" sz="1867" noProof="0" dirty="0">
                <a:highlight>
                  <a:srgbClr val="00FF00"/>
                </a:highlight>
              </a:rPr>
              <a:t>– </a:t>
            </a:r>
            <a:r>
              <a:rPr lang="es-CO" sz="1867" i="1" noProof="0" dirty="0">
                <a:highlight>
                  <a:srgbClr val="00FF00"/>
                </a:highlight>
              </a:rPr>
              <a:t>dato</a:t>
            </a:r>
            <a:r>
              <a:rPr lang="es-CO" sz="1867" noProof="0" dirty="0">
                <a:highlight>
                  <a:srgbClr val="00FF00"/>
                </a:highlight>
              </a:rPr>
              <a:t> – </a:t>
            </a:r>
            <a:r>
              <a:rPr lang="es-CO" sz="1867" b="1" noProof="0" dirty="0">
                <a:highlight>
                  <a:srgbClr val="00FF00"/>
                </a:highlight>
              </a:rPr>
              <a:t>información</a:t>
            </a:r>
            <a:r>
              <a:rPr lang="es-CO" sz="1867" noProof="0" dirty="0">
                <a:highlight>
                  <a:srgbClr val="00FF00"/>
                </a:highlight>
              </a:rPr>
              <a:t> – </a:t>
            </a:r>
            <a:r>
              <a:rPr lang="es-CO" sz="1867" i="1" noProof="0" dirty="0">
                <a:highlight>
                  <a:srgbClr val="00FF00"/>
                </a:highlight>
              </a:rPr>
              <a:t>conocimiento</a:t>
            </a:r>
            <a:r>
              <a:rPr lang="es-CO" sz="1867" noProof="0" dirty="0">
                <a:highlight>
                  <a:srgbClr val="00FF00"/>
                </a:highlight>
              </a:rPr>
              <a:t> –</a:t>
            </a:r>
            <a:r>
              <a:rPr lang="es-CO" sz="1867" noProof="0" dirty="0"/>
              <a:t>, el proceso de </a:t>
            </a:r>
            <a:r>
              <a:rPr lang="es-CO" sz="1867" b="1" noProof="0" dirty="0"/>
              <a:t>comprensión</a:t>
            </a:r>
            <a:r>
              <a:rPr lang="es-CO" sz="1867" noProof="0" dirty="0"/>
              <a:t> e </a:t>
            </a:r>
            <a:r>
              <a:rPr lang="es-CO" sz="1867" b="1" noProof="0" dirty="0"/>
              <a:t>intercambio</a:t>
            </a:r>
            <a:r>
              <a:rPr lang="es-CO" sz="1867" noProof="0" dirty="0"/>
              <a:t> ha sido una búsqueda valiosa desde los albores de la humanidad.</a:t>
            </a:r>
          </a:p>
          <a:p>
            <a:pPr marL="0" indent="0" algn="just" rtl="0">
              <a:buNone/>
            </a:pPr>
            <a:endParaRPr lang="es-CO" sz="1867" noProof="0" dirty="0"/>
          </a:p>
          <a:p>
            <a:pPr marL="0" indent="0" algn="just" rtl="0">
              <a:buNone/>
            </a:pPr>
            <a:r>
              <a:rPr lang="es-CO" sz="1867" noProof="0" dirty="0"/>
              <a:t>Hay algo notable sobre los humanos: somos capaces de hacer tareas increíblemente complejas gracias a que fuimos capaces de crear modelos en nuestra cabeza.</a:t>
            </a:r>
          </a:p>
          <a:p>
            <a:pPr marL="0" indent="0" algn="just" rtl="0">
              <a:buNone/>
            </a:pPr>
            <a:endParaRPr lang="es-CO" sz="1867" noProof="0" dirty="0"/>
          </a:p>
          <a:p>
            <a:pPr marL="0" indent="0" algn="just" rtl="0">
              <a:buNone/>
            </a:pPr>
            <a:endParaRPr lang="es-CO" sz="1867" noProof="0" dirty="0"/>
          </a:p>
          <a:p>
            <a:pPr marL="0" indent="0" algn="just" rtl="0">
              <a:buNone/>
            </a:pPr>
            <a:endParaRPr lang="es-CO" sz="1867" noProof="0" dirty="0"/>
          </a:p>
        </p:txBody>
      </p:sp>
      <p:sp>
        <p:nvSpPr>
          <p:cNvPr id="1210" name="Google Shape;1210;p75"/>
          <p:cNvSpPr txBox="1">
            <a:spLocks noGrp="1"/>
          </p:cNvSpPr>
          <p:nvPr>
            <p:ph type="title"/>
          </p:nvPr>
        </p:nvSpPr>
        <p:spPr>
          <a:xfrm>
            <a:off x="696006" y="1599375"/>
            <a:ext cx="8651193" cy="157441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/>
            <a:r>
              <a:rPr lang="es-CO" sz="4267" i="1" noProof="0" dirty="0"/>
              <a:t>“El dato es lo que nos hace humanos”</a:t>
            </a:r>
          </a:p>
        </p:txBody>
      </p:sp>
    </p:spTree>
    <p:extLst>
      <p:ext uri="{BB962C8B-B14F-4D97-AF65-F5344CB8AC3E}">
        <p14:creationId xmlns:p14="http://schemas.microsoft.com/office/powerpoint/2010/main" val="1489430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2"/>
          <p:cNvSpPr txBox="1">
            <a:spLocks noGrp="1"/>
          </p:cNvSpPr>
          <p:nvPr>
            <p:ph type="title"/>
          </p:nvPr>
        </p:nvSpPr>
        <p:spPr>
          <a:xfrm>
            <a:off x="538000" y="2567817"/>
            <a:ext cx="5558000" cy="763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s-CO" noProof="0" dirty="0"/>
              <a:t>—Andrew McAfee</a:t>
            </a:r>
          </a:p>
        </p:txBody>
      </p:sp>
      <p:sp>
        <p:nvSpPr>
          <p:cNvPr id="523" name="Google Shape;523;p42"/>
          <p:cNvSpPr txBox="1">
            <a:spLocks noGrp="1"/>
          </p:cNvSpPr>
          <p:nvPr>
            <p:ph type="title" idx="2"/>
          </p:nvPr>
        </p:nvSpPr>
        <p:spPr>
          <a:xfrm>
            <a:off x="672230" y="828817"/>
            <a:ext cx="5289541" cy="2120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s-CO" noProof="0" dirty="0"/>
              <a:t>“El mundo es un gran problema de datos.”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9B3B33F-05AE-9325-F091-AF049AAC3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814" y="1800346"/>
            <a:ext cx="5158817" cy="462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564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0"/>
          <p:cNvSpPr txBox="1">
            <a:spLocks noGrp="1"/>
          </p:cNvSpPr>
          <p:nvPr>
            <p:ph type="title"/>
          </p:nvPr>
        </p:nvSpPr>
        <p:spPr>
          <a:xfrm>
            <a:off x="1011700" y="500161"/>
            <a:ext cx="10168400" cy="763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r>
              <a:rPr lang="es-CO" noProof="0" dirty="0"/>
              <a:t>¿Por qué el dato?</a:t>
            </a:r>
          </a:p>
        </p:txBody>
      </p:sp>
      <p:sp>
        <p:nvSpPr>
          <p:cNvPr id="511" name="Google Shape;511;p40"/>
          <p:cNvSpPr txBox="1">
            <a:spLocks noGrp="1"/>
          </p:cNvSpPr>
          <p:nvPr>
            <p:ph type="title" idx="16"/>
          </p:nvPr>
        </p:nvSpPr>
        <p:spPr>
          <a:xfrm>
            <a:off x="8466853" y="2951339"/>
            <a:ext cx="3453200" cy="838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just"/>
            <a:r>
              <a:rPr lang="es-CO" sz="1600" noProof="0" dirty="0"/>
              <a:t>Postuló que la cantidad de datos que salen de una fibra óptica se duplica cada nueve meses.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6C66037A-30EE-0E60-9F13-BB957C9D7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08" y="1832074"/>
            <a:ext cx="7815552" cy="4393841"/>
          </a:xfrm>
          <a:prstGeom prst="rect">
            <a:avLst/>
          </a:prstGeom>
        </p:spPr>
      </p:pic>
      <p:sp>
        <p:nvSpPr>
          <p:cNvPr id="25" name="Google Shape;511;p40">
            <a:extLst>
              <a:ext uri="{FF2B5EF4-FFF2-40B4-BE49-F238E27FC236}">
                <a16:creationId xmlns:a16="http://schemas.microsoft.com/office/drawing/2014/main" id="{76751868-5018-8B26-3CDF-210FE077D9EF}"/>
              </a:ext>
            </a:extLst>
          </p:cNvPr>
          <p:cNvSpPr txBox="1">
            <a:spLocks/>
          </p:cNvSpPr>
          <p:nvPr/>
        </p:nvSpPr>
        <p:spPr>
          <a:xfrm>
            <a:off x="8084695" y="3939051"/>
            <a:ext cx="3835359" cy="8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just"/>
            <a:r>
              <a:rPr lang="es-CO" sz="1600" noProof="0" dirty="0"/>
              <a:t>Estimó que la densidad de almacenamiento del disco magnético se duplica anualmente.</a:t>
            </a:r>
          </a:p>
        </p:txBody>
      </p:sp>
      <p:sp>
        <p:nvSpPr>
          <p:cNvPr id="26" name="Google Shape;511;p40">
            <a:extLst>
              <a:ext uri="{FF2B5EF4-FFF2-40B4-BE49-F238E27FC236}">
                <a16:creationId xmlns:a16="http://schemas.microsoft.com/office/drawing/2014/main" id="{2486F48E-5399-3D79-7ABA-B5CB0725A54F}"/>
              </a:ext>
            </a:extLst>
          </p:cNvPr>
          <p:cNvSpPr txBox="1">
            <a:spLocks/>
          </p:cNvSpPr>
          <p:nvPr/>
        </p:nvSpPr>
        <p:spPr>
          <a:xfrm>
            <a:off x="7475095" y="4906771"/>
            <a:ext cx="4444959" cy="8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just"/>
            <a:r>
              <a:rPr lang="es-CO" sz="1600" noProof="0" dirty="0"/>
              <a:t>Observó que el número de componentes por función integrada parecía duplicarse cada 18 meses. </a:t>
            </a:r>
            <a:r>
              <a:rPr lang="es-CO" sz="1600" i="1" noProof="0" dirty="0"/>
              <a:t>Aproximadamente cada 2 años se duplica el número de transistores en un microprocesador.</a:t>
            </a: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4A66B6B5-026A-7E92-A755-81EED8228A09}"/>
              </a:ext>
            </a:extLst>
          </p:cNvPr>
          <p:cNvCxnSpPr/>
          <p:nvPr/>
        </p:nvCxnSpPr>
        <p:spPr>
          <a:xfrm>
            <a:off x="3425373" y="3615968"/>
            <a:ext cx="50414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963CF59A-2EAB-3CB7-64C6-F1661120F6AA}"/>
              </a:ext>
            </a:extLst>
          </p:cNvPr>
          <p:cNvCxnSpPr/>
          <p:nvPr/>
        </p:nvCxnSpPr>
        <p:spPr>
          <a:xfrm>
            <a:off x="4402667" y="4286552"/>
            <a:ext cx="36820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2B5B55FA-2907-C375-64F1-6302C2B48ADA}"/>
              </a:ext>
            </a:extLst>
          </p:cNvPr>
          <p:cNvCxnSpPr>
            <a:cxnSpLocks/>
          </p:cNvCxnSpPr>
          <p:nvPr/>
        </p:nvCxnSpPr>
        <p:spPr>
          <a:xfrm>
            <a:off x="4499428" y="5186439"/>
            <a:ext cx="29756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1013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>
          <a:extLst>
            <a:ext uri="{FF2B5EF4-FFF2-40B4-BE49-F238E27FC236}">
              <a16:creationId xmlns:a16="http://schemas.microsoft.com/office/drawing/2014/main" id="{C70F29AE-0672-F69F-9F30-D6A27C8F0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0">
            <a:extLst>
              <a:ext uri="{FF2B5EF4-FFF2-40B4-BE49-F238E27FC236}">
                <a16:creationId xmlns:a16="http://schemas.microsoft.com/office/drawing/2014/main" id="{B37ECF1E-DC65-538E-1D60-CD8CA00208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11700" y="500161"/>
            <a:ext cx="10168400" cy="763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r>
              <a:rPr lang="es-CO" noProof="0" dirty="0"/>
              <a:t>¿Por qué el dato?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C8AA2F5-39D9-2301-59ED-B9AE6FE60B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3123"/>
          <a:stretch>
            <a:fillRect/>
          </a:stretch>
        </p:blipFill>
        <p:spPr>
          <a:xfrm>
            <a:off x="2639110" y="2202073"/>
            <a:ext cx="6913779" cy="1303127"/>
          </a:xfrm>
          <a:prstGeom prst="rect">
            <a:avLst/>
          </a:prstGeom>
        </p:spPr>
      </p:pic>
      <p:sp>
        <p:nvSpPr>
          <p:cNvPr id="5" name="Google Shape;523;p42">
            <a:extLst>
              <a:ext uri="{FF2B5EF4-FFF2-40B4-BE49-F238E27FC236}">
                <a16:creationId xmlns:a16="http://schemas.microsoft.com/office/drawing/2014/main" id="{7A8506E4-2778-C649-92EC-A0E3E108C28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390500" y="3810000"/>
            <a:ext cx="9410800" cy="2120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s-CO" sz="2400" noProof="0" dirty="0"/>
              <a:t>Dato + Contexto = Información.</a:t>
            </a:r>
            <a:br>
              <a:rPr lang="es-CO" sz="2400" noProof="0" dirty="0"/>
            </a:br>
            <a:br>
              <a:rPr lang="es-CO" sz="2400" noProof="0" dirty="0"/>
            </a:br>
            <a:r>
              <a:rPr lang="es-CO" sz="2400" noProof="0" dirty="0"/>
              <a:t>Información + Aprendizaje + Experiencia = Conocimiento.</a:t>
            </a:r>
          </a:p>
        </p:txBody>
      </p:sp>
    </p:spTree>
    <p:extLst>
      <p:ext uri="{BB962C8B-B14F-4D97-AF65-F5344CB8AC3E}">
        <p14:creationId xmlns:p14="http://schemas.microsoft.com/office/powerpoint/2010/main" val="2966334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091" rIns="0" bIns="0" rtlCol="0">
            <a:spAutoFit/>
          </a:bodyPr>
          <a:lstStyle/>
          <a:p>
            <a:pPr marL="678815">
              <a:lnSpc>
                <a:spcPct val="100000"/>
              </a:lnSpc>
              <a:spcBef>
                <a:spcPts val="105"/>
              </a:spcBef>
            </a:pPr>
            <a:r>
              <a:rPr lang="es-CO" spc="-145" noProof="0" dirty="0">
                <a:latin typeface="Corbel"/>
                <a:cs typeface="Corbel"/>
              </a:rPr>
              <a:t>¿</a:t>
            </a:r>
            <a:r>
              <a:rPr lang="es-CO" spc="-145" noProof="0" dirty="0"/>
              <a:t>Qué</a:t>
            </a:r>
            <a:r>
              <a:rPr lang="es-CO" spc="-240" noProof="0" dirty="0"/>
              <a:t> </a:t>
            </a:r>
            <a:r>
              <a:rPr lang="es-CO" spc="-254" noProof="0" dirty="0"/>
              <a:t>es</a:t>
            </a:r>
            <a:r>
              <a:rPr lang="es-CO" spc="-434" noProof="0" dirty="0"/>
              <a:t> </a:t>
            </a:r>
            <a:r>
              <a:rPr lang="es-CO" spc="-150" noProof="0" dirty="0"/>
              <a:t>Minería </a:t>
            </a:r>
            <a:r>
              <a:rPr lang="es-CO" noProof="0" dirty="0"/>
              <a:t>de</a:t>
            </a:r>
            <a:r>
              <a:rPr lang="es-CO" spc="-160" noProof="0" dirty="0"/>
              <a:t> </a:t>
            </a:r>
            <a:r>
              <a:rPr lang="es-CO" spc="-275" noProof="0" dirty="0"/>
              <a:t>Datos</a:t>
            </a:r>
            <a:r>
              <a:rPr lang="es-CO" spc="-275" noProof="0" dirty="0">
                <a:latin typeface="Corbel"/>
                <a:cs typeface="Corbel"/>
              </a:rPr>
              <a:t>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3250" y="4268851"/>
            <a:ext cx="63500" cy="1873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3250" y="4771771"/>
            <a:ext cx="63500" cy="1873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3250" y="5274690"/>
            <a:ext cx="63500" cy="1873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3250" y="5777915"/>
            <a:ext cx="63500" cy="18732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90091" y="1844116"/>
            <a:ext cx="9212580" cy="43025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32740" marR="27940" indent="-320040" algn="just">
              <a:lnSpc>
                <a:spcPct val="100400"/>
              </a:lnSpc>
              <a:spcBef>
                <a:spcPts val="90"/>
              </a:spcBef>
              <a:buClr>
                <a:srgbClr val="DD8046"/>
              </a:buClr>
              <a:buSzPct val="59375"/>
              <a:buFont typeface="Wingdings"/>
              <a:buChar char=""/>
              <a:tabLst>
                <a:tab pos="332740" algn="l"/>
              </a:tabLst>
            </a:pPr>
            <a:r>
              <a:rPr lang="es-CO" sz="3200" spc="-640" noProof="0" dirty="0">
                <a:latin typeface="Microsoft Sans Serif"/>
                <a:cs typeface="Microsoft Sans Serif"/>
              </a:rPr>
              <a:t>E</a:t>
            </a:r>
            <a:r>
              <a:rPr lang="es-CO" sz="3200" spc="-395" noProof="0" dirty="0">
                <a:latin typeface="Microsoft Sans Serif"/>
                <a:cs typeface="Microsoft Sans Serif"/>
              </a:rPr>
              <a:t>s </a:t>
            </a:r>
            <a:r>
              <a:rPr lang="es-CO" sz="3200" spc="-120" noProof="0" dirty="0">
                <a:latin typeface="Microsoft Sans Serif"/>
                <a:cs typeface="Microsoft Sans Serif"/>
              </a:rPr>
              <a:t>e</a:t>
            </a:r>
            <a:r>
              <a:rPr lang="es-CO" sz="3200" noProof="0" dirty="0">
                <a:latin typeface="Microsoft Sans Serif"/>
                <a:cs typeface="Microsoft Sans Serif"/>
              </a:rPr>
              <a:t>l</a:t>
            </a:r>
            <a:r>
              <a:rPr lang="es-CO" sz="3200" spc="-65" noProof="0" dirty="0">
                <a:latin typeface="Microsoft Sans Serif"/>
                <a:cs typeface="Microsoft Sans Serif"/>
              </a:rPr>
              <a:t> </a:t>
            </a:r>
            <a:r>
              <a:rPr lang="es-CO" sz="3200" spc="-20" noProof="0" dirty="0">
                <a:latin typeface="Microsoft Sans Serif"/>
                <a:cs typeface="Microsoft Sans Serif"/>
              </a:rPr>
              <a:t>área</a:t>
            </a:r>
            <a:r>
              <a:rPr lang="es-CO" sz="3200" spc="-55" noProof="0" dirty="0">
                <a:latin typeface="Microsoft Sans Serif"/>
                <a:cs typeface="Microsoft Sans Serif"/>
              </a:rPr>
              <a:t> </a:t>
            </a:r>
            <a:r>
              <a:rPr lang="es-CO" sz="3200" spc="-125" noProof="0" dirty="0">
                <a:latin typeface="Microsoft Sans Serif"/>
                <a:cs typeface="Microsoft Sans Serif"/>
              </a:rPr>
              <a:t>informática</a:t>
            </a:r>
            <a:r>
              <a:rPr lang="es-CO" sz="3200" spc="-160" noProof="0" dirty="0">
                <a:latin typeface="Microsoft Sans Serif"/>
                <a:cs typeface="Microsoft Sans Serif"/>
              </a:rPr>
              <a:t> </a:t>
            </a:r>
            <a:r>
              <a:rPr lang="es-CO" sz="3200" spc="-140" noProof="0" dirty="0">
                <a:latin typeface="Microsoft Sans Serif"/>
                <a:cs typeface="Microsoft Sans Serif"/>
              </a:rPr>
              <a:t>que</a:t>
            </a:r>
            <a:r>
              <a:rPr lang="es-CO" sz="3200" spc="-155" noProof="0" dirty="0">
                <a:latin typeface="Microsoft Sans Serif"/>
                <a:cs typeface="Microsoft Sans Serif"/>
              </a:rPr>
              <a:t> </a:t>
            </a:r>
            <a:r>
              <a:rPr lang="es-CO" sz="3200" spc="-220" noProof="0" dirty="0">
                <a:latin typeface="Microsoft Sans Serif"/>
                <a:cs typeface="Microsoft Sans Serif"/>
              </a:rPr>
              <a:t>busca</a:t>
            </a:r>
            <a:r>
              <a:rPr lang="es-CO" sz="3200" spc="-240" noProof="0" dirty="0">
                <a:latin typeface="Microsoft Sans Serif"/>
                <a:cs typeface="Microsoft Sans Serif"/>
              </a:rPr>
              <a:t> </a:t>
            </a:r>
            <a:r>
              <a:rPr lang="es-CO" sz="3200" spc="-160" noProof="0" dirty="0">
                <a:latin typeface="Microsoft Sans Serif"/>
                <a:cs typeface="Microsoft Sans Serif"/>
              </a:rPr>
              <a:t>descubrir</a:t>
            </a:r>
            <a:r>
              <a:rPr lang="es-CO" sz="3200" spc="-180" noProof="0" dirty="0">
                <a:latin typeface="Microsoft Sans Serif"/>
                <a:cs typeface="Microsoft Sans Serif"/>
              </a:rPr>
              <a:t> </a:t>
            </a:r>
            <a:r>
              <a:rPr lang="es-CO" sz="3200" b="1" spc="-225" noProof="0" dirty="0">
                <a:latin typeface="Arial"/>
                <a:cs typeface="Arial"/>
              </a:rPr>
              <a:t>patrones</a:t>
            </a:r>
            <a:r>
              <a:rPr lang="es-CO" sz="3200" b="1" spc="-290" noProof="0" dirty="0">
                <a:latin typeface="Arial"/>
                <a:cs typeface="Arial"/>
              </a:rPr>
              <a:t> </a:t>
            </a:r>
            <a:r>
              <a:rPr lang="es-CO" sz="3200" spc="-310" noProof="0" dirty="0">
                <a:latin typeface="Microsoft Sans Serif"/>
                <a:cs typeface="Microsoft Sans Serif"/>
              </a:rPr>
              <a:t>en </a:t>
            </a:r>
            <a:r>
              <a:rPr lang="es-CO" sz="3200" spc="-150" noProof="0" dirty="0">
                <a:latin typeface="Microsoft Sans Serif"/>
                <a:cs typeface="Microsoft Sans Serif"/>
              </a:rPr>
              <a:t>grandes</a:t>
            </a:r>
            <a:r>
              <a:rPr lang="es-CO" sz="3200" spc="-220" noProof="0" dirty="0">
                <a:latin typeface="Microsoft Sans Serif"/>
                <a:cs typeface="Microsoft Sans Serif"/>
              </a:rPr>
              <a:t> </a:t>
            </a:r>
            <a:r>
              <a:rPr lang="es-CO" sz="3200" spc="-260" noProof="0" dirty="0">
                <a:latin typeface="Microsoft Sans Serif"/>
                <a:cs typeface="Microsoft Sans Serif"/>
              </a:rPr>
              <a:t>volúmenes</a:t>
            </a:r>
            <a:r>
              <a:rPr lang="es-CO" sz="3200" spc="-405" noProof="0" dirty="0">
                <a:latin typeface="Microsoft Sans Serif"/>
                <a:cs typeface="Microsoft Sans Serif"/>
              </a:rPr>
              <a:t> </a:t>
            </a:r>
            <a:r>
              <a:rPr lang="es-CO" sz="3200" noProof="0" dirty="0">
                <a:latin typeface="Microsoft Sans Serif"/>
                <a:cs typeface="Microsoft Sans Serif"/>
              </a:rPr>
              <a:t>de</a:t>
            </a:r>
            <a:r>
              <a:rPr lang="es-CO" sz="3200" spc="-114" noProof="0" dirty="0">
                <a:latin typeface="Microsoft Sans Serif"/>
                <a:cs typeface="Microsoft Sans Serif"/>
              </a:rPr>
              <a:t> </a:t>
            </a:r>
            <a:r>
              <a:rPr lang="es-CO" sz="3200" spc="-10" noProof="0" dirty="0">
                <a:latin typeface="Microsoft Sans Serif"/>
                <a:cs typeface="Microsoft Sans Serif"/>
              </a:rPr>
              <a:t>datos.</a:t>
            </a:r>
            <a:endParaRPr lang="es-CO" sz="3200" noProof="0" dirty="0">
              <a:latin typeface="Microsoft Sans Serif"/>
              <a:cs typeface="Microsoft Sans Serif"/>
            </a:endParaRPr>
          </a:p>
          <a:p>
            <a:pPr algn="just">
              <a:lnSpc>
                <a:spcPct val="100000"/>
              </a:lnSpc>
              <a:spcBef>
                <a:spcPts val="1250"/>
              </a:spcBef>
              <a:buClr>
                <a:srgbClr val="DD8046"/>
              </a:buClr>
              <a:buFont typeface="Wingdings"/>
              <a:buChar char=""/>
            </a:pPr>
            <a:endParaRPr lang="es-CO" sz="3200" noProof="0" dirty="0">
              <a:latin typeface="Microsoft Sans Serif"/>
              <a:cs typeface="Microsoft Sans Serif"/>
            </a:endParaRPr>
          </a:p>
          <a:p>
            <a:pPr marL="332105" marR="6481445" indent="-319405" algn="just">
              <a:lnSpc>
                <a:spcPct val="116799"/>
              </a:lnSpc>
              <a:spcBef>
                <a:spcPts val="5"/>
              </a:spcBef>
              <a:buClr>
                <a:srgbClr val="DD8046"/>
              </a:buClr>
              <a:buSzPct val="59375"/>
              <a:buFont typeface="Wingdings"/>
              <a:buChar char=""/>
              <a:tabLst>
                <a:tab pos="523240" algn="l"/>
              </a:tabLst>
            </a:pPr>
            <a:r>
              <a:rPr lang="es-CO" sz="3200" spc="-165" noProof="0" dirty="0">
                <a:latin typeface="Microsoft Sans Serif"/>
                <a:cs typeface="Microsoft Sans Serif"/>
              </a:rPr>
              <a:t>Características 	</a:t>
            </a:r>
            <a:r>
              <a:rPr lang="es-CO" sz="2800" spc="-10" noProof="0" dirty="0">
                <a:latin typeface="Microsoft Sans Serif"/>
                <a:cs typeface="Microsoft Sans Serif"/>
              </a:rPr>
              <a:t>Válidos 	</a:t>
            </a:r>
            <a:r>
              <a:rPr lang="es-CO" sz="2800" spc="-125" noProof="0" dirty="0">
                <a:latin typeface="Microsoft Sans Serif"/>
                <a:cs typeface="Microsoft Sans Serif"/>
              </a:rPr>
              <a:t>Novedosos</a:t>
            </a:r>
            <a:endParaRPr lang="es-CO" sz="2800" noProof="0" dirty="0">
              <a:latin typeface="Microsoft Sans Serif"/>
              <a:cs typeface="Microsoft Sans Serif"/>
            </a:endParaRPr>
          </a:p>
          <a:p>
            <a:pPr marL="523240" marR="5763260" indent="1270" algn="just">
              <a:lnSpc>
                <a:spcPts val="3960"/>
              </a:lnSpc>
              <a:spcBef>
                <a:spcPts val="100"/>
              </a:spcBef>
            </a:pPr>
            <a:r>
              <a:rPr lang="es-CO" sz="2800" spc="-635" noProof="0" dirty="0">
                <a:latin typeface="Microsoft Sans Serif"/>
                <a:cs typeface="Microsoft Sans Serif"/>
              </a:rPr>
              <a:t>P</a:t>
            </a:r>
            <a:r>
              <a:rPr lang="es-CO" sz="2800" spc="-165" noProof="0" dirty="0">
                <a:latin typeface="Microsoft Sans Serif"/>
                <a:cs typeface="Microsoft Sans Serif"/>
              </a:rPr>
              <a:t>o</a:t>
            </a:r>
            <a:r>
              <a:rPr lang="es-CO" sz="2800" spc="-160" noProof="0" dirty="0">
                <a:latin typeface="Microsoft Sans Serif"/>
                <a:cs typeface="Microsoft Sans Serif"/>
              </a:rPr>
              <a:t>t</a:t>
            </a:r>
            <a:r>
              <a:rPr lang="es-CO" sz="2800" spc="-165" noProof="0" dirty="0">
                <a:latin typeface="Microsoft Sans Serif"/>
                <a:cs typeface="Microsoft Sans Serif"/>
              </a:rPr>
              <a:t>en</a:t>
            </a:r>
            <a:r>
              <a:rPr lang="es-CO" sz="2800" spc="-160" noProof="0" dirty="0">
                <a:latin typeface="Microsoft Sans Serif"/>
                <a:cs typeface="Microsoft Sans Serif"/>
              </a:rPr>
              <a:t>ci</a:t>
            </a:r>
            <a:r>
              <a:rPr lang="es-CO" sz="2800" spc="-200" noProof="0" dirty="0">
                <a:latin typeface="Microsoft Sans Serif"/>
                <a:cs typeface="Microsoft Sans Serif"/>
              </a:rPr>
              <a:t>a</a:t>
            </a:r>
            <a:r>
              <a:rPr lang="es-CO" sz="2800" spc="-210" noProof="0" dirty="0">
                <a:latin typeface="Microsoft Sans Serif"/>
                <a:cs typeface="Microsoft Sans Serif"/>
              </a:rPr>
              <a:t>l</a:t>
            </a:r>
            <a:r>
              <a:rPr lang="es-CO" sz="2800" spc="-215" noProof="0" dirty="0">
                <a:latin typeface="Microsoft Sans Serif"/>
                <a:cs typeface="Microsoft Sans Serif"/>
              </a:rPr>
              <a:t>m</a:t>
            </a:r>
            <a:r>
              <a:rPr lang="es-CO" sz="2800" spc="-210" noProof="0" dirty="0">
                <a:latin typeface="Microsoft Sans Serif"/>
                <a:cs typeface="Microsoft Sans Serif"/>
              </a:rPr>
              <a:t>en</a:t>
            </a:r>
            <a:r>
              <a:rPr lang="es-CO" sz="2800" spc="-215" noProof="0" dirty="0">
                <a:latin typeface="Microsoft Sans Serif"/>
                <a:cs typeface="Microsoft Sans Serif"/>
              </a:rPr>
              <a:t>t</a:t>
            </a:r>
            <a:r>
              <a:rPr lang="es-CO" sz="2800" spc="-15" noProof="0" dirty="0">
                <a:latin typeface="Microsoft Sans Serif"/>
                <a:cs typeface="Microsoft Sans Serif"/>
              </a:rPr>
              <a:t>e</a:t>
            </a:r>
            <a:r>
              <a:rPr lang="es-CO" sz="2800" spc="-80" noProof="0" dirty="0">
                <a:latin typeface="Microsoft Sans Serif"/>
                <a:cs typeface="Microsoft Sans Serif"/>
              </a:rPr>
              <a:t> </a:t>
            </a:r>
            <a:r>
              <a:rPr lang="es-CO" sz="2800" spc="-140" noProof="0" dirty="0">
                <a:latin typeface="Microsoft Sans Serif"/>
                <a:cs typeface="Microsoft Sans Serif"/>
              </a:rPr>
              <a:t>útiles </a:t>
            </a:r>
            <a:r>
              <a:rPr lang="es-CO" sz="2800" spc="-130" noProof="0" dirty="0">
                <a:latin typeface="Microsoft Sans Serif"/>
                <a:cs typeface="Microsoft Sans Serif"/>
              </a:rPr>
              <a:t>Comprensibles</a:t>
            </a:r>
            <a:endParaRPr lang="es-CO" sz="2800" noProof="0" dirty="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5999" y="2866644"/>
            <a:ext cx="4800600" cy="31790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0F7E00-639B-03DD-BC3D-600CBEA78D34}"/>
              </a:ext>
            </a:extLst>
          </p:cNvPr>
          <p:cNvSpPr txBox="1"/>
          <p:nvPr/>
        </p:nvSpPr>
        <p:spPr>
          <a:xfrm>
            <a:off x="6095999" y="60457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i="1" noProof="0" dirty="0"/>
              <a:t>Fayyad et al. 1996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F2E2F-B236-D236-78CB-721A6E44C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7BFD986-0A26-78C5-C229-4FCE93A3BB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091" rIns="0" bIns="0" rtlCol="0">
            <a:spAutoFit/>
          </a:bodyPr>
          <a:lstStyle/>
          <a:p>
            <a:pPr marL="678815">
              <a:lnSpc>
                <a:spcPct val="100000"/>
              </a:lnSpc>
              <a:spcBef>
                <a:spcPts val="105"/>
              </a:spcBef>
            </a:pPr>
            <a:r>
              <a:rPr lang="es-CO" spc="-145" noProof="0" dirty="0">
                <a:latin typeface="Corbel"/>
                <a:cs typeface="Corbel"/>
              </a:rPr>
              <a:t>¿</a:t>
            </a:r>
            <a:r>
              <a:rPr lang="es-CO" spc="-145" noProof="0" dirty="0"/>
              <a:t>Qué</a:t>
            </a:r>
            <a:r>
              <a:rPr lang="es-CO" spc="-240" noProof="0" dirty="0"/>
              <a:t> </a:t>
            </a:r>
            <a:r>
              <a:rPr lang="es-CO" spc="-254" noProof="0" dirty="0"/>
              <a:t>es</a:t>
            </a:r>
            <a:r>
              <a:rPr lang="es-CO" spc="-434" noProof="0" dirty="0"/>
              <a:t> </a:t>
            </a:r>
            <a:r>
              <a:rPr lang="es-CO" spc="-150" noProof="0" dirty="0"/>
              <a:t>Minería </a:t>
            </a:r>
            <a:r>
              <a:rPr lang="es-CO" noProof="0" dirty="0"/>
              <a:t>de</a:t>
            </a:r>
            <a:r>
              <a:rPr lang="es-CO" spc="-160" noProof="0" dirty="0"/>
              <a:t> </a:t>
            </a:r>
            <a:r>
              <a:rPr lang="es-CO" spc="-275" noProof="0" dirty="0"/>
              <a:t>Datos</a:t>
            </a:r>
            <a:r>
              <a:rPr lang="es-CO" spc="-275" noProof="0" dirty="0">
                <a:latin typeface="Corbel"/>
                <a:cs typeface="Corbel"/>
              </a:rPr>
              <a:t>?</a:t>
            </a:r>
          </a:p>
        </p:txBody>
      </p:sp>
      <p:sp>
        <p:nvSpPr>
          <p:cNvPr id="9" name="Google Shape;517;p41">
            <a:extLst>
              <a:ext uri="{FF2B5EF4-FFF2-40B4-BE49-F238E27FC236}">
                <a16:creationId xmlns:a16="http://schemas.microsoft.com/office/drawing/2014/main" id="{77AA2567-2DE0-9911-13B9-10F6EA8337B5}"/>
              </a:ext>
            </a:extLst>
          </p:cNvPr>
          <p:cNvSpPr txBox="1">
            <a:spLocks/>
          </p:cNvSpPr>
          <p:nvPr/>
        </p:nvSpPr>
        <p:spPr>
          <a:xfrm>
            <a:off x="914400" y="1905000"/>
            <a:ext cx="10363199" cy="43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>
              <a:defRPr sz="2900" b="0" i="0">
                <a:solidFill>
                  <a:schemeClr val="tx1"/>
                </a:solidFill>
                <a:latin typeface="Microsoft Sans Serif"/>
                <a:ea typeface="+mn-ea"/>
                <a:cs typeface="Microsoft Sans Serif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 rtl="0">
              <a:buFont typeface="Arial" panose="020B0604020202020204" pitchFamily="34" charset="0"/>
              <a:buChar char="•"/>
            </a:pPr>
            <a:r>
              <a:rPr lang="es-CO" sz="2000" spc="-65" noProof="0" dirty="0"/>
              <a:t>Válido: hace referencia a que los patrones deben seguir siendo precisos para datos nuevos (con un cierto grado de certidumbre), y no sólo para aquellos que han sido usados en su obtención. </a:t>
            </a:r>
          </a:p>
          <a:p>
            <a:pPr marL="285750" indent="-285750" algn="just" rtl="0">
              <a:buFont typeface="Arial" panose="020B0604020202020204" pitchFamily="34" charset="0"/>
              <a:buChar char="•"/>
            </a:pPr>
            <a:endParaRPr lang="es-CO" sz="2000" spc="-65" noProof="0" dirty="0"/>
          </a:p>
          <a:p>
            <a:pPr marL="285750" indent="-285750" algn="just" rtl="0">
              <a:buFont typeface="Arial" panose="020B0604020202020204" pitchFamily="34" charset="0"/>
              <a:buChar char="•"/>
            </a:pPr>
            <a:r>
              <a:rPr lang="es-CO" sz="2000" spc="-65" noProof="0" dirty="0"/>
              <a:t>Novedoso: que aporte algo desconocido tanto para el sistema y preferiblemente para el usuario. </a:t>
            </a:r>
          </a:p>
          <a:p>
            <a:pPr marL="285750" indent="-285750" algn="just" rtl="0">
              <a:buFont typeface="Arial" panose="020B0604020202020204" pitchFamily="34" charset="0"/>
              <a:buChar char="•"/>
            </a:pPr>
            <a:endParaRPr lang="es-CO" sz="2000" spc="-65" noProof="0" dirty="0"/>
          </a:p>
          <a:p>
            <a:pPr marL="285750" indent="-285750" algn="just" rtl="0">
              <a:buFont typeface="Arial" panose="020B0604020202020204" pitchFamily="34" charset="0"/>
              <a:buChar char="•"/>
            </a:pPr>
            <a:r>
              <a:rPr lang="es-CO" sz="2000" spc="-65" noProof="0" dirty="0"/>
              <a:t>Potencialmente útil: la información debe conducir a acciones que reporte algún tipo de beneficio para el usuario. </a:t>
            </a:r>
          </a:p>
          <a:p>
            <a:pPr marL="285750" indent="-285750" algn="just" rtl="0">
              <a:buFont typeface="Arial" panose="020B0604020202020204" pitchFamily="34" charset="0"/>
              <a:buChar char="•"/>
            </a:pPr>
            <a:endParaRPr lang="es-CO" sz="2000" spc="-65" noProof="0" dirty="0"/>
          </a:p>
          <a:p>
            <a:pPr marL="285750" indent="-285750" algn="just" rtl="0">
              <a:buFont typeface="Arial" panose="020B0604020202020204" pitchFamily="34" charset="0"/>
              <a:buChar char="•"/>
            </a:pPr>
            <a:r>
              <a:rPr lang="es-CO" sz="2000" spc="-65" noProof="0" dirty="0"/>
              <a:t>Comprensible: la extracción de patrones no comprensibles dificulta o imposibilita su interpretación, revisión, validación y uso en la toma de decisiones. De hecho, una información incomprensible no proporciona conocimiento (al menos desde el punto de vista de su utilidad).</a:t>
            </a:r>
          </a:p>
          <a:p>
            <a:pPr algn="just" rtl="0"/>
            <a:endParaRPr lang="es-CO" sz="1000" noProof="0" dirty="0"/>
          </a:p>
        </p:txBody>
      </p:sp>
    </p:spTree>
    <p:extLst>
      <p:ext uri="{BB962C8B-B14F-4D97-AF65-F5344CB8AC3E}">
        <p14:creationId xmlns:p14="http://schemas.microsoft.com/office/powerpoint/2010/main" val="495052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18716" y="1629155"/>
            <a:ext cx="8426450" cy="0"/>
          </a:xfrm>
          <a:custGeom>
            <a:avLst/>
            <a:gdLst/>
            <a:ahLst/>
            <a:cxnLst/>
            <a:rect l="l" t="t" r="r" b="b"/>
            <a:pathLst>
              <a:path w="8426450">
                <a:moveTo>
                  <a:pt x="0" y="0"/>
                </a:moveTo>
                <a:lnTo>
                  <a:pt x="8425941" y="0"/>
                </a:lnTo>
              </a:path>
            </a:pathLst>
          </a:custGeom>
          <a:ln w="76200">
            <a:solidFill>
              <a:srgbClr val="336699"/>
            </a:solidFill>
          </a:ln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grpSp>
        <p:nvGrpSpPr>
          <p:cNvPr id="3" name="object 3"/>
          <p:cNvGrpSpPr/>
          <p:nvPr/>
        </p:nvGrpSpPr>
        <p:grpSpPr>
          <a:xfrm>
            <a:off x="1647444" y="1859279"/>
            <a:ext cx="3875404" cy="4026535"/>
            <a:chOff x="1647444" y="1859279"/>
            <a:chExt cx="3875404" cy="4026535"/>
          </a:xfrm>
        </p:grpSpPr>
        <p:sp>
          <p:nvSpPr>
            <p:cNvPr id="4" name="object 4"/>
            <p:cNvSpPr/>
            <p:nvPr/>
          </p:nvSpPr>
          <p:spPr>
            <a:xfrm>
              <a:off x="1647444" y="3706367"/>
              <a:ext cx="3875404" cy="0"/>
            </a:xfrm>
            <a:custGeom>
              <a:avLst/>
              <a:gdLst/>
              <a:ahLst/>
              <a:cxnLst/>
              <a:rect l="l" t="t" r="r" b="b"/>
              <a:pathLst>
                <a:path w="3875404">
                  <a:moveTo>
                    <a:pt x="0" y="0"/>
                  </a:moveTo>
                  <a:lnTo>
                    <a:pt x="3875024" y="0"/>
                  </a:lnTo>
                </a:path>
              </a:pathLst>
            </a:custGeom>
            <a:ln w="182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8320" y="1859279"/>
              <a:ext cx="3518915" cy="4026408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8523" y="2097023"/>
            <a:ext cx="3994404" cy="373684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5519928" y="4373879"/>
            <a:ext cx="792480" cy="359410"/>
          </a:xfrm>
          <a:custGeom>
            <a:avLst/>
            <a:gdLst/>
            <a:ahLst/>
            <a:cxnLst/>
            <a:rect l="l" t="t" r="r" b="b"/>
            <a:pathLst>
              <a:path w="792479" h="359410">
                <a:moveTo>
                  <a:pt x="594233" y="0"/>
                </a:moveTo>
                <a:lnTo>
                  <a:pt x="594233" y="89789"/>
                </a:lnTo>
                <a:lnTo>
                  <a:pt x="123444" y="89789"/>
                </a:lnTo>
                <a:lnTo>
                  <a:pt x="123444" y="269494"/>
                </a:lnTo>
                <a:lnTo>
                  <a:pt x="594233" y="269494"/>
                </a:lnTo>
                <a:lnTo>
                  <a:pt x="594233" y="359283"/>
                </a:lnTo>
                <a:lnTo>
                  <a:pt x="792480" y="179578"/>
                </a:lnTo>
                <a:lnTo>
                  <a:pt x="594233" y="0"/>
                </a:lnTo>
                <a:close/>
              </a:path>
              <a:path w="792479" h="359410">
                <a:moveTo>
                  <a:pt x="49530" y="269240"/>
                </a:moveTo>
                <a:lnTo>
                  <a:pt x="99060" y="269240"/>
                </a:lnTo>
                <a:lnTo>
                  <a:pt x="99060" y="89916"/>
                </a:lnTo>
                <a:lnTo>
                  <a:pt x="49530" y="89916"/>
                </a:lnTo>
                <a:lnTo>
                  <a:pt x="49530" y="269240"/>
                </a:lnTo>
                <a:close/>
              </a:path>
              <a:path w="792479" h="359410">
                <a:moveTo>
                  <a:pt x="0" y="269240"/>
                </a:moveTo>
                <a:lnTo>
                  <a:pt x="24763" y="269240"/>
                </a:lnTo>
                <a:lnTo>
                  <a:pt x="24763" y="89916"/>
                </a:lnTo>
                <a:lnTo>
                  <a:pt x="0" y="89916"/>
                </a:lnTo>
                <a:lnTo>
                  <a:pt x="0" y="26924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8" name="object 8"/>
          <p:cNvSpPr txBox="1"/>
          <p:nvPr/>
        </p:nvSpPr>
        <p:spPr>
          <a:xfrm>
            <a:off x="2494026" y="5866891"/>
            <a:ext cx="18434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54940">
              <a:lnSpc>
                <a:spcPct val="100000"/>
              </a:lnSpc>
              <a:spcBef>
                <a:spcPts val="95"/>
              </a:spcBef>
            </a:pPr>
            <a:r>
              <a:rPr lang="es-CO" sz="1600" b="1" spc="-85" noProof="0" dirty="0" err="1">
                <a:solidFill>
                  <a:srgbClr val="003366"/>
                </a:solidFill>
                <a:latin typeface="Times New Roman"/>
                <a:cs typeface="Times New Roman"/>
              </a:rPr>
              <a:t>We</a:t>
            </a:r>
            <a:r>
              <a:rPr lang="es-CO" sz="1600" b="1" spc="-65" noProof="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lang="es-CO" sz="1600" b="1" noProof="0" dirty="0" err="1">
                <a:solidFill>
                  <a:srgbClr val="003366"/>
                </a:solidFill>
                <a:latin typeface="Times New Roman"/>
                <a:cs typeface="Times New Roman"/>
              </a:rPr>
              <a:t>have</a:t>
            </a:r>
            <a:r>
              <a:rPr lang="es-CO" sz="1600" b="1" spc="-60" noProof="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lang="es-CO" sz="1600" b="1" noProof="0" dirty="0" err="1">
                <a:solidFill>
                  <a:srgbClr val="003366"/>
                </a:solidFill>
                <a:latin typeface="Times New Roman"/>
                <a:cs typeface="Times New Roman"/>
              </a:rPr>
              <a:t>rich</a:t>
            </a:r>
            <a:r>
              <a:rPr lang="es-CO" sz="1600" b="1" spc="-35" noProof="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lang="es-CO" sz="1600" b="1" spc="-10" noProof="0" dirty="0">
                <a:solidFill>
                  <a:srgbClr val="003366"/>
                </a:solidFill>
                <a:latin typeface="Times New Roman"/>
                <a:cs typeface="Times New Roman"/>
              </a:rPr>
              <a:t>data, </a:t>
            </a:r>
            <a:r>
              <a:rPr lang="es-CO" sz="1600" b="1" noProof="0" dirty="0" err="1">
                <a:solidFill>
                  <a:srgbClr val="003366"/>
                </a:solidFill>
                <a:latin typeface="Times New Roman"/>
                <a:cs typeface="Times New Roman"/>
              </a:rPr>
              <a:t>but</a:t>
            </a:r>
            <a:r>
              <a:rPr lang="es-CO" sz="1600" b="1" spc="-75" noProof="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lang="es-CO" sz="1600" b="1" spc="-10" noProof="0" dirty="0" err="1">
                <a:solidFill>
                  <a:srgbClr val="003366"/>
                </a:solidFill>
                <a:latin typeface="Times New Roman"/>
                <a:cs typeface="Times New Roman"/>
              </a:rPr>
              <a:t>poor</a:t>
            </a:r>
            <a:r>
              <a:rPr lang="es-CO" sz="1600" b="1" spc="-90" noProof="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lang="es-CO" sz="1600" b="1" spc="-10" noProof="0" dirty="0" err="1">
                <a:solidFill>
                  <a:srgbClr val="003366"/>
                </a:solidFill>
                <a:latin typeface="Times New Roman"/>
                <a:cs typeface="Times New Roman"/>
              </a:rPr>
              <a:t>information</a:t>
            </a:r>
            <a:endParaRPr lang="es-CO" sz="1600" noProof="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97954" y="5943091"/>
            <a:ext cx="327532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0670" marR="5080" indent="-268605">
              <a:lnSpc>
                <a:spcPct val="100000"/>
              </a:lnSpc>
              <a:spcBef>
                <a:spcPts val="95"/>
              </a:spcBef>
            </a:pPr>
            <a:r>
              <a:rPr lang="es-CO" sz="1600" b="1" noProof="0" dirty="0">
                <a:solidFill>
                  <a:srgbClr val="003366"/>
                </a:solidFill>
                <a:latin typeface="Times New Roman"/>
                <a:cs typeface="Times New Roman"/>
              </a:rPr>
              <a:t>Data</a:t>
            </a:r>
            <a:r>
              <a:rPr lang="es-CO" sz="1600" b="1" spc="-60" noProof="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lang="es-CO" sz="1600" b="1" spc="-20" noProof="0" dirty="0" err="1">
                <a:solidFill>
                  <a:srgbClr val="003366"/>
                </a:solidFill>
                <a:latin typeface="Times New Roman"/>
                <a:cs typeface="Times New Roman"/>
              </a:rPr>
              <a:t>mining-</a:t>
            </a:r>
            <a:r>
              <a:rPr lang="es-CO" sz="1600" b="1" noProof="0" dirty="0" err="1">
                <a:solidFill>
                  <a:srgbClr val="003366"/>
                </a:solidFill>
                <a:latin typeface="Times New Roman"/>
                <a:cs typeface="Times New Roman"/>
              </a:rPr>
              <a:t>searching</a:t>
            </a:r>
            <a:r>
              <a:rPr lang="es-CO" sz="1600" b="1" spc="15" noProof="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lang="es-CO" sz="1600" b="1" noProof="0" dirty="0">
                <a:solidFill>
                  <a:srgbClr val="003366"/>
                </a:solidFill>
                <a:latin typeface="Times New Roman"/>
                <a:cs typeface="Times New Roman"/>
              </a:rPr>
              <a:t>for</a:t>
            </a:r>
            <a:r>
              <a:rPr lang="es-CO" sz="1600" b="1" spc="-80" noProof="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lang="es-CO" sz="1600" b="1" spc="-10" noProof="0" dirty="0" err="1">
                <a:solidFill>
                  <a:srgbClr val="003366"/>
                </a:solidFill>
                <a:latin typeface="Times New Roman"/>
                <a:cs typeface="Times New Roman"/>
              </a:rPr>
              <a:t>knowledge</a:t>
            </a:r>
            <a:r>
              <a:rPr lang="es-CO" sz="1600" b="1" spc="-10" noProof="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lang="es-CO" sz="1600" b="1" noProof="0" dirty="0">
                <a:solidFill>
                  <a:srgbClr val="003366"/>
                </a:solidFill>
                <a:latin typeface="Times New Roman"/>
                <a:cs typeface="Times New Roman"/>
              </a:rPr>
              <a:t>(</a:t>
            </a:r>
            <a:r>
              <a:rPr lang="es-CO" sz="1600" b="1" noProof="0" dirty="0" err="1">
                <a:solidFill>
                  <a:srgbClr val="003366"/>
                </a:solidFill>
                <a:latin typeface="Times New Roman"/>
                <a:cs typeface="Times New Roman"/>
              </a:rPr>
              <a:t>interesting</a:t>
            </a:r>
            <a:r>
              <a:rPr lang="es-CO" sz="1600" b="1" spc="-60" noProof="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lang="es-CO" sz="1600" b="1" noProof="0" dirty="0" err="1">
                <a:solidFill>
                  <a:srgbClr val="003366"/>
                </a:solidFill>
                <a:latin typeface="Times New Roman"/>
                <a:cs typeface="Times New Roman"/>
              </a:rPr>
              <a:t>patterns</a:t>
            </a:r>
            <a:r>
              <a:rPr lang="es-CO" sz="1600" b="1" noProof="0" dirty="0">
                <a:solidFill>
                  <a:srgbClr val="003366"/>
                </a:solidFill>
                <a:latin typeface="Times New Roman"/>
                <a:cs typeface="Times New Roman"/>
              </a:rPr>
              <a:t>)</a:t>
            </a:r>
            <a:r>
              <a:rPr lang="es-CO" sz="1600" b="1" spc="-50" noProof="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lang="es-CO" sz="1600" b="1" noProof="0" dirty="0">
                <a:solidFill>
                  <a:srgbClr val="003366"/>
                </a:solidFill>
                <a:latin typeface="Times New Roman"/>
                <a:cs typeface="Times New Roman"/>
              </a:rPr>
              <a:t>in</a:t>
            </a:r>
            <a:r>
              <a:rPr lang="es-CO" sz="1600" b="1" spc="-70" noProof="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lang="es-CO" sz="1600" b="1" spc="-10" noProof="0" dirty="0" err="1">
                <a:solidFill>
                  <a:srgbClr val="003366"/>
                </a:solidFill>
                <a:latin typeface="Times New Roman"/>
                <a:cs typeface="Times New Roman"/>
              </a:rPr>
              <a:t>your</a:t>
            </a:r>
            <a:r>
              <a:rPr lang="es-CO" sz="1600" b="1" spc="-90" noProof="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lang="es-CO" sz="1600" b="1" spc="-10" noProof="0" dirty="0">
                <a:solidFill>
                  <a:srgbClr val="003366"/>
                </a:solidFill>
                <a:latin typeface="Times New Roman"/>
                <a:cs typeface="Times New Roman"/>
              </a:rPr>
              <a:t>data.</a:t>
            </a:r>
            <a:endParaRPr lang="es-CO" sz="1600" noProof="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6911" rIns="0" bIns="0" rtlCol="0">
            <a:spAutoFit/>
          </a:bodyPr>
          <a:lstStyle/>
          <a:p>
            <a:pPr marL="1694180">
              <a:lnSpc>
                <a:spcPct val="100000"/>
              </a:lnSpc>
              <a:spcBef>
                <a:spcPts val="95"/>
              </a:spcBef>
            </a:pP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¿Qué</a:t>
            </a:r>
            <a:r>
              <a:rPr lang="es-CO" sz="2800" spc="-85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es</a:t>
            </a:r>
            <a:r>
              <a:rPr lang="es-CO" sz="2800" spc="-85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la</a:t>
            </a:r>
            <a:r>
              <a:rPr lang="es-CO" sz="2800" spc="-80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Minería</a:t>
            </a:r>
            <a:r>
              <a:rPr lang="es-CO" sz="2800" spc="10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de</a:t>
            </a:r>
            <a:r>
              <a:rPr lang="es-CO" sz="2800" spc="-95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spc="-10" noProof="0" dirty="0">
                <a:solidFill>
                  <a:srgbClr val="9A0000"/>
                </a:solidFill>
                <a:latin typeface="Verdana"/>
                <a:cs typeface="Verdana"/>
              </a:rPr>
              <a:t>Datos?</a:t>
            </a:r>
            <a:endParaRPr lang="es-CO" sz="2800" noProof="0" dirty="0">
              <a:latin typeface="Verdana"/>
              <a:cs typeface="Verdan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94776" y="143255"/>
            <a:ext cx="1958339" cy="1356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18716" y="1629155"/>
            <a:ext cx="8426450" cy="0"/>
          </a:xfrm>
          <a:custGeom>
            <a:avLst/>
            <a:gdLst/>
            <a:ahLst/>
            <a:cxnLst/>
            <a:rect l="l" t="t" r="r" b="b"/>
            <a:pathLst>
              <a:path w="8426450">
                <a:moveTo>
                  <a:pt x="0" y="0"/>
                </a:moveTo>
                <a:lnTo>
                  <a:pt x="8425941" y="0"/>
                </a:lnTo>
              </a:path>
            </a:pathLst>
          </a:custGeom>
          <a:ln w="76200">
            <a:solidFill>
              <a:srgbClr val="336699"/>
            </a:solidFill>
          </a:ln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0548" y="3284220"/>
            <a:ext cx="2680716" cy="250850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05600" y="3348228"/>
            <a:ext cx="2694431" cy="253441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53310" y="1591707"/>
            <a:ext cx="8314690" cy="122174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1300"/>
              </a:spcBef>
            </a:pPr>
            <a:r>
              <a:rPr lang="es-CO" sz="2400" b="1" noProof="0" dirty="0">
                <a:solidFill>
                  <a:srgbClr val="B8003C"/>
                </a:solidFill>
                <a:latin typeface="Verdana"/>
                <a:cs typeface="Verdana"/>
              </a:rPr>
              <a:t>Marketing</a:t>
            </a:r>
            <a:r>
              <a:rPr lang="es-CO" sz="2400" b="1" spc="-95" noProof="0" dirty="0">
                <a:solidFill>
                  <a:srgbClr val="B8003C"/>
                </a:solidFill>
                <a:latin typeface="Verdana"/>
                <a:cs typeface="Verdana"/>
              </a:rPr>
              <a:t> </a:t>
            </a:r>
            <a:r>
              <a:rPr lang="es-CO" sz="2400" b="1" noProof="0" dirty="0">
                <a:solidFill>
                  <a:srgbClr val="B8003C"/>
                </a:solidFill>
                <a:latin typeface="Verdana"/>
                <a:cs typeface="Verdana"/>
              </a:rPr>
              <a:t>y</a:t>
            </a:r>
            <a:r>
              <a:rPr lang="es-CO" sz="2400" b="1" spc="-70" noProof="0" dirty="0">
                <a:solidFill>
                  <a:srgbClr val="B8003C"/>
                </a:solidFill>
                <a:latin typeface="Verdana"/>
                <a:cs typeface="Verdana"/>
              </a:rPr>
              <a:t> </a:t>
            </a:r>
            <a:r>
              <a:rPr lang="es-CO" sz="2400" b="1" noProof="0" dirty="0">
                <a:solidFill>
                  <a:srgbClr val="B8003C"/>
                </a:solidFill>
                <a:latin typeface="Verdana"/>
                <a:cs typeface="Verdana"/>
              </a:rPr>
              <a:t>ventas</a:t>
            </a:r>
            <a:r>
              <a:rPr lang="es-CO" sz="2400" b="1" spc="-90" noProof="0" dirty="0">
                <a:solidFill>
                  <a:srgbClr val="B8003C"/>
                </a:solidFill>
                <a:latin typeface="Verdana"/>
                <a:cs typeface="Verdana"/>
              </a:rPr>
              <a:t> </a:t>
            </a:r>
            <a:r>
              <a:rPr lang="es-CO" sz="2400" b="1" spc="-10" noProof="0" dirty="0">
                <a:solidFill>
                  <a:srgbClr val="B8003C"/>
                </a:solidFill>
                <a:latin typeface="Verdana"/>
                <a:cs typeface="Verdana"/>
              </a:rPr>
              <a:t>(asociaciones)</a:t>
            </a:r>
            <a:endParaRPr lang="es-CO" sz="2400" noProof="0" dirty="0">
              <a:latin typeface="Verdana"/>
              <a:cs typeface="Verdana"/>
            </a:endParaRPr>
          </a:p>
          <a:p>
            <a:pPr marL="481965" indent="-469265">
              <a:lnSpc>
                <a:spcPts val="2160"/>
              </a:lnSpc>
              <a:spcBef>
                <a:spcPts val="1015"/>
              </a:spcBef>
              <a:buClr>
                <a:srgbClr val="9A0000"/>
              </a:buClr>
              <a:buFont typeface="Wingdings"/>
              <a:buChar char=""/>
              <a:tabLst>
                <a:tab pos="481965" algn="l"/>
              </a:tabLst>
            </a:pPr>
            <a:r>
              <a:rPr lang="es-CO" sz="2000" noProof="0" dirty="0">
                <a:latin typeface="Verdana"/>
                <a:cs typeface="Verdana"/>
              </a:rPr>
              <a:t>Si</a:t>
            </a:r>
            <a:r>
              <a:rPr lang="es-CO" sz="2000" spc="-6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se</a:t>
            </a:r>
            <a:r>
              <a:rPr lang="es-CO" sz="2000" spc="-5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realiza</a:t>
            </a:r>
            <a:r>
              <a:rPr lang="es-CO" sz="2000" spc="-5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sólo</a:t>
            </a:r>
            <a:r>
              <a:rPr lang="es-CO" sz="2000" spc="-5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toma</a:t>
            </a:r>
            <a:r>
              <a:rPr lang="es-CO" sz="2000" spc="-5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de</a:t>
            </a:r>
            <a:r>
              <a:rPr lang="es-CO" sz="2000" spc="-5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decisión</a:t>
            </a:r>
            <a:r>
              <a:rPr lang="es-CO" sz="2000" spc="-6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en</a:t>
            </a:r>
            <a:r>
              <a:rPr lang="es-CO" sz="2000" spc="-5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función</a:t>
            </a:r>
            <a:r>
              <a:rPr lang="es-CO" sz="2000" spc="-7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de</a:t>
            </a:r>
            <a:r>
              <a:rPr lang="es-CO" sz="2000" spc="-5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los</a:t>
            </a:r>
            <a:r>
              <a:rPr lang="es-CO" sz="2000" spc="-40" noProof="0" dirty="0">
                <a:latin typeface="Verdana"/>
                <a:cs typeface="Verdana"/>
              </a:rPr>
              <a:t> </a:t>
            </a:r>
            <a:r>
              <a:rPr lang="es-CO" sz="2000" spc="-10" noProof="0" dirty="0">
                <a:latin typeface="Verdana"/>
                <a:cs typeface="Verdana"/>
              </a:rPr>
              <a:t>informes</a:t>
            </a:r>
            <a:endParaRPr lang="es-CO" sz="2000" noProof="0" dirty="0">
              <a:latin typeface="Verdana"/>
              <a:cs typeface="Verdana"/>
            </a:endParaRPr>
          </a:p>
          <a:p>
            <a:pPr marL="481965">
              <a:lnSpc>
                <a:spcPts val="2160"/>
              </a:lnSpc>
            </a:pPr>
            <a:r>
              <a:rPr lang="es-CO" sz="2000" noProof="0" dirty="0">
                <a:latin typeface="Verdana"/>
                <a:cs typeface="Verdana"/>
              </a:rPr>
              <a:t>(datos),</a:t>
            </a:r>
            <a:r>
              <a:rPr lang="es-CO" sz="2000" spc="-8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por</a:t>
            </a:r>
            <a:r>
              <a:rPr lang="es-CO" sz="2000" spc="-6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ejemplo</a:t>
            </a:r>
            <a:r>
              <a:rPr lang="es-CO" sz="2000" spc="-1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para</a:t>
            </a:r>
            <a:r>
              <a:rPr lang="es-CO" sz="2000" spc="-8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dos</a:t>
            </a:r>
            <a:r>
              <a:rPr lang="es-CO" sz="2000" spc="-6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productos,</a:t>
            </a:r>
            <a:r>
              <a:rPr lang="es-CO" sz="2000" spc="-11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cerveza</a:t>
            </a:r>
            <a:r>
              <a:rPr lang="es-CO" sz="2000" spc="-11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y</a:t>
            </a:r>
            <a:r>
              <a:rPr lang="es-CO" sz="2000" spc="-50" noProof="0" dirty="0">
                <a:latin typeface="Verdana"/>
                <a:cs typeface="Verdana"/>
              </a:rPr>
              <a:t> </a:t>
            </a:r>
            <a:r>
              <a:rPr lang="es-CO" sz="2000" spc="-10" noProof="0" dirty="0">
                <a:latin typeface="Verdana"/>
                <a:cs typeface="Verdana"/>
              </a:rPr>
              <a:t>pañales</a:t>
            </a:r>
            <a:endParaRPr lang="es-CO" sz="2000" noProof="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8480" y="6087567"/>
            <a:ext cx="4446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2400" b="1" i="1" noProof="0" dirty="0">
                <a:solidFill>
                  <a:srgbClr val="3D4BCC"/>
                </a:solidFill>
                <a:latin typeface="Verdana"/>
                <a:cs typeface="Verdana"/>
              </a:rPr>
              <a:t>¿Qué</a:t>
            </a:r>
            <a:r>
              <a:rPr lang="es-CO" sz="2400" b="1" i="1" spc="-120" noProof="0" dirty="0">
                <a:solidFill>
                  <a:srgbClr val="3D4BCC"/>
                </a:solidFill>
                <a:latin typeface="Verdana"/>
                <a:cs typeface="Verdana"/>
              </a:rPr>
              <a:t> </a:t>
            </a:r>
            <a:r>
              <a:rPr lang="es-CO" sz="2400" b="1" i="1" noProof="0" dirty="0">
                <a:solidFill>
                  <a:srgbClr val="3D4BCC"/>
                </a:solidFill>
                <a:latin typeface="Verdana"/>
                <a:cs typeface="Verdana"/>
              </a:rPr>
              <a:t>información</a:t>
            </a:r>
            <a:r>
              <a:rPr lang="es-CO" sz="2400" b="1" i="1" spc="-95" noProof="0" dirty="0">
                <a:solidFill>
                  <a:srgbClr val="3D4BCC"/>
                </a:solidFill>
                <a:latin typeface="Verdana"/>
                <a:cs typeface="Verdana"/>
              </a:rPr>
              <a:t> </a:t>
            </a:r>
            <a:r>
              <a:rPr lang="es-CO" sz="2400" b="1" i="1" spc="-10" noProof="0" dirty="0">
                <a:solidFill>
                  <a:srgbClr val="3D4BCC"/>
                </a:solidFill>
                <a:latin typeface="Verdana"/>
                <a:cs typeface="Verdana"/>
              </a:rPr>
              <a:t>aporta?</a:t>
            </a:r>
            <a:endParaRPr lang="es-CO" sz="2400" noProof="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6496" rIns="0" bIns="0" rtlCol="0">
            <a:spAutoFit/>
          </a:bodyPr>
          <a:lstStyle/>
          <a:p>
            <a:pPr marL="1706245">
              <a:lnSpc>
                <a:spcPct val="100000"/>
              </a:lnSpc>
              <a:spcBef>
                <a:spcPts val="95"/>
              </a:spcBef>
            </a:pP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Minería</a:t>
            </a:r>
            <a:r>
              <a:rPr lang="es-CO" sz="2800" spc="-25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de</a:t>
            </a:r>
            <a:r>
              <a:rPr lang="es-CO" sz="2800" spc="-105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Datos.</a:t>
            </a:r>
            <a:r>
              <a:rPr lang="es-CO" sz="2800" spc="-60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Caso</a:t>
            </a:r>
            <a:r>
              <a:rPr lang="es-CO" sz="2800" spc="-80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de</a:t>
            </a:r>
            <a:r>
              <a:rPr lang="es-CO" sz="2800" spc="-120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spc="-10" noProof="0" dirty="0">
                <a:solidFill>
                  <a:srgbClr val="9A0000"/>
                </a:solidFill>
                <a:latin typeface="Verdana"/>
                <a:cs typeface="Verdana"/>
              </a:rPr>
              <a:t>estudio</a:t>
            </a:r>
            <a:endParaRPr lang="es-CO" sz="2800" noProof="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18716" y="1629155"/>
            <a:ext cx="8426450" cy="0"/>
          </a:xfrm>
          <a:custGeom>
            <a:avLst/>
            <a:gdLst/>
            <a:ahLst/>
            <a:cxnLst/>
            <a:rect l="l" t="t" r="r" b="b"/>
            <a:pathLst>
              <a:path w="8426450">
                <a:moveTo>
                  <a:pt x="0" y="0"/>
                </a:moveTo>
                <a:lnTo>
                  <a:pt x="8425941" y="0"/>
                </a:lnTo>
              </a:path>
            </a:pathLst>
          </a:custGeom>
          <a:ln w="76200">
            <a:solidFill>
              <a:srgbClr val="336699"/>
            </a:solidFill>
          </a:ln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3" name="object 3"/>
          <p:cNvSpPr txBox="1"/>
          <p:nvPr/>
        </p:nvSpPr>
        <p:spPr>
          <a:xfrm>
            <a:off x="9157843" y="3700471"/>
            <a:ext cx="8693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1800" spc="-10" noProof="0" dirty="0">
                <a:latin typeface="Verdana"/>
                <a:cs typeface="Verdana"/>
              </a:rPr>
              <a:t>patatas</a:t>
            </a:r>
            <a:endParaRPr lang="es-CO" sz="1800" noProof="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02611" y="4488942"/>
            <a:ext cx="7584440" cy="1997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0" marR="5080" indent="-437515">
              <a:lnSpc>
                <a:spcPct val="100000"/>
              </a:lnSpc>
              <a:spcBef>
                <a:spcPts val="100"/>
              </a:spcBef>
              <a:buClr>
                <a:srgbClr val="003366"/>
              </a:buClr>
              <a:buFont typeface="Wingdings"/>
              <a:buChar char=""/>
              <a:tabLst>
                <a:tab pos="920750" algn="l"/>
              </a:tabLst>
            </a:pPr>
            <a:r>
              <a:rPr lang="es-CO" sz="1800" noProof="0" dirty="0">
                <a:latin typeface="Verdana"/>
                <a:cs typeface="Verdana"/>
              </a:rPr>
              <a:t>Los</a:t>
            </a:r>
            <a:r>
              <a:rPr lang="es-CO" sz="1800" spc="-60" noProof="0" dirty="0">
                <a:latin typeface="Verdana"/>
                <a:cs typeface="Verdana"/>
              </a:rPr>
              <a:t> </a:t>
            </a:r>
            <a:r>
              <a:rPr lang="es-CO" sz="1800" noProof="0" dirty="0">
                <a:latin typeface="Verdana"/>
                <a:cs typeface="Verdana"/>
              </a:rPr>
              <a:t>viernes</a:t>
            </a:r>
            <a:r>
              <a:rPr lang="es-CO" sz="1800" spc="-65" noProof="0" dirty="0">
                <a:latin typeface="Verdana"/>
                <a:cs typeface="Verdana"/>
              </a:rPr>
              <a:t> </a:t>
            </a:r>
            <a:r>
              <a:rPr lang="es-CO" sz="1800" noProof="0" dirty="0">
                <a:latin typeface="Verdana"/>
                <a:cs typeface="Verdana"/>
              </a:rPr>
              <a:t>por</a:t>
            </a:r>
            <a:r>
              <a:rPr lang="es-CO" sz="1800" spc="-45" noProof="0" dirty="0">
                <a:latin typeface="Verdana"/>
                <a:cs typeface="Verdana"/>
              </a:rPr>
              <a:t> </a:t>
            </a:r>
            <a:r>
              <a:rPr lang="es-CO" sz="1800" noProof="0" dirty="0">
                <a:latin typeface="Verdana"/>
                <a:cs typeface="Verdana"/>
              </a:rPr>
              <a:t>la</a:t>
            </a:r>
            <a:r>
              <a:rPr lang="es-CO" sz="1800" spc="-40" noProof="0" dirty="0">
                <a:latin typeface="Verdana"/>
                <a:cs typeface="Verdana"/>
              </a:rPr>
              <a:t> </a:t>
            </a:r>
            <a:r>
              <a:rPr lang="es-CO" sz="1800" noProof="0" dirty="0">
                <a:latin typeface="Verdana"/>
                <a:cs typeface="Verdana"/>
              </a:rPr>
              <a:t>tarde,</a:t>
            </a:r>
            <a:r>
              <a:rPr lang="es-CO" sz="1800" spc="-50" noProof="0" dirty="0">
                <a:latin typeface="Verdana"/>
                <a:cs typeface="Verdana"/>
              </a:rPr>
              <a:t> </a:t>
            </a:r>
            <a:r>
              <a:rPr lang="es-CO" sz="1800" noProof="0" dirty="0">
                <a:latin typeface="Verdana"/>
                <a:cs typeface="Verdana"/>
              </a:rPr>
              <a:t>con</a:t>
            </a:r>
            <a:r>
              <a:rPr lang="es-CO" sz="1800" spc="-50" noProof="0" dirty="0">
                <a:latin typeface="Verdana"/>
                <a:cs typeface="Verdana"/>
              </a:rPr>
              <a:t> </a:t>
            </a:r>
            <a:r>
              <a:rPr lang="es-CO" sz="1800" noProof="0" dirty="0">
                <a:latin typeface="Verdana"/>
                <a:cs typeface="Verdana"/>
              </a:rPr>
              <a:t>frecuencia,</a:t>
            </a:r>
            <a:r>
              <a:rPr lang="es-CO" sz="1800" spc="-45" noProof="0" dirty="0">
                <a:latin typeface="Verdana"/>
                <a:cs typeface="Verdana"/>
              </a:rPr>
              <a:t> </a:t>
            </a:r>
            <a:r>
              <a:rPr lang="es-CO" sz="1800" noProof="0" dirty="0">
                <a:latin typeface="Verdana"/>
                <a:cs typeface="Verdana"/>
              </a:rPr>
              <a:t>quienes</a:t>
            </a:r>
            <a:r>
              <a:rPr lang="es-CO" sz="1800" spc="-50" noProof="0" dirty="0">
                <a:latin typeface="Verdana"/>
                <a:cs typeface="Verdana"/>
              </a:rPr>
              <a:t> </a:t>
            </a:r>
            <a:r>
              <a:rPr lang="es-CO" sz="1800" spc="-10" noProof="0" dirty="0">
                <a:latin typeface="Verdana"/>
                <a:cs typeface="Verdana"/>
              </a:rPr>
              <a:t>compran </a:t>
            </a:r>
            <a:r>
              <a:rPr lang="es-CO" sz="1800" noProof="0" dirty="0">
                <a:latin typeface="Verdana"/>
                <a:cs typeface="Verdana"/>
              </a:rPr>
              <a:t>pañales,</a:t>
            </a:r>
            <a:r>
              <a:rPr lang="es-CO" sz="1800" spc="-100" noProof="0" dirty="0">
                <a:latin typeface="Verdana"/>
                <a:cs typeface="Verdana"/>
              </a:rPr>
              <a:t> </a:t>
            </a:r>
            <a:r>
              <a:rPr lang="es-CO" sz="1800" noProof="0" dirty="0">
                <a:latin typeface="Verdana"/>
                <a:cs typeface="Verdana"/>
              </a:rPr>
              <a:t>compran</a:t>
            </a:r>
            <a:r>
              <a:rPr lang="es-CO" sz="1800" spc="-95" noProof="0" dirty="0">
                <a:latin typeface="Verdana"/>
                <a:cs typeface="Verdana"/>
              </a:rPr>
              <a:t> </a:t>
            </a:r>
            <a:r>
              <a:rPr lang="es-CO" sz="1800" noProof="0" dirty="0">
                <a:latin typeface="Verdana"/>
                <a:cs typeface="Verdana"/>
              </a:rPr>
              <a:t>también</a:t>
            </a:r>
            <a:r>
              <a:rPr lang="es-CO" sz="1800" spc="-80" noProof="0" dirty="0">
                <a:latin typeface="Verdana"/>
                <a:cs typeface="Verdana"/>
              </a:rPr>
              <a:t> </a:t>
            </a:r>
            <a:r>
              <a:rPr lang="es-CO" sz="1800" spc="-10" noProof="0" dirty="0">
                <a:latin typeface="Verdana"/>
                <a:cs typeface="Verdana"/>
              </a:rPr>
              <a:t>cerveza.</a:t>
            </a:r>
            <a:endParaRPr lang="es-CO" sz="1800" noProof="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lang="es-CO" sz="1800" noProof="0" dirty="0">
              <a:latin typeface="Verdana"/>
              <a:cs typeface="Verdana"/>
            </a:endParaRPr>
          </a:p>
          <a:p>
            <a:pPr marL="481965" indent="-469265">
              <a:lnSpc>
                <a:spcPct val="100000"/>
              </a:lnSpc>
              <a:spcBef>
                <a:spcPts val="5"/>
              </a:spcBef>
              <a:buClr>
                <a:srgbClr val="9A0000"/>
              </a:buClr>
              <a:buFont typeface="Wingdings"/>
              <a:buChar char=""/>
              <a:tabLst>
                <a:tab pos="481965" algn="l"/>
              </a:tabLst>
            </a:pPr>
            <a:r>
              <a:rPr lang="es-CO" sz="2000" noProof="0" dirty="0">
                <a:latin typeface="Verdana"/>
                <a:cs typeface="Verdana"/>
              </a:rPr>
              <a:t>¿Qué</a:t>
            </a:r>
            <a:r>
              <a:rPr lang="es-CO" sz="2000" spc="-114" noProof="0" dirty="0">
                <a:latin typeface="Verdana"/>
                <a:cs typeface="Verdana"/>
              </a:rPr>
              <a:t> </a:t>
            </a:r>
            <a:r>
              <a:rPr lang="es-CO" sz="2000" spc="-10" noProof="0" dirty="0">
                <a:latin typeface="Verdana"/>
                <a:cs typeface="Verdana"/>
              </a:rPr>
              <a:t>significa?</a:t>
            </a:r>
            <a:endParaRPr lang="es-CO" sz="2000" noProof="0" dirty="0">
              <a:latin typeface="Verdana"/>
              <a:cs typeface="Verdana"/>
            </a:endParaRPr>
          </a:p>
          <a:p>
            <a:pPr marL="481965" indent="-469265">
              <a:lnSpc>
                <a:spcPct val="100000"/>
              </a:lnSpc>
              <a:spcBef>
                <a:spcPts val="505"/>
              </a:spcBef>
              <a:buClr>
                <a:srgbClr val="9A0000"/>
              </a:buClr>
              <a:buFont typeface="Wingdings"/>
              <a:buChar char=""/>
              <a:tabLst>
                <a:tab pos="481965" algn="l"/>
              </a:tabLst>
            </a:pPr>
            <a:r>
              <a:rPr lang="es-CO" sz="2000" noProof="0" dirty="0">
                <a:latin typeface="Verdana"/>
                <a:cs typeface="Verdana"/>
              </a:rPr>
              <a:t>¿A</a:t>
            </a:r>
            <a:r>
              <a:rPr lang="es-CO" sz="2000" spc="-6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qué</a:t>
            </a:r>
            <a:r>
              <a:rPr lang="es-CO" sz="2000" spc="-5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se</a:t>
            </a:r>
            <a:r>
              <a:rPr lang="es-CO" sz="2000" spc="-50" noProof="0" dirty="0">
                <a:latin typeface="Verdana"/>
                <a:cs typeface="Verdana"/>
              </a:rPr>
              <a:t> </a:t>
            </a:r>
            <a:r>
              <a:rPr lang="es-CO" sz="2000" spc="-20" noProof="0" dirty="0">
                <a:latin typeface="Verdana"/>
                <a:cs typeface="Verdana"/>
              </a:rPr>
              <a:t>debe?</a:t>
            </a:r>
            <a:endParaRPr lang="es-CO" sz="2000" noProof="0" dirty="0">
              <a:latin typeface="Verdana"/>
              <a:cs typeface="Verdana"/>
            </a:endParaRPr>
          </a:p>
          <a:p>
            <a:pPr marL="481965" indent="-469265">
              <a:lnSpc>
                <a:spcPct val="100000"/>
              </a:lnSpc>
              <a:spcBef>
                <a:spcPts val="505"/>
              </a:spcBef>
              <a:buClr>
                <a:srgbClr val="9A0000"/>
              </a:buClr>
              <a:buFont typeface="Wingdings"/>
              <a:buChar char=""/>
              <a:tabLst>
                <a:tab pos="481965" algn="l"/>
              </a:tabLst>
            </a:pPr>
            <a:r>
              <a:rPr lang="es-CO" sz="2000" noProof="0" dirty="0">
                <a:latin typeface="Verdana"/>
                <a:cs typeface="Verdana"/>
              </a:rPr>
              <a:t>Acciones</a:t>
            </a:r>
            <a:r>
              <a:rPr lang="es-CO" sz="2000" spc="-13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a</a:t>
            </a:r>
            <a:r>
              <a:rPr lang="es-CO" sz="2000" spc="-60" noProof="0" dirty="0">
                <a:latin typeface="Verdana"/>
                <a:cs typeface="Verdana"/>
              </a:rPr>
              <a:t> </a:t>
            </a:r>
            <a:r>
              <a:rPr lang="es-CO" sz="2000" spc="-10" noProof="0" dirty="0">
                <a:latin typeface="Verdana"/>
                <a:cs typeface="Verdana"/>
              </a:rPr>
              <a:t>realizar</a:t>
            </a:r>
            <a:endParaRPr lang="es-CO" sz="2000" noProof="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86200" y="4061663"/>
            <a:ext cx="50558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CO" sz="1600" b="1" noProof="0" dirty="0">
                <a:solidFill>
                  <a:srgbClr val="B8003C"/>
                </a:solidFill>
                <a:latin typeface="Arial"/>
                <a:cs typeface="Arial"/>
              </a:rPr>
              <a:t>¡Para</a:t>
            </a:r>
            <a:r>
              <a:rPr lang="es-CO" sz="1600" b="1" spc="-55" noProof="0" dirty="0">
                <a:solidFill>
                  <a:srgbClr val="B8003C"/>
                </a:solidFill>
                <a:latin typeface="Arial"/>
                <a:cs typeface="Arial"/>
              </a:rPr>
              <a:t> </a:t>
            </a:r>
            <a:r>
              <a:rPr lang="es-CO" sz="1600" b="1" noProof="0" dirty="0">
                <a:solidFill>
                  <a:srgbClr val="B8003C"/>
                </a:solidFill>
                <a:latin typeface="Arial"/>
                <a:cs typeface="Arial"/>
              </a:rPr>
              <a:t>eso</a:t>
            </a:r>
            <a:r>
              <a:rPr lang="es-CO" sz="1600" b="1" spc="-40" noProof="0" dirty="0">
                <a:solidFill>
                  <a:srgbClr val="B8003C"/>
                </a:solidFill>
                <a:latin typeface="Arial"/>
                <a:cs typeface="Arial"/>
              </a:rPr>
              <a:t> </a:t>
            </a:r>
            <a:r>
              <a:rPr lang="es-CO" sz="1600" b="1" noProof="0" dirty="0">
                <a:solidFill>
                  <a:srgbClr val="B8003C"/>
                </a:solidFill>
                <a:latin typeface="Arial"/>
                <a:cs typeface="Arial"/>
              </a:rPr>
              <a:t>no</a:t>
            </a:r>
            <a:r>
              <a:rPr lang="es-CO" sz="1600" b="1" spc="-30" noProof="0" dirty="0">
                <a:solidFill>
                  <a:srgbClr val="B8003C"/>
                </a:solidFill>
                <a:latin typeface="Arial"/>
                <a:cs typeface="Arial"/>
              </a:rPr>
              <a:t> </a:t>
            </a:r>
            <a:r>
              <a:rPr lang="es-CO" sz="1600" b="1" noProof="0" dirty="0">
                <a:solidFill>
                  <a:srgbClr val="B8003C"/>
                </a:solidFill>
                <a:latin typeface="Arial"/>
                <a:cs typeface="Arial"/>
              </a:rPr>
              <a:t>es</a:t>
            </a:r>
            <a:r>
              <a:rPr lang="es-CO" sz="1600" b="1" spc="-30" noProof="0" dirty="0">
                <a:solidFill>
                  <a:srgbClr val="B8003C"/>
                </a:solidFill>
                <a:latin typeface="Arial"/>
                <a:cs typeface="Arial"/>
              </a:rPr>
              <a:t> </a:t>
            </a:r>
            <a:r>
              <a:rPr lang="es-CO" sz="1600" b="1" noProof="0" dirty="0">
                <a:solidFill>
                  <a:srgbClr val="B8003C"/>
                </a:solidFill>
                <a:latin typeface="Arial"/>
                <a:cs typeface="Arial"/>
              </a:rPr>
              <a:t>necesario</a:t>
            </a:r>
            <a:r>
              <a:rPr lang="es-CO" sz="1600" b="1" spc="-40" noProof="0" dirty="0">
                <a:solidFill>
                  <a:srgbClr val="B8003C"/>
                </a:solidFill>
                <a:latin typeface="Arial"/>
                <a:cs typeface="Arial"/>
              </a:rPr>
              <a:t> </a:t>
            </a:r>
            <a:r>
              <a:rPr lang="es-CO" sz="1600" b="1" noProof="0" dirty="0">
                <a:solidFill>
                  <a:srgbClr val="B8003C"/>
                </a:solidFill>
                <a:latin typeface="Arial"/>
                <a:cs typeface="Arial"/>
              </a:rPr>
              <a:t>el</a:t>
            </a:r>
            <a:r>
              <a:rPr lang="es-CO" sz="1600" b="1" spc="-15" noProof="0" dirty="0">
                <a:solidFill>
                  <a:srgbClr val="B8003C"/>
                </a:solidFill>
                <a:latin typeface="Arial"/>
                <a:cs typeface="Arial"/>
              </a:rPr>
              <a:t> </a:t>
            </a:r>
            <a:r>
              <a:rPr lang="es-CO" sz="1600" b="1" noProof="0" dirty="0">
                <a:solidFill>
                  <a:srgbClr val="B8003C"/>
                </a:solidFill>
                <a:latin typeface="Arial"/>
                <a:cs typeface="Arial"/>
              </a:rPr>
              <a:t>uso</a:t>
            </a:r>
            <a:r>
              <a:rPr lang="es-CO" sz="1600" b="1" spc="-40" noProof="0" dirty="0">
                <a:solidFill>
                  <a:srgbClr val="B8003C"/>
                </a:solidFill>
                <a:latin typeface="Arial"/>
                <a:cs typeface="Arial"/>
              </a:rPr>
              <a:t> </a:t>
            </a:r>
            <a:r>
              <a:rPr lang="es-CO" sz="1600" b="1" noProof="0" dirty="0">
                <a:solidFill>
                  <a:srgbClr val="B8003C"/>
                </a:solidFill>
                <a:latin typeface="Arial"/>
                <a:cs typeface="Arial"/>
              </a:rPr>
              <a:t>de</a:t>
            </a:r>
            <a:r>
              <a:rPr lang="es-CO" sz="1600" b="1" spc="-15" noProof="0" dirty="0">
                <a:solidFill>
                  <a:srgbClr val="B8003C"/>
                </a:solidFill>
                <a:latin typeface="Arial"/>
                <a:cs typeface="Arial"/>
              </a:rPr>
              <a:t> </a:t>
            </a:r>
            <a:r>
              <a:rPr lang="es-CO" sz="1600" b="1" noProof="0" dirty="0">
                <a:solidFill>
                  <a:srgbClr val="B8003C"/>
                </a:solidFill>
                <a:latin typeface="Arial"/>
                <a:cs typeface="Arial"/>
              </a:rPr>
              <a:t>técnicas</a:t>
            </a:r>
            <a:r>
              <a:rPr lang="es-CO" sz="1600" b="1" spc="-25" noProof="0" dirty="0">
                <a:solidFill>
                  <a:srgbClr val="B8003C"/>
                </a:solidFill>
                <a:latin typeface="Arial"/>
                <a:cs typeface="Arial"/>
              </a:rPr>
              <a:t> </a:t>
            </a:r>
            <a:r>
              <a:rPr lang="es-CO" sz="1600" b="1" noProof="0" dirty="0">
                <a:solidFill>
                  <a:srgbClr val="B8003C"/>
                </a:solidFill>
                <a:latin typeface="Arial"/>
                <a:cs typeface="Arial"/>
              </a:rPr>
              <a:t>de</a:t>
            </a:r>
            <a:r>
              <a:rPr lang="es-CO" sz="1600" b="1" spc="-30" noProof="0" dirty="0">
                <a:solidFill>
                  <a:srgbClr val="B8003C"/>
                </a:solidFill>
                <a:latin typeface="Arial"/>
                <a:cs typeface="Arial"/>
              </a:rPr>
              <a:t> </a:t>
            </a:r>
            <a:r>
              <a:rPr lang="es-CO" sz="1600" b="1" spc="-25" noProof="0" dirty="0">
                <a:solidFill>
                  <a:srgbClr val="B8003C"/>
                </a:solidFill>
                <a:latin typeface="Arial"/>
                <a:cs typeface="Arial"/>
              </a:rPr>
              <a:t>DM!</a:t>
            </a:r>
            <a:endParaRPr lang="es-CO" sz="1600" noProof="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64842" y="1551438"/>
            <a:ext cx="9569958" cy="2449388"/>
          </a:xfrm>
          <a:prstGeom prst="rect">
            <a:avLst/>
          </a:prstGeom>
        </p:spPr>
        <p:txBody>
          <a:bodyPr vert="horz" wrap="square" lIns="0" tIns="223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60"/>
              </a:spcBef>
            </a:pPr>
            <a:r>
              <a:rPr lang="es-CO" sz="2900" noProof="0" dirty="0">
                <a:latin typeface="Microsoft Sans Serif"/>
                <a:cs typeface="Microsoft Sans Serif"/>
              </a:rPr>
              <a:t>Marketing</a:t>
            </a:r>
            <a:r>
              <a:rPr lang="es-CO" sz="2900" spc="-4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y</a:t>
            </a:r>
            <a:r>
              <a:rPr lang="es-CO" sz="2900" spc="-5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ventas</a:t>
            </a:r>
            <a:r>
              <a:rPr lang="es-CO" sz="2900" spc="-40" noProof="0" dirty="0">
                <a:latin typeface="Microsoft Sans Serif"/>
                <a:cs typeface="Microsoft Sans Serif"/>
              </a:rPr>
              <a:t> </a:t>
            </a:r>
            <a:r>
              <a:rPr lang="es-CO" sz="2900" spc="-10" noProof="0" dirty="0">
                <a:latin typeface="Microsoft Sans Serif"/>
                <a:cs typeface="Microsoft Sans Serif"/>
              </a:rPr>
              <a:t>(asociaciones)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567055" indent="-469265">
              <a:lnSpc>
                <a:spcPct val="100000"/>
              </a:lnSpc>
              <a:spcBef>
                <a:spcPts val="1150"/>
              </a:spcBef>
              <a:buClr>
                <a:srgbClr val="9A0000"/>
              </a:buClr>
              <a:buFont typeface="Wingdings"/>
              <a:buChar char=""/>
              <a:tabLst>
                <a:tab pos="567055" algn="l"/>
                <a:tab pos="1918970" algn="l"/>
                <a:tab pos="3487420" algn="l"/>
                <a:tab pos="4525645" algn="l"/>
                <a:tab pos="5002530" algn="l"/>
                <a:tab pos="5869940" algn="l"/>
                <a:tab pos="6506845" algn="l"/>
                <a:tab pos="7623809" algn="l"/>
                <a:tab pos="8113395" algn="l"/>
                <a:tab pos="9119235" algn="l"/>
              </a:tabLst>
            </a:pPr>
            <a:r>
              <a:rPr lang="es-CO" sz="2000" spc="-10" noProof="0" dirty="0">
                <a:latin typeface="Verdana"/>
                <a:cs typeface="Verdana"/>
              </a:rPr>
              <a:t>Objetivo:</a:t>
            </a:r>
            <a:r>
              <a:rPr lang="es-CO" sz="2000" noProof="0" dirty="0">
                <a:latin typeface="Verdana"/>
                <a:cs typeface="Verdana"/>
              </a:rPr>
              <a:t>	</a:t>
            </a:r>
            <a:r>
              <a:rPr lang="es-CO" sz="2000" spc="-10" noProof="0" dirty="0">
                <a:latin typeface="Verdana"/>
                <a:cs typeface="Verdana"/>
              </a:rPr>
              <a:t>determinar</a:t>
            </a:r>
            <a:r>
              <a:rPr lang="es-CO" sz="2000" noProof="0" dirty="0">
                <a:latin typeface="Verdana"/>
                <a:cs typeface="Verdana"/>
              </a:rPr>
              <a:t>	</a:t>
            </a:r>
            <a:r>
              <a:rPr lang="es-CO" sz="2000" spc="-10" noProof="0" dirty="0">
                <a:latin typeface="Verdana"/>
                <a:cs typeface="Verdana"/>
              </a:rPr>
              <a:t>grupos</a:t>
            </a:r>
            <a:r>
              <a:rPr lang="es-CO" sz="2000" noProof="0" dirty="0">
                <a:latin typeface="Verdana"/>
                <a:cs typeface="Verdana"/>
              </a:rPr>
              <a:t>	</a:t>
            </a:r>
            <a:r>
              <a:rPr lang="es-CO" sz="2000" spc="-25" noProof="0" dirty="0">
                <a:latin typeface="Verdana"/>
                <a:cs typeface="Verdana"/>
              </a:rPr>
              <a:t>de</a:t>
            </a:r>
            <a:r>
              <a:rPr lang="es-CO" sz="2000" noProof="0" dirty="0">
                <a:latin typeface="Verdana"/>
                <a:cs typeface="Verdana"/>
              </a:rPr>
              <a:t>	</a:t>
            </a:r>
            <a:r>
              <a:rPr lang="es-CO" sz="2000" spc="-10" noProof="0" dirty="0">
                <a:latin typeface="Verdana"/>
                <a:cs typeface="Verdana"/>
              </a:rPr>
              <a:t>ítems</a:t>
            </a:r>
            <a:r>
              <a:rPr lang="es-CO" sz="2000" noProof="0" dirty="0">
                <a:latin typeface="Verdana"/>
                <a:cs typeface="Verdana"/>
              </a:rPr>
              <a:t>	</a:t>
            </a:r>
            <a:r>
              <a:rPr lang="es-CO" sz="2000" spc="-25" noProof="0" dirty="0">
                <a:latin typeface="Verdana"/>
                <a:cs typeface="Verdana"/>
              </a:rPr>
              <a:t>que</a:t>
            </a:r>
            <a:r>
              <a:rPr lang="es-CO" sz="2000" noProof="0" dirty="0">
                <a:latin typeface="Verdana"/>
                <a:cs typeface="Verdana"/>
              </a:rPr>
              <a:t>	</a:t>
            </a:r>
            <a:r>
              <a:rPr lang="es-CO" sz="2000" spc="-10" noProof="0" dirty="0">
                <a:latin typeface="Verdana"/>
                <a:cs typeface="Verdana"/>
              </a:rPr>
              <a:t>tienden</a:t>
            </a:r>
            <a:r>
              <a:rPr lang="es-CO" sz="2000" noProof="0" dirty="0">
                <a:latin typeface="Verdana"/>
                <a:cs typeface="Verdana"/>
              </a:rPr>
              <a:t>	</a:t>
            </a:r>
            <a:r>
              <a:rPr lang="es-CO" sz="2000" spc="-50" noProof="0" dirty="0">
                <a:latin typeface="Verdana"/>
                <a:cs typeface="Verdana"/>
              </a:rPr>
              <a:t>a </a:t>
            </a:r>
            <a:r>
              <a:rPr lang="es-CO" sz="2000" spc="-10" noProof="0" dirty="0">
                <a:latin typeface="Verdana"/>
                <a:cs typeface="Verdana"/>
              </a:rPr>
              <a:t>ocurrir juntos</a:t>
            </a:r>
            <a:endParaRPr lang="es-CO" sz="2000" noProof="0" dirty="0">
              <a:latin typeface="Verdana"/>
              <a:cs typeface="Verdana"/>
            </a:endParaRPr>
          </a:p>
          <a:p>
            <a:pPr marL="567055">
              <a:lnSpc>
                <a:spcPct val="100000"/>
              </a:lnSpc>
              <a:spcBef>
                <a:spcPts val="5"/>
              </a:spcBef>
            </a:pPr>
            <a:r>
              <a:rPr lang="es-CO" sz="2000" noProof="0" dirty="0">
                <a:latin typeface="Verdana"/>
                <a:cs typeface="Verdana"/>
              </a:rPr>
              <a:t>transacciones</a:t>
            </a:r>
            <a:r>
              <a:rPr lang="es-CO" sz="2000" spc="-8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(=tickets</a:t>
            </a:r>
            <a:r>
              <a:rPr lang="es-CO" sz="2000" spc="-7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de</a:t>
            </a:r>
            <a:r>
              <a:rPr lang="es-CO" sz="2000" spc="-5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compra</a:t>
            </a:r>
            <a:r>
              <a:rPr lang="es-CO" sz="2000" spc="-6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pagados</a:t>
            </a:r>
            <a:r>
              <a:rPr lang="es-CO" sz="2000" spc="-7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con</a:t>
            </a:r>
            <a:r>
              <a:rPr lang="es-CO" sz="2000" spc="-5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o</a:t>
            </a:r>
            <a:r>
              <a:rPr lang="es-CO" sz="2000" spc="-3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sin</a:t>
            </a:r>
            <a:r>
              <a:rPr lang="es-CO" sz="2000" spc="-55" noProof="0" dirty="0">
                <a:latin typeface="Verdana"/>
                <a:cs typeface="Verdana"/>
              </a:rPr>
              <a:t> </a:t>
            </a:r>
            <a:r>
              <a:rPr lang="es-CO" sz="2000" spc="-10" noProof="0" dirty="0">
                <a:latin typeface="Verdana"/>
                <a:cs typeface="Verdana"/>
              </a:rPr>
              <a:t>tarjeta)</a:t>
            </a:r>
            <a:endParaRPr lang="es-CO" sz="2000" noProof="0" dirty="0">
              <a:latin typeface="Verdana"/>
              <a:cs typeface="Verdana"/>
            </a:endParaRPr>
          </a:p>
          <a:p>
            <a:pPr marL="567055" indent="-469265">
              <a:lnSpc>
                <a:spcPct val="100000"/>
              </a:lnSpc>
              <a:spcBef>
                <a:spcPts val="500"/>
              </a:spcBef>
              <a:buClr>
                <a:srgbClr val="9A0000"/>
              </a:buClr>
              <a:buFont typeface="Wingdings"/>
              <a:buChar char=""/>
              <a:tabLst>
                <a:tab pos="567055" algn="l"/>
              </a:tabLst>
            </a:pPr>
            <a:r>
              <a:rPr lang="es-CO" sz="2000" noProof="0" dirty="0">
                <a:latin typeface="Verdana"/>
                <a:cs typeface="Verdana"/>
              </a:rPr>
              <a:t>Se</a:t>
            </a:r>
            <a:r>
              <a:rPr lang="es-CO" sz="2000" spc="-5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utilizan</a:t>
            </a:r>
            <a:r>
              <a:rPr lang="es-CO" sz="2000" spc="-7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técnicas</a:t>
            </a:r>
            <a:r>
              <a:rPr lang="es-CO" sz="2000" spc="-9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de</a:t>
            </a:r>
            <a:r>
              <a:rPr lang="es-CO" sz="2000" spc="-3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asociación,</a:t>
            </a:r>
            <a:r>
              <a:rPr lang="es-CO" sz="2000" spc="-9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que</a:t>
            </a:r>
            <a:r>
              <a:rPr lang="es-CO" sz="2000" spc="-4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pueden</a:t>
            </a:r>
            <a:r>
              <a:rPr lang="es-CO" sz="2000" spc="-8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descubrir</a:t>
            </a:r>
            <a:r>
              <a:rPr lang="es-CO" sz="2000" spc="-7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información</a:t>
            </a:r>
            <a:r>
              <a:rPr lang="es-CO" sz="2000" spc="-95" noProof="0" dirty="0">
                <a:latin typeface="Verdana"/>
                <a:cs typeface="Verdana"/>
              </a:rPr>
              <a:t> </a:t>
            </a:r>
            <a:r>
              <a:rPr lang="es-CO" sz="2000" spc="-20" noProof="0" dirty="0">
                <a:latin typeface="Verdana"/>
                <a:cs typeface="Verdana"/>
              </a:rPr>
              <a:t>como</a:t>
            </a:r>
            <a:endParaRPr lang="es-CO" sz="2000" noProof="0" dirty="0">
              <a:latin typeface="Verdana"/>
              <a:cs typeface="Verdana"/>
            </a:endParaRPr>
          </a:p>
          <a:p>
            <a:pPr marL="1006475" lvl="1" indent="-437515">
              <a:lnSpc>
                <a:spcPct val="100000"/>
              </a:lnSpc>
              <a:spcBef>
                <a:spcPts val="405"/>
              </a:spcBef>
              <a:buClr>
                <a:srgbClr val="003366"/>
              </a:buClr>
              <a:buFont typeface="Wingdings"/>
              <a:buChar char=""/>
              <a:tabLst>
                <a:tab pos="1006475" algn="l"/>
              </a:tabLst>
            </a:pPr>
            <a:r>
              <a:rPr lang="es-CO" sz="1800" noProof="0" dirty="0">
                <a:latin typeface="Verdana"/>
                <a:cs typeface="Verdana"/>
              </a:rPr>
              <a:t>Los</a:t>
            </a:r>
            <a:r>
              <a:rPr lang="es-CO" sz="1800" spc="-65" noProof="0" dirty="0">
                <a:latin typeface="Verdana"/>
                <a:cs typeface="Verdana"/>
              </a:rPr>
              <a:t> </a:t>
            </a:r>
            <a:r>
              <a:rPr lang="es-CO" sz="1800" noProof="0" dirty="0">
                <a:latin typeface="Verdana"/>
                <a:cs typeface="Verdana"/>
              </a:rPr>
              <a:t>clientes</a:t>
            </a:r>
            <a:r>
              <a:rPr lang="es-CO" sz="1800" spc="-60" noProof="0" dirty="0">
                <a:latin typeface="Verdana"/>
                <a:cs typeface="Verdana"/>
              </a:rPr>
              <a:t> </a:t>
            </a:r>
            <a:r>
              <a:rPr lang="es-CO" sz="1800" noProof="0" dirty="0">
                <a:latin typeface="Verdana"/>
                <a:cs typeface="Verdana"/>
              </a:rPr>
              <a:t>que</a:t>
            </a:r>
            <a:r>
              <a:rPr lang="es-CO" sz="1800" spc="-20" noProof="0" dirty="0">
                <a:latin typeface="Verdana"/>
                <a:cs typeface="Verdana"/>
              </a:rPr>
              <a:t> </a:t>
            </a:r>
            <a:r>
              <a:rPr lang="es-CO" sz="1800" noProof="0" dirty="0">
                <a:latin typeface="Verdana"/>
                <a:cs typeface="Verdana"/>
              </a:rPr>
              <a:t>compran</a:t>
            </a:r>
            <a:r>
              <a:rPr lang="es-CO" sz="1800" spc="-95" noProof="0" dirty="0">
                <a:latin typeface="Verdana"/>
                <a:cs typeface="Verdana"/>
              </a:rPr>
              <a:t> </a:t>
            </a:r>
            <a:r>
              <a:rPr lang="es-CO" sz="1800" noProof="0" dirty="0">
                <a:latin typeface="Verdana"/>
                <a:cs typeface="Verdana"/>
              </a:rPr>
              <a:t>cerveza</a:t>
            </a:r>
            <a:r>
              <a:rPr lang="es-CO" sz="1800" spc="-80" noProof="0" dirty="0">
                <a:latin typeface="Verdana"/>
                <a:cs typeface="Verdana"/>
              </a:rPr>
              <a:t> </a:t>
            </a:r>
            <a:r>
              <a:rPr lang="es-CO" sz="1800" noProof="0" dirty="0">
                <a:latin typeface="Verdana"/>
                <a:cs typeface="Verdana"/>
              </a:rPr>
              <a:t>también</a:t>
            </a:r>
            <a:r>
              <a:rPr lang="es-CO" sz="1800" spc="-50" noProof="0" dirty="0">
                <a:latin typeface="Verdana"/>
                <a:cs typeface="Verdana"/>
              </a:rPr>
              <a:t> </a:t>
            </a:r>
            <a:r>
              <a:rPr lang="es-CO" sz="1800" spc="-10" noProof="0" dirty="0">
                <a:latin typeface="Verdana"/>
                <a:cs typeface="Verdana"/>
              </a:rPr>
              <a:t>compran</a:t>
            </a:r>
            <a:endParaRPr lang="es-CO" sz="1800" noProof="0" dirty="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2295" y="4896611"/>
            <a:ext cx="1363979" cy="154686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121" rIns="0" bIns="0" rtlCol="0">
            <a:spAutoFit/>
          </a:bodyPr>
          <a:lstStyle/>
          <a:p>
            <a:pPr marL="1701800">
              <a:lnSpc>
                <a:spcPct val="100000"/>
              </a:lnSpc>
              <a:spcBef>
                <a:spcPts val="95"/>
              </a:spcBef>
            </a:pP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Minería</a:t>
            </a:r>
            <a:r>
              <a:rPr lang="es-CO" sz="2800" spc="-25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de</a:t>
            </a:r>
            <a:r>
              <a:rPr lang="es-CO" sz="2800" spc="-105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Datos.</a:t>
            </a:r>
            <a:r>
              <a:rPr lang="es-CO" sz="2800" spc="-60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Caso</a:t>
            </a:r>
            <a:r>
              <a:rPr lang="es-CO" sz="2800" spc="-80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de</a:t>
            </a:r>
            <a:r>
              <a:rPr lang="es-CO" sz="2800" spc="-120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spc="-10" noProof="0" dirty="0">
                <a:solidFill>
                  <a:srgbClr val="9A0000"/>
                </a:solidFill>
                <a:latin typeface="Verdana"/>
                <a:cs typeface="Verdana"/>
              </a:rPr>
              <a:t>estudio</a:t>
            </a:r>
            <a:endParaRPr lang="es-CO" sz="2800" noProof="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18716" y="1629155"/>
            <a:ext cx="8426450" cy="0"/>
          </a:xfrm>
          <a:custGeom>
            <a:avLst/>
            <a:gdLst/>
            <a:ahLst/>
            <a:cxnLst/>
            <a:rect l="l" t="t" r="r" b="b"/>
            <a:pathLst>
              <a:path w="8426450">
                <a:moveTo>
                  <a:pt x="0" y="0"/>
                </a:moveTo>
                <a:lnTo>
                  <a:pt x="8425941" y="0"/>
                </a:lnTo>
              </a:path>
            </a:pathLst>
          </a:custGeom>
          <a:ln w="76200">
            <a:solidFill>
              <a:srgbClr val="336699"/>
            </a:solidFill>
          </a:ln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3" name="object 3"/>
          <p:cNvSpPr/>
          <p:nvPr/>
        </p:nvSpPr>
        <p:spPr>
          <a:xfrm>
            <a:off x="1739645" y="2643377"/>
            <a:ext cx="3889375" cy="3672840"/>
          </a:xfrm>
          <a:custGeom>
            <a:avLst/>
            <a:gdLst/>
            <a:ahLst/>
            <a:cxnLst/>
            <a:rect l="l" t="t" r="r" b="b"/>
            <a:pathLst>
              <a:path w="3889375" h="3672840">
                <a:moveTo>
                  <a:pt x="0" y="3672840"/>
                </a:moveTo>
                <a:lnTo>
                  <a:pt x="3888866" y="3672840"/>
                </a:lnTo>
                <a:lnTo>
                  <a:pt x="3888866" y="0"/>
                </a:lnTo>
                <a:lnTo>
                  <a:pt x="0" y="0"/>
                </a:lnTo>
                <a:lnTo>
                  <a:pt x="0" y="3672840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4" name="object 4"/>
          <p:cNvSpPr txBox="1"/>
          <p:nvPr/>
        </p:nvSpPr>
        <p:spPr>
          <a:xfrm>
            <a:off x="1830070" y="2793568"/>
            <a:ext cx="3485515" cy="3404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indent="-469265">
              <a:lnSpc>
                <a:spcPts val="2300"/>
              </a:lnSpc>
              <a:spcBef>
                <a:spcPts val="105"/>
              </a:spcBef>
              <a:buClr>
                <a:srgbClr val="9A0000"/>
              </a:buClr>
              <a:buFont typeface="Wingdings"/>
              <a:buChar char=""/>
              <a:tabLst>
                <a:tab pos="469265" algn="l"/>
              </a:tabLst>
            </a:pPr>
            <a:r>
              <a:rPr lang="es-CO" sz="2000" noProof="0" dirty="0">
                <a:latin typeface="Verdana"/>
                <a:cs typeface="Verdana"/>
              </a:rPr>
              <a:t>Se</a:t>
            </a:r>
            <a:r>
              <a:rPr lang="es-CO" sz="2000" spc="-7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acerca</a:t>
            </a:r>
            <a:r>
              <a:rPr lang="es-CO" sz="2000" spc="-9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el</a:t>
            </a:r>
            <a:r>
              <a:rPr lang="es-CO" sz="2000" spc="-5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fin</a:t>
            </a:r>
            <a:r>
              <a:rPr lang="es-CO" sz="2000" spc="-60" noProof="0" dirty="0">
                <a:latin typeface="Verdana"/>
                <a:cs typeface="Verdana"/>
              </a:rPr>
              <a:t> </a:t>
            </a:r>
            <a:r>
              <a:rPr lang="es-CO" sz="2000" spc="-25" noProof="0" dirty="0">
                <a:latin typeface="Verdana"/>
                <a:cs typeface="Verdana"/>
              </a:rPr>
              <a:t>de</a:t>
            </a:r>
            <a:endParaRPr lang="es-CO" sz="2000" noProof="0" dirty="0">
              <a:latin typeface="Verdana"/>
              <a:cs typeface="Verdana"/>
            </a:endParaRPr>
          </a:p>
          <a:p>
            <a:pPr marL="469265">
              <a:lnSpc>
                <a:spcPts val="2300"/>
              </a:lnSpc>
            </a:pPr>
            <a:r>
              <a:rPr lang="es-CO" sz="2000" spc="-10" noProof="0" dirty="0">
                <a:latin typeface="Verdana"/>
                <a:cs typeface="Verdana"/>
              </a:rPr>
              <a:t>semana</a:t>
            </a:r>
            <a:endParaRPr lang="es-CO" sz="2000" noProof="0" dirty="0">
              <a:latin typeface="Verdana"/>
              <a:cs typeface="Verdana"/>
            </a:endParaRPr>
          </a:p>
          <a:p>
            <a:pPr marL="469265" indent="-469265">
              <a:lnSpc>
                <a:spcPct val="100000"/>
              </a:lnSpc>
              <a:spcBef>
                <a:spcPts val="204"/>
              </a:spcBef>
              <a:buClr>
                <a:srgbClr val="9A0000"/>
              </a:buClr>
              <a:buFont typeface="Wingdings"/>
              <a:buChar char=""/>
              <a:tabLst>
                <a:tab pos="469265" algn="l"/>
              </a:tabLst>
            </a:pPr>
            <a:r>
              <a:rPr lang="es-CO" sz="2000" noProof="0" dirty="0">
                <a:latin typeface="Verdana"/>
                <a:cs typeface="Verdana"/>
              </a:rPr>
              <a:t>Hay</a:t>
            </a:r>
            <a:r>
              <a:rPr lang="es-CO" sz="2000" spc="-7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un</a:t>
            </a:r>
            <a:r>
              <a:rPr lang="es-CO" sz="2000" spc="-6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bebé</a:t>
            </a:r>
            <a:r>
              <a:rPr lang="es-CO" sz="2000" spc="-5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en</a:t>
            </a:r>
            <a:r>
              <a:rPr lang="es-CO" sz="2000" spc="-70" noProof="0" dirty="0">
                <a:latin typeface="Verdana"/>
                <a:cs typeface="Verdana"/>
              </a:rPr>
              <a:t> </a:t>
            </a:r>
            <a:r>
              <a:rPr lang="es-CO" sz="2000" spc="-20" noProof="0" dirty="0">
                <a:latin typeface="Verdana"/>
                <a:cs typeface="Verdana"/>
              </a:rPr>
              <a:t>casa</a:t>
            </a:r>
            <a:endParaRPr lang="es-CO" sz="2000" noProof="0" dirty="0">
              <a:latin typeface="Verdana"/>
              <a:cs typeface="Verdana"/>
            </a:endParaRPr>
          </a:p>
          <a:p>
            <a:pPr marL="469265" indent="-469265">
              <a:lnSpc>
                <a:spcPct val="100000"/>
              </a:lnSpc>
              <a:spcBef>
                <a:spcPts val="190"/>
              </a:spcBef>
              <a:buClr>
                <a:srgbClr val="9A0000"/>
              </a:buClr>
              <a:buFont typeface="Wingdings"/>
              <a:buChar char=""/>
              <a:tabLst>
                <a:tab pos="469265" algn="l"/>
              </a:tabLst>
            </a:pPr>
            <a:r>
              <a:rPr lang="es-CO" sz="2000" noProof="0" dirty="0">
                <a:latin typeface="Verdana"/>
                <a:cs typeface="Verdana"/>
              </a:rPr>
              <a:t>No</a:t>
            </a:r>
            <a:r>
              <a:rPr lang="es-CO" sz="2000" spc="-6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quedan</a:t>
            </a:r>
            <a:r>
              <a:rPr lang="es-CO" sz="2000" spc="-90" noProof="0" dirty="0">
                <a:latin typeface="Verdana"/>
                <a:cs typeface="Verdana"/>
              </a:rPr>
              <a:t> </a:t>
            </a:r>
            <a:r>
              <a:rPr lang="es-CO" sz="2000" spc="-10" noProof="0" dirty="0">
                <a:latin typeface="Verdana"/>
                <a:cs typeface="Verdana"/>
              </a:rPr>
              <a:t>pañales</a:t>
            </a:r>
            <a:endParaRPr lang="es-CO" sz="2000" noProof="0" dirty="0">
              <a:latin typeface="Verdana"/>
              <a:cs typeface="Verdana"/>
            </a:endParaRPr>
          </a:p>
          <a:p>
            <a:pPr marL="469265" marR="5080" indent="-469900">
              <a:lnSpc>
                <a:spcPct val="91800"/>
              </a:lnSpc>
              <a:spcBef>
                <a:spcPts val="500"/>
              </a:spcBef>
              <a:buClr>
                <a:srgbClr val="9A0000"/>
              </a:buClr>
              <a:buFont typeface="Wingdings"/>
              <a:buChar char=""/>
              <a:tabLst>
                <a:tab pos="469265" algn="l"/>
              </a:tabLst>
            </a:pPr>
            <a:r>
              <a:rPr lang="es-CO" sz="2000" noProof="0" dirty="0">
                <a:latin typeface="Verdana"/>
                <a:cs typeface="Verdana"/>
              </a:rPr>
              <a:t>El</a:t>
            </a:r>
            <a:r>
              <a:rPr lang="es-CO" sz="2000" spc="-8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padre/madre</a:t>
            </a:r>
            <a:r>
              <a:rPr lang="es-CO" sz="2000" spc="-95" noProof="0" dirty="0">
                <a:latin typeface="Verdana"/>
                <a:cs typeface="Verdana"/>
              </a:rPr>
              <a:t> </a:t>
            </a:r>
            <a:r>
              <a:rPr lang="es-CO" sz="2000" spc="-10" noProof="0" dirty="0">
                <a:latin typeface="Verdana"/>
                <a:cs typeface="Verdana"/>
              </a:rPr>
              <a:t>compra </a:t>
            </a:r>
            <a:r>
              <a:rPr lang="es-CO" sz="2000" noProof="0" dirty="0">
                <a:latin typeface="Verdana"/>
                <a:cs typeface="Verdana"/>
              </a:rPr>
              <a:t>pañales</a:t>
            </a:r>
            <a:r>
              <a:rPr lang="es-CO" sz="2000" spc="-7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al</a:t>
            </a:r>
            <a:r>
              <a:rPr lang="es-CO" sz="2000" spc="-5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salir</a:t>
            </a:r>
            <a:r>
              <a:rPr lang="es-CO" sz="2000" spc="-60" noProof="0" dirty="0">
                <a:latin typeface="Verdana"/>
                <a:cs typeface="Verdana"/>
              </a:rPr>
              <a:t> </a:t>
            </a:r>
            <a:r>
              <a:rPr lang="es-CO" sz="2000" spc="-25" noProof="0" dirty="0">
                <a:latin typeface="Verdana"/>
                <a:cs typeface="Verdana"/>
              </a:rPr>
              <a:t>del </a:t>
            </a:r>
            <a:r>
              <a:rPr lang="es-CO" sz="2000" spc="-10" noProof="0" dirty="0">
                <a:latin typeface="Verdana"/>
                <a:cs typeface="Verdana"/>
              </a:rPr>
              <a:t>trabajo</a:t>
            </a:r>
            <a:endParaRPr lang="es-CO" sz="2000" noProof="0" dirty="0">
              <a:latin typeface="Verdana"/>
              <a:cs typeface="Verdana"/>
            </a:endParaRPr>
          </a:p>
          <a:p>
            <a:pPr marL="468630" indent="-468630" algn="just">
              <a:lnSpc>
                <a:spcPct val="100000"/>
              </a:lnSpc>
              <a:spcBef>
                <a:spcPts val="200"/>
              </a:spcBef>
              <a:buClr>
                <a:srgbClr val="9A0000"/>
              </a:buClr>
              <a:buFont typeface="Wingdings"/>
              <a:buChar char=""/>
              <a:tabLst>
                <a:tab pos="468630" algn="l"/>
              </a:tabLst>
            </a:pPr>
            <a:r>
              <a:rPr lang="es-CO" sz="2000" noProof="0" dirty="0">
                <a:latin typeface="Verdana"/>
                <a:cs typeface="Verdana"/>
              </a:rPr>
              <a:t>¡No</a:t>
            </a:r>
            <a:r>
              <a:rPr lang="es-CO" sz="2000" spc="-7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pueden</a:t>
            </a:r>
            <a:r>
              <a:rPr lang="es-CO" sz="2000" spc="-90" noProof="0" dirty="0">
                <a:latin typeface="Verdana"/>
                <a:cs typeface="Verdana"/>
              </a:rPr>
              <a:t> </a:t>
            </a:r>
            <a:r>
              <a:rPr lang="es-CO" sz="2000" spc="-10" noProof="0" dirty="0">
                <a:latin typeface="Verdana"/>
                <a:cs typeface="Verdana"/>
              </a:rPr>
              <a:t>salir!</a:t>
            </a:r>
            <a:endParaRPr lang="es-CO" sz="2000" noProof="0" dirty="0">
              <a:latin typeface="Verdana"/>
              <a:cs typeface="Verdana"/>
            </a:endParaRPr>
          </a:p>
          <a:p>
            <a:pPr marL="467995" marR="71755" indent="-468630" algn="just">
              <a:lnSpc>
                <a:spcPts val="2200"/>
              </a:lnSpc>
              <a:spcBef>
                <a:spcPts val="540"/>
              </a:spcBef>
              <a:buClr>
                <a:srgbClr val="9A0000"/>
              </a:buClr>
              <a:buFont typeface="Wingdings"/>
              <a:buChar char=""/>
              <a:tabLst>
                <a:tab pos="469265" algn="l"/>
              </a:tabLst>
            </a:pPr>
            <a:r>
              <a:rPr lang="es-CO" sz="2000" noProof="0" dirty="0">
                <a:latin typeface="Verdana"/>
                <a:cs typeface="Verdana"/>
              </a:rPr>
              <a:t>Comprar</a:t>
            </a:r>
            <a:r>
              <a:rPr lang="es-CO" sz="2000" spc="-13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cervezas</a:t>
            </a:r>
            <a:r>
              <a:rPr lang="es-CO" sz="2000" spc="-150" noProof="0" dirty="0">
                <a:latin typeface="Verdana"/>
                <a:cs typeface="Verdana"/>
              </a:rPr>
              <a:t> </a:t>
            </a:r>
            <a:r>
              <a:rPr lang="es-CO" sz="2000" spc="-20" noProof="0" dirty="0">
                <a:latin typeface="Verdana"/>
                <a:cs typeface="Verdana"/>
              </a:rPr>
              <a:t>para 	</a:t>
            </a:r>
            <a:r>
              <a:rPr lang="es-CO" sz="2000" noProof="0" dirty="0">
                <a:latin typeface="Verdana"/>
                <a:cs typeface="Verdana"/>
              </a:rPr>
              <a:t>el</a:t>
            </a:r>
            <a:r>
              <a:rPr lang="es-CO" sz="2000" spc="-3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fin</a:t>
            </a:r>
            <a:r>
              <a:rPr lang="es-CO" sz="2000" spc="-4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de</a:t>
            </a:r>
            <a:r>
              <a:rPr lang="es-CO" sz="2000" spc="-4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semana</a:t>
            </a:r>
            <a:r>
              <a:rPr lang="es-CO" sz="2000" spc="-6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(y</a:t>
            </a:r>
            <a:r>
              <a:rPr lang="es-CO" sz="2000" spc="-15" noProof="0" dirty="0">
                <a:latin typeface="Verdana"/>
                <a:cs typeface="Verdana"/>
              </a:rPr>
              <a:t> </a:t>
            </a:r>
            <a:r>
              <a:rPr lang="es-CO" sz="2000" spc="-25" noProof="0" dirty="0">
                <a:latin typeface="Verdana"/>
                <a:cs typeface="Verdana"/>
              </a:rPr>
              <a:t>un 	</a:t>
            </a:r>
            <a:r>
              <a:rPr lang="es-CO" sz="2000" noProof="0" dirty="0">
                <a:latin typeface="Verdana"/>
                <a:cs typeface="Verdana"/>
              </a:rPr>
              <a:t>partido/película</a:t>
            </a:r>
            <a:r>
              <a:rPr lang="es-CO" sz="2000" spc="-160" noProof="0" dirty="0">
                <a:latin typeface="Verdana"/>
                <a:cs typeface="Verdana"/>
              </a:rPr>
              <a:t> </a:t>
            </a:r>
            <a:r>
              <a:rPr lang="es-CO" sz="2000" spc="-20" noProof="0" dirty="0">
                <a:latin typeface="Verdana"/>
                <a:cs typeface="Verdana"/>
              </a:rPr>
              <a:t>PPV)</a:t>
            </a:r>
            <a:endParaRPr lang="es-CO" sz="2000" noProof="0" dirty="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26658" y="2715005"/>
            <a:ext cx="4428490" cy="2339340"/>
          </a:xfrm>
          <a:custGeom>
            <a:avLst/>
            <a:gdLst/>
            <a:ahLst/>
            <a:cxnLst/>
            <a:rect l="l" t="t" r="r" b="b"/>
            <a:pathLst>
              <a:path w="4428490" h="2339340">
                <a:moveTo>
                  <a:pt x="0" y="2339340"/>
                </a:moveTo>
                <a:lnTo>
                  <a:pt x="4428363" y="2339340"/>
                </a:lnTo>
                <a:lnTo>
                  <a:pt x="4428363" y="0"/>
                </a:lnTo>
                <a:lnTo>
                  <a:pt x="0" y="0"/>
                </a:lnTo>
                <a:lnTo>
                  <a:pt x="0" y="2339340"/>
                </a:lnTo>
                <a:close/>
              </a:path>
            </a:pathLst>
          </a:custGeom>
          <a:ln w="25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6" name="object 6"/>
          <p:cNvSpPr txBox="1"/>
          <p:nvPr/>
        </p:nvSpPr>
        <p:spPr>
          <a:xfrm>
            <a:off x="6116701" y="2769489"/>
            <a:ext cx="3891279" cy="2216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4184" indent="-464184">
              <a:lnSpc>
                <a:spcPts val="2120"/>
              </a:lnSpc>
              <a:spcBef>
                <a:spcPts val="100"/>
              </a:spcBef>
              <a:buClr>
                <a:srgbClr val="B8003C"/>
              </a:buClr>
              <a:buSzPct val="111111"/>
              <a:buFont typeface="Wingdings"/>
              <a:buChar char=""/>
              <a:tabLst>
                <a:tab pos="464184" algn="l"/>
              </a:tabLst>
            </a:pPr>
            <a:r>
              <a:rPr lang="es-CO" sz="1800" b="1" noProof="0" dirty="0">
                <a:solidFill>
                  <a:srgbClr val="003366"/>
                </a:solidFill>
                <a:latin typeface="Verdana"/>
                <a:cs typeface="Verdana"/>
              </a:rPr>
              <a:t>Se</a:t>
            </a:r>
            <a:r>
              <a:rPr lang="es-CO" sz="1800" b="1" spc="-65" noProof="0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lang="es-CO" sz="1800" b="1" noProof="0" dirty="0">
                <a:solidFill>
                  <a:srgbClr val="003366"/>
                </a:solidFill>
                <a:latin typeface="Verdana"/>
                <a:cs typeface="Verdana"/>
              </a:rPr>
              <a:t>acerca</a:t>
            </a:r>
            <a:r>
              <a:rPr lang="es-CO" sz="1800" b="1" spc="-55" noProof="0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lang="es-CO" sz="1800" b="1" noProof="0" dirty="0">
                <a:solidFill>
                  <a:srgbClr val="003366"/>
                </a:solidFill>
                <a:latin typeface="Verdana"/>
                <a:cs typeface="Verdana"/>
              </a:rPr>
              <a:t>el</a:t>
            </a:r>
            <a:r>
              <a:rPr lang="es-CO" sz="1800" b="1" spc="-55" noProof="0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lang="es-CO" sz="1800" b="1" noProof="0" dirty="0">
                <a:solidFill>
                  <a:srgbClr val="003366"/>
                </a:solidFill>
                <a:latin typeface="Verdana"/>
                <a:cs typeface="Verdana"/>
              </a:rPr>
              <a:t>fin</a:t>
            </a:r>
            <a:r>
              <a:rPr lang="es-CO" sz="1800" b="1" spc="-40" noProof="0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lang="es-CO" sz="1800" b="1" noProof="0" dirty="0">
                <a:solidFill>
                  <a:srgbClr val="003366"/>
                </a:solidFill>
                <a:latin typeface="Verdana"/>
                <a:cs typeface="Verdana"/>
              </a:rPr>
              <a:t>de</a:t>
            </a:r>
            <a:r>
              <a:rPr lang="es-CO" sz="1800" b="1" spc="-55" noProof="0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lang="es-CO" sz="1800" b="1" spc="-10" noProof="0" dirty="0">
                <a:solidFill>
                  <a:srgbClr val="003366"/>
                </a:solidFill>
                <a:latin typeface="Verdana"/>
                <a:cs typeface="Verdana"/>
              </a:rPr>
              <a:t>semana</a:t>
            </a:r>
            <a:endParaRPr lang="es-CO" sz="1800" noProof="0" dirty="0">
              <a:latin typeface="Verdana"/>
              <a:cs typeface="Verdana"/>
            </a:endParaRPr>
          </a:p>
          <a:p>
            <a:pPr marL="415925" indent="-415925">
              <a:lnSpc>
                <a:spcPts val="2120"/>
              </a:lnSpc>
              <a:buClr>
                <a:srgbClr val="B8003C"/>
              </a:buClr>
              <a:buFont typeface="Wingdings"/>
              <a:buChar char=""/>
              <a:tabLst>
                <a:tab pos="415925" algn="l"/>
              </a:tabLst>
            </a:pPr>
            <a:r>
              <a:rPr lang="es-CO" sz="1800" b="1" noProof="0" dirty="0">
                <a:solidFill>
                  <a:srgbClr val="003366"/>
                </a:solidFill>
                <a:latin typeface="Verdana"/>
                <a:cs typeface="Verdana"/>
              </a:rPr>
              <a:t>Hay</a:t>
            </a:r>
            <a:r>
              <a:rPr lang="es-CO" sz="1800" b="1" spc="-65" noProof="0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lang="es-CO" sz="1800" b="1" noProof="0" dirty="0">
                <a:solidFill>
                  <a:srgbClr val="003366"/>
                </a:solidFill>
                <a:latin typeface="Verdana"/>
                <a:cs typeface="Verdana"/>
              </a:rPr>
              <a:t>un</a:t>
            </a:r>
            <a:r>
              <a:rPr lang="es-CO" sz="1800" b="1" spc="-30" noProof="0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lang="es-CO" sz="1800" b="1" noProof="0" dirty="0">
                <a:solidFill>
                  <a:srgbClr val="003366"/>
                </a:solidFill>
                <a:latin typeface="Verdana"/>
                <a:cs typeface="Verdana"/>
              </a:rPr>
              <a:t>bebé</a:t>
            </a:r>
            <a:r>
              <a:rPr lang="es-CO" sz="1800" b="1" spc="-55" noProof="0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lang="es-CO" sz="1800" b="1" noProof="0" dirty="0">
                <a:solidFill>
                  <a:srgbClr val="003366"/>
                </a:solidFill>
                <a:latin typeface="Verdana"/>
                <a:cs typeface="Verdana"/>
              </a:rPr>
              <a:t>en</a:t>
            </a:r>
            <a:r>
              <a:rPr lang="es-CO" sz="1800" b="1" spc="-40" noProof="0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lang="es-CO" sz="1800" b="1" noProof="0" dirty="0">
                <a:solidFill>
                  <a:srgbClr val="003366"/>
                </a:solidFill>
                <a:latin typeface="Verdana"/>
                <a:cs typeface="Verdana"/>
              </a:rPr>
              <a:t>casa</a:t>
            </a:r>
            <a:r>
              <a:rPr lang="es-CO" sz="1800" b="1" spc="-75" noProof="0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lang="es-CO" sz="1800" b="1" spc="-10" noProof="0" dirty="0">
                <a:solidFill>
                  <a:srgbClr val="003366"/>
                </a:solidFill>
                <a:latin typeface="Verdana"/>
                <a:cs typeface="Verdana"/>
              </a:rPr>
              <a:t>luego</a:t>
            </a:r>
            <a:endParaRPr lang="es-CO" sz="1800" noProof="0" dirty="0">
              <a:latin typeface="Verdana"/>
              <a:cs typeface="Verdana"/>
            </a:endParaRPr>
          </a:p>
          <a:p>
            <a:pPr marL="388620">
              <a:lnSpc>
                <a:spcPts val="2130"/>
              </a:lnSpc>
              <a:spcBef>
                <a:spcPts val="85"/>
              </a:spcBef>
            </a:pPr>
            <a:r>
              <a:rPr lang="es-CO" sz="1800" b="1" noProof="0" dirty="0">
                <a:solidFill>
                  <a:srgbClr val="003366"/>
                </a:solidFill>
                <a:latin typeface="Verdana"/>
                <a:cs typeface="Verdana"/>
              </a:rPr>
              <a:t>nada</a:t>
            </a:r>
            <a:r>
              <a:rPr lang="es-CO" sz="1800" b="1" spc="-50" noProof="0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lang="es-CO" sz="1800" b="1" noProof="0" dirty="0">
                <a:solidFill>
                  <a:srgbClr val="003366"/>
                </a:solidFill>
                <a:latin typeface="Verdana"/>
                <a:cs typeface="Verdana"/>
              </a:rPr>
              <a:t>de</a:t>
            </a:r>
            <a:r>
              <a:rPr lang="es-CO" sz="1800" b="1" spc="-45" noProof="0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lang="es-CO" sz="1800" b="1" noProof="0" dirty="0">
                <a:solidFill>
                  <a:srgbClr val="003366"/>
                </a:solidFill>
                <a:latin typeface="Verdana"/>
                <a:cs typeface="Verdana"/>
              </a:rPr>
              <a:t>ir</a:t>
            </a:r>
            <a:r>
              <a:rPr lang="es-CO" sz="1800" b="1" spc="-45" noProof="0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lang="es-CO" sz="1800" b="1" spc="-20" noProof="0" dirty="0">
                <a:solidFill>
                  <a:srgbClr val="003366"/>
                </a:solidFill>
                <a:latin typeface="Verdana"/>
                <a:cs typeface="Verdana"/>
              </a:rPr>
              <a:t>fuera</a:t>
            </a:r>
            <a:endParaRPr lang="es-CO" sz="1800" noProof="0" dirty="0">
              <a:latin typeface="Verdana"/>
              <a:cs typeface="Verdana"/>
            </a:endParaRPr>
          </a:p>
          <a:p>
            <a:pPr marL="415925" indent="-415925">
              <a:lnSpc>
                <a:spcPts val="2065"/>
              </a:lnSpc>
              <a:buClr>
                <a:srgbClr val="B8003C"/>
              </a:buClr>
              <a:buFont typeface="Wingdings"/>
              <a:buChar char=""/>
              <a:tabLst>
                <a:tab pos="415925" algn="l"/>
              </a:tabLst>
            </a:pPr>
            <a:r>
              <a:rPr lang="es-CO" sz="1800" b="1" noProof="0" dirty="0">
                <a:solidFill>
                  <a:srgbClr val="003366"/>
                </a:solidFill>
                <a:latin typeface="Verdana"/>
                <a:cs typeface="Verdana"/>
              </a:rPr>
              <a:t>Hay</a:t>
            </a:r>
            <a:r>
              <a:rPr lang="es-CO" sz="1800" b="1" spc="-90" noProof="0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lang="es-CO" sz="1800" b="1" noProof="0" dirty="0">
                <a:solidFill>
                  <a:srgbClr val="003366"/>
                </a:solidFill>
                <a:latin typeface="Verdana"/>
                <a:cs typeface="Verdana"/>
              </a:rPr>
              <a:t>que</a:t>
            </a:r>
            <a:r>
              <a:rPr lang="es-CO" sz="1800" b="1" spc="-60" noProof="0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lang="es-CO" sz="1800" b="1" noProof="0" dirty="0">
                <a:solidFill>
                  <a:srgbClr val="003366"/>
                </a:solidFill>
                <a:latin typeface="Verdana"/>
                <a:cs typeface="Verdana"/>
              </a:rPr>
              <a:t>comprar</a:t>
            </a:r>
            <a:r>
              <a:rPr lang="es-CO" sz="1800" b="1" spc="-105" noProof="0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lang="es-CO" sz="1800" b="1" spc="-10" noProof="0" dirty="0">
                <a:solidFill>
                  <a:srgbClr val="003366"/>
                </a:solidFill>
                <a:latin typeface="Verdana"/>
                <a:cs typeface="Verdana"/>
              </a:rPr>
              <a:t>pañales</a:t>
            </a:r>
            <a:endParaRPr lang="es-CO" sz="1800" noProof="0" dirty="0">
              <a:latin typeface="Verdana"/>
              <a:cs typeface="Verdana"/>
            </a:endParaRPr>
          </a:p>
          <a:p>
            <a:pPr marL="415925" indent="-415925">
              <a:lnSpc>
                <a:spcPts val="2095"/>
              </a:lnSpc>
              <a:buClr>
                <a:srgbClr val="B8003C"/>
              </a:buClr>
              <a:buFont typeface="Wingdings"/>
              <a:buChar char=""/>
              <a:tabLst>
                <a:tab pos="415925" algn="l"/>
              </a:tabLst>
            </a:pPr>
            <a:r>
              <a:rPr lang="es-CO" sz="1800" b="1" noProof="0" dirty="0">
                <a:solidFill>
                  <a:srgbClr val="003366"/>
                </a:solidFill>
                <a:latin typeface="Verdana"/>
                <a:cs typeface="Verdana"/>
              </a:rPr>
              <a:t>Quedarse</a:t>
            </a:r>
            <a:r>
              <a:rPr lang="es-CO" sz="1800" b="1" spc="-65" noProof="0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lang="es-CO" sz="1800" b="1" noProof="0" dirty="0">
                <a:solidFill>
                  <a:srgbClr val="003366"/>
                </a:solidFill>
                <a:latin typeface="Verdana"/>
                <a:cs typeface="Verdana"/>
              </a:rPr>
              <a:t>en</a:t>
            </a:r>
            <a:r>
              <a:rPr lang="es-CO" sz="1800" b="1" spc="-45" noProof="0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lang="es-CO" sz="1800" b="1" noProof="0" dirty="0">
                <a:solidFill>
                  <a:srgbClr val="003366"/>
                </a:solidFill>
                <a:latin typeface="Verdana"/>
                <a:cs typeface="Verdana"/>
              </a:rPr>
              <a:t>casa</a:t>
            </a:r>
            <a:r>
              <a:rPr lang="es-CO" sz="1800" b="1" spc="-90" noProof="0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lang="es-CO" sz="1800" noProof="0" dirty="0">
                <a:solidFill>
                  <a:srgbClr val="003366"/>
                </a:solidFill>
                <a:latin typeface="Wingdings"/>
                <a:cs typeface="Wingdings"/>
              </a:rPr>
              <a:t></a:t>
            </a:r>
            <a:r>
              <a:rPr lang="es-CO" sz="1800" spc="110" noProof="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lang="es-CO" sz="1800" b="1" spc="-25" noProof="0" dirty="0">
                <a:solidFill>
                  <a:srgbClr val="003366"/>
                </a:solidFill>
                <a:latin typeface="Verdana"/>
                <a:cs typeface="Verdana"/>
              </a:rPr>
              <a:t>ver</a:t>
            </a:r>
            <a:endParaRPr lang="es-CO" sz="1800" noProof="0" dirty="0">
              <a:latin typeface="Verdana"/>
              <a:cs typeface="Verdana"/>
            </a:endParaRPr>
          </a:p>
          <a:p>
            <a:pPr marL="415925">
              <a:lnSpc>
                <a:spcPct val="100000"/>
              </a:lnSpc>
              <a:spcBef>
                <a:spcPts val="35"/>
              </a:spcBef>
            </a:pPr>
            <a:r>
              <a:rPr lang="es-CO" sz="1800" b="1" spc="-10" noProof="0" dirty="0">
                <a:solidFill>
                  <a:srgbClr val="003366"/>
                </a:solidFill>
                <a:latin typeface="Verdana"/>
                <a:cs typeface="Verdana"/>
              </a:rPr>
              <a:t>partido/película</a:t>
            </a:r>
            <a:endParaRPr lang="es-CO" sz="1800" noProof="0" dirty="0">
              <a:latin typeface="Verdana"/>
              <a:cs typeface="Verdana"/>
            </a:endParaRPr>
          </a:p>
          <a:p>
            <a:pPr marL="415925" indent="-415925">
              <a:lnSpc>
                <a:spcPct val="100000"/>
              </a:lnSpc>
              <a:spcBef>
                <a:spcPts val="120"/>
              </a:spcBef>
              <a:buClr>
                <a:srgbClr val="B8003C"/>
              </a:buClr>
              <a:buFont typeface="Wingdings"/>
              <a:buChar char=""/>
              <a:tabLst>
                <a:tab pos="415925" algn="l"/>
              </a:tabLst>
            </a:pPr>
            <a:r>
              <a:rPr lang="es-CO" sz="1800" b="1" noProof="0" dirty="0">
                <a:solidFill>
                  <a:srgbClr val="003366"/>
                </a:solidFill>
                <a:latin typeface="Verdana"/>
                <a:cs typeface="Verdana"/>
              </a:rPr>
              <a:t>Comprar</a:t>
            </a:r>
            <a:r>
              <a:rPr lang="es-CO" sz="1800" b="1" spc="-105" noProof="0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lang="es-CO" sz="1800" b="1" noProof="0" dirty="0">
                <a:solidFill>
                  <a:srgbClr val="003366"/>
                </a:solidFill>
                <a:latin typeface="Verdana"/>
                <a:cs typeface="Verdana"/>
              </a:rPr>
              <a:t>cervezas</a:t>
            </a:r>
            <a:r>
              <a:rPr lang="es-CO" sz="1800" b="1" spc="-90" noProof="0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lang="es-CO" sz="1800" b="1" noProof="0" dirty="0">
                <a:solidFill>
                  <a:srgbClr val="003366"/>
                </a:solidFill>
                <a:latin typeface="Verdana"/>
                <a:cs typeface="Verdana"/>
              </a:rPr>
              <a:t>para</a:t>
            </a:r>
            <a:r>
              <a:rPr lang="es-CO" sz="1800" b="1" spc="-100" noProof="0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lang="es-CO" sz="1800" b="1" spc="-35" noProof="0" dirty="0">
                <a:solidFill>
                  <a:srgbClr val="003366"/>
                </a:solidFill>
                <a:latin typeface="Verdana"/>
                <a:cs typeface="Verdana"/>
              </a:rPr>
              <a:t>el</a:t>
            </a:r>
            <a:endParaRPr lang="es-CO" sz="1800" noProof="0" dirty="0">
              <a:latin typeface="Verdana"/>
              <a:cs typeface="Verdana"/>
            </a:endParaRPr>
          </a:p>
          <a:p>
            <a:pPr marL="466090">
              <a:lnSpc>
                <a:spcPct val="100000"/>
              </a:lnSpc>
            </a:pPr>
            <a:r>
              <a:rPr lang="es-CO" sz="1800" b="1" spc="-10" noProof="0" dirty="0">
                <a:solidFill>
                  <a:srgbClr val="003366"/>
                </a:solidFill>
                <a:latin typeface="Verdana"/>
                <a:cs typeface="Verdana"/>
              </a:rPr>
              <a:t>partido/película</a:t>
            </a:r>
            <a:endParaRPr lang="es-CO" sz="1800" noProof="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20485" y="5465470"/>
            <a:ext cx="27114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2000" b="1" noProof="0" dirty="0">
                <a:solidFill>
                  <a:srgbClr val="B8003C"/>
                </a:solidFill>
                <a:latin typeface="Verdana"/>
                <a:cs typeface="Verdana"/>
              </a:rPr>
              <a:t>Pañales</a:t>
            </a:r>
            <a:r>
              <a:rPr lang="es-CO" sz="2000" b="1" spc="-75" noProof="0" dirty="0">
                <a:solidFill>
                  <a:srgbClr val="B8003C"/>
                </a:solidFill>
                <a:latin typeface="Verdana"/>
                <a:cs typeface="Verdana"/>
              </a:rPr>
              <a:t> </a:t>
            </a:r>
            <a:r>
              <a:rPr lang="es-CO" sz="2000" noProof="0" dirty="0">
                <a:solidFill>
                  <a:srgbClr val="B8003C"/>
                </a:solidFill>
                <a:latin typeface="Wingdings"/>
                <a:cs typeface="Wingdings"/>
              </a:rPr>
              <a:t></a:t>
            </a:r>
            <a:r>
              <a:rPr lang="es-CO" sz="2000" spc="155" noProof="0" dirty="0">
                <a:solidFill>
                  <a:srgbClr val="B8003C"/>
                </a:solidFill>
                <a:latin typeface="Times New Roman"/>
                <a:cs typeface="Times New Roman"/>
              </a:rPr>
              <a:t> </a:t>
            </a:r>
            <a:r>
              <a:rPr lang="es-CO" sz="2000" b="1" spc="-10" noProof="0" dirty="0">
                <a:solidFill>
                  <a:srgbClr val="B8003C"/>
                </a:solidFill>
                <a:latin typeface="Verdana"/>
                <a:cs typeface="Verdana"/>
              </a:rPr>
              <a:t>Cerveza</a:t>
            </a:r>
            <a:endParaRPr lang="es-CO" sz="2000" noProof="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46275" y="1669640"/>
            <a:ext cx="6301740" cy="83439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lang="es-CO" sz="2400" b="1" noProof="0" dirty="0">
                <a:solidFill>
                  <a:srgbClr val="B8003C"/>
                </a:solidFill>
                <a:latin typeface="Verdana"/>
                <a:cs typeface="Verdana"/>
              </a:rPr>
              <a:t>Marketing</a:t>
            </a:r>
            <a:r>
              <a:rPr lang="es-CO" sz="2400" b="1" spc="-95" noProof="0" dirty="0">
                <a:solidFill>
                  <a:srgbClr val="B8003C"/>
                </a:solidFill>
                <a:latin typeface="Verdana"/>
                <a:cs typeface="Verdana"/>
              </a:rPr>
              <a:t> </a:t>
            </a:r>
            <a:r>
              <a:rPr lang="es-CO" sz="2400" b="1" noProof="0" dirty="0">
                <a:solidFill>
                  <a:srgbClr val="B8003C"/>
                </a:solidFill>
                <a:latin typeface="Verdana"/>
                <a:cs typeface="Verdana"/>
              </a:rPr>
              <a:t>y</a:t>
            </a:r>
            <a:r>
              <a:rPr lang="es-CO" sz="2400" b="1" spc="-70" noProof="0" dirty="0">
                <a:solidFill>
                  <a:srgbClr val="B8003C"/>
                </a:solidFill>
                <a:latin typeface="Verdana"/>
                <a:cs typeface="Verdana"/>
              </a:rPr>
              <a:t> </a:t>
            </a:r>
            <a:r>
              <a:rPr lang="es-CO" sz="2400" b="1" noProof="0" dirty="0">
                <a:solidFill>
                  <a:srgbClr val="B8003C"/>
                </a:solidFill>
                <a:latin typeface="Verdana"/>
                <a:cs typeface="Verdana"/>
              </a:rPr>
              <a:t>ventas</a:t>
            </a:r>
            <a:r>
              <a:rPr lang="es-CO" sz="2400" b="1" spc="-95" noProof="0" dirty="0">
                <a:solidFill>
                  <a:srgbClr val="B8003C"/>
                </a:solidFill>
                <a:latin typeface="Verdana"/>
                <a:cs typeface="Verdana"/>
              </a:rPr>
              <a:t> </a:t>
            </a:r>
            <a:r>
              <a:rPr lang="es-CO" sz="2400" b="1" spc="-10" noProof="0" dirty="0">
                <a:solidFill>
                  <a:srgbClr val="B8003C"/>
                </a:solidFill>
                <a:latin typeface="Verdana"/>
                <a:cs typeface="Verdana"/>
              </a:rPr>
              <a:t>(asociaciones)</a:t>
            </a:r>
            <a:endParaRPr lang="es-CO" sz="2400" noProof="0" dirty="0">
              <a:latin typeface="Verdana"/>
              <a:cs typeface="Verdana"/>
            </a:endParaRPr>
          </a:p>
          <a:p>
            <a:pPr marL="2667635">
              <a:lnSpc>
                <a:spcPct val="100000"/>
              </a:lnSpc>
              <a:spcBef>
                <a:spcPts val="495"/>
              </a:spcBef>
            </a:pPr>
            <a:r>
              <a:rPr lang="es-CO" sz="2000" b="1" noProof="0" dirty="0">
                <a:solidFill>
                  <a:srgbClr val="3D4BCC"/>
                </a:solidFill>
                <a:latin typeface="Verdana"/>
                <a:cs typeface="Verdana"/>
              </a:rPr>
              <a:t>Explicación</a:t>
            </a:r>
            <a:r>
              <a:rPr lang="es-CO" sz="2000" b="1" spc="-70" noProof="0" dirty="0">
                <a:solidFill>
                  <a:srgbClr val="3D4BCC"/>
                </a:solidFill>
                <a:latin typeface="Verdana"/>
                <a:cs typeface="Verdana"/>
              </a:rPr>
              <a:t> </a:t>
            </a:r>
            <a:r>
              <a:rPr lang="es-CO" sz="2000" b="1" noProof="0" dirty="0">
                <a:solidFill>
                  <a:srgbClr val="3D4BCC"/>
                </a:solidFill>
                <a:latin typeface="Verdana"/>
                <a:cs typeface="Verdana"/>
              </a:rPr>
              <a:t>más</a:t>
            </a:r>
            <a:r>
              <a:rPr lang="es-CO" sz="2000" b="1" spc="-65" noProof="0" dirty="0">
                <a:solidFill>
                  <a:srgbClr val="3D4BCC"/>
                </a:solidFill>
                <a:latin typeface="Verdana"/>
                <a:cs typeface="Verdana"/>
              </a:rPr>
              <a:t> </a:t>
            </a:r>
            <a:r>
              <a:rPr lang="es-CO" sz="2000" b="1" spc="-10" noProof="0" dirty="0">
                <a:solidFill>
                  <a:srgbClr val="3D4BCC"/>
                </a:solidFill>
                <a:latin typeface="Verdana"/>
                <a:cs typeface="Verdana"/>
              </a:rPr>
              <a:t>probable</a:t>
            </a:r>
            <a:endParaRPr lang="es-CO" sz="2000" noProof="0" dirty="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56547" y="5209032"/>
            <a:ext cx="835151" cy="1056132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2884" rIns="0" bIns="0" rtlCol="0">
            <a:spAutoFit/>
          </a:bodyPr>
          <a:lstStyle/>
          <a:p>
            <a:pPr marL="1701800">
              <a:lnSpc>
                <a:spcPct val="100000"/>
              </a:lnSpc>
              <a:spcBef>
                <a:spcPts val="95"/>
              </a:spcBef>
            </a:pP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Minería</a:t>
            </a:r>
            <a:r>
              <a:rPr lang="es-CO" sz="2800" spc="-25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de</a:t>
            </a:r>
            <a:r>
              <a:rPr lang="es-CO" sz="2800" spc="-105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Datos.</a:t>
            </a:r>
            <a:r>
              <a:rPr lang="es-CO" sz="2800" spc="-60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Caso</a:t>
            </a:r>
            <a:r>
              <a:rPr lang="es-CO" sz="2800" spc="-80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de</a:t>
            </a:r>
            <a:r>
              <a:rPr lang="es-CO" sz="2800" spc="-120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spc="-10" noProof="0" dirty="0">
                <a:solidFill>
                  <a:srgbClr val="9A0000"/>
                </a:solidFill>
                <a:latin typeface="Verdana"/>
                <a:cs typeface="Verdana"/>
              </a:rPr>
              <a:t>estudio</a:t>
            </a:r>
            <a:endParaRPr lang="es-CO" sz="2800" noProof="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18716" y="1629155"/>
            <a:ext cx="8426450" cy="0"/>
          </a:xfrm>
          <a:custGeom>
            <a:avLst/>
            <a:gdLst/>
            <a:ahLst/>
            <a:cxnLst/>
            <a:rect l="l" t="t" r="r" b="b"/>
            <a:pathLst>
              <a:path w="8426450">
                <a:moveTo>
                  <a:pt x="0" y="0"/>
                </a:moveTo>
                <a:lnTo>
                  <a:pt x="8425941" y="0"/>
                </a:lnTo>
              </a:path>
            </a:pathLst>
          </a:custGeom>
          <a:ln w="76200">
            <a:solidFill>
              <a:srgbClr val="336699"/>
            </a:solidFill>
          </a:ln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52204" y="2202179"/>
            <a:ext cx="966216" cy="12222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30983" y="1744421"/>
            <a:ext cx="7852409" cy="4951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100"/>
              </a:spcBef>
            </a:pPr>
            <a:r>
              <a:rPr lang="es-CO" sz="2400" b="1" noProof="0" dirty="0">
                <a:solidFill>
                  <a:srgbClr val="B8003C"/>
                </a:solidFill>
                <a:latin typeface="Verdana"/>
                <a:cs typeface="Verdana"/>
              </a:rPr>
              <a:t>Marketing</a:t>
            </a:r>
            <a:r>
              <a:rPr lang="es-CO" sz="2400" b="1" spc="-75" noProof="0" dirty="0">
                <a:solidFill>
                  <a:srgbClr val="B8003C"/>
                </a:solidFill>
                <a:latin typeface="Verdana"/>
                <a:cs typeface="Verdana"/>
              </a:rPr>
              <a:t> </a:t>
            </a:r>
            <a:r>
              <a:rPr lang="es-CO" sz="2400" b="1" noProof="0" dirty="0">
                <a:solidFill>
                  <a:srgbClr val="B8003C"/>
                </a:solidFill>
                <a:latin typeface="Verdana"/>
                <a:cs typeface="Verdana"/>
              </a:rPr>
              <a:t>y</a:t>
            </a:r>
            <a:r>
              <a:rPr lang="es-CO" sz="2400" b="1" spc="-35" noProof="0" dirty="0">
                <a:solidFill>
                  <a:srgbClr val="B8003C"/>
                </a:solidFill>
                <a:latin typeface="Verdana"/>
                <a:cs typeface="Verdana"/>
              </a:rPr>
              <a:t> </a:t>
            </a:r>
            <a:r>
              <a:rPr lang="es-CO" sz="2400" b="1" noProof="0" dirty="0">
                <a:solidFill>
                  <a:srgbClr val="B8003C"/>
                </a:solidFill>
                <a:latin typeface="Verdana"/>
                <a:cs typeface="Verdana"/>
              </a:rPr>
              <a:t>ventas</a:t>
            </a:r>
            <a:r>
              <a:rPr lang="es-CO" sz="2400" b="1" spc="-50" noProof="0" dirty="0">
                <a:solidFill>
                  <a:srgbClr val="B8003C"/>
                </a:solidFill>
                <a:latin typeface="Verdana"/>
                <a:cs typeface="Verdana"/>
              </a:rPr>
              <a:t> </a:t>
            </a:r>
            <a:r>
              <a:rPr lang="es-CO" sz="2400" b="1" spc="-10" noProof="0" dirty="0">
                <a:solidFill>
                  <a:srgbClr val="B8003C"/>
                </a:solidFill>
                <a:latin typeface="Verdana"/>
                <a:cs typeface="Verdana"/>
              </a:rPr>
              <a:t>(asociaciones)</a:t>
            </a:r>
            <a:endParaRPr lang="es-CO" sz="2400" noProof="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600"/>
              </a:spcBef>
            </a:pPr>
            <a:r>
              <a:rPr lang="es-CO" sz="2000" noProof="0" dirty="0">
                <a:latin typeface="Verdana"/>
                <a:cs typeface="Verdana"/>
              </a:rPr>
              <a:t>Acciones</a:t>
            </a:r>
            <a:r>
              <a:rPr lang="es-CO" sz="2000" spc="-14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a</a:t>
            </a:r>
            <a:r>
              <a:rPr lang="es-CO" sz="2000" spc="-30" noProof="0" dirty="0">
                <a:latin typeface="Verdana"/>
                <a:cs typeface="Verdana"/>
              </a:rPr>
              <a:t> </a:t>
            </a:r>
            <a:r>
              <a:rPr lang="es-CO" sz="2000" spc="-10" noProof="0" dirty="0">
                <a:latin typeface="Verdana"/>
                <a:cs typeface="Verdana"/>
              </a:rPr>
              <a:t>realizar:</a:t>
            </a:r>
            <a:endParaRPr lang="es-CO" sz="2000" noProof="0" dirty="0">
              <a:latin typeface="Verdana"/>
              <a:cs typeface="Verdana"/>
            </a:endParaRPr>
          </a:p>
          <a:p>
            <a:pPr marL="481965" indent="-469265">
              <a:lnSpc>
                <a:spcPct val="100000"/>
              </a:lnSpc>
              <a:spcBef>
                <a:spcPts val="505"/>
              </a:spcBef>
              <a:buClr>
                <a:srgbClr val="9A0000"/>
              </a:buClr>
              <a:buFont typeface="Wingdings"/>
              <a:buChar char=""/>
              <a:tabLst>
                <a:tab pos="481965" algn="l"/>
              </a:tabLst>
            </a:pPr>
            <a:r>
              <a:rPr lang="es-CO" sz="2000" noProof="0" dirty="0">
                <a:latin typeface="Verdana"/>
                <a:cs typeface="Verdana"/>
              </a:rPr>
              <a:t>Planificar</a:t>
            </a:r>
            <a:r>
              <a:rPr lang="es-CO" sz="2000" spc="-10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disposiciones</a:t>
            </a:r>
            <a:r>
              <a:rPr lang="es-CO" sz="2000" spc="-100" noProof="0" dirty="0">
                <a:latin typeface="Verdana"/>
                <a:cs typeface="Verdana"/>
              </a:rPr>
              <a:t> </a:t>
            </a:r>
            <a:r>
              <a:rPr lang="es-CO" sz="2000" spc="-10" noProof="0" dirty="0">
                <a:latin typeface="Verdana"/>
                <a:cs typeface="Verdana"/>
              </a:rPr>
              <a:t>alternativas</a:t>
            </a:r>
            <a:r>
              <a:rPr lang="es-CO" sz="2000" spc="-8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en</a:t>
            </a:r>
            <a:r>
              <a:rPr lang="es-CO" sz="2000" spc="-9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el</a:t>
            </a:r>
            <a:r>
              <a:rPr lang="es-CO" sz="2000" spc="-55" noProof="0" dirty="0">
                <a:latin typeface="Verdana"/>
                <a:cs typeface="Verdana"/>
              </a:rPr>
              <a:t> </a:t>
            </a:r>
            <a:r>
              <a:rPr lang="es-CO" sz="2000" spc="-10" noProof="0" dirty="0">
                <a:latin typeface="Verdana"/>
                <a:cs typeface="Verdana"/>
              </a:rPr>
              <a:t>almacén</a:t>
            </a:r>
            <a:endParaRPr lang="es-CO" sz="2000" noProof="0" dirty="0">
              <a:latin typeface="Verdana"/>
              <a:cs typeface="Verdana"/>
            </a:endParaRPr>
          </a:p>
          <a:p>
            <a:pPr marL="481965" indent="-469265">
              <a:lnSpc>
                <a:spcPct val="100000"/>
              </a:lnSpc>
              <a:spcBef>
                <a:spcPts val="490"/>
              </a:spcBef>
              <a:buClr>
                <a:srgbClr val="9A0000"/>
              </a:buClr>
              <a:buFont typeface="Wingdings"/>
              <a:buChar char=""/>
              <a:tabLst>
                <a:tab pos="481965" algn="l"/>
              </a:tabLst>
            </a:pPr>
            <a:r>
              <a:rPr lang="es-CO" sz="2000" noProof="0" dirty="0">
                <a:latin typeface="Verdana"/>
                <a:cs typeface="Verdana"/>
              </a:rPr>
              <a:t>Limitar</a:t>
            </a:r>
            <a:r>
              <a:rPr lang="es-CO" sz="2000" spc="-6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descuentos</a:t>
            </a:r>
            <a:r>
              <a:rPr lang="es-CO" sz="2000" spc="-8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especiales</a:t>
            </a:r>
            <a:r>
              <a:rPr lang="es-CO" sz="2000" spc="-11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a</a:t>
            </a:r>
            <a:r>
              <a:rPr lang="es-CO" sz="2000" spc="-2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sólo</a:t>
            </a:r>
            <a:r>
              <a:rPr lang="es-CO" sz="2000" spc="-4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uno</a:t>
            </a:r>
            <a:r>
              <a:rPr lang="es-CO" sz="2000" spc="-4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de</a:t>
            </a:r>
            <a:r>
              <a:rPr lang="es-CO" sz="2000" spc="-2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los</a:t>
            </a:r>
            <a:r>
              <a:rPr lang="es-CO" sz="2000" spc="-4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do</a:t>
            </a:r>
            <a:r>
              <a:rPr lang="es-CO" sz="2000" spc="-515" noProof="0" dirty="0">
                <a:latin typeface="Verdana"/>
                <a:cs typeface="Verdana"/>
              </a:rPr>
              <a:t> </a:t>
            </a:r>
            <a:r>
              <a:rPr lang="es-CO" sz="3000" spc="-75" baseline="1388" noProof="0" dirty="0">
                <a:latin typeface="Verdana"/>
                <a:cs typeface="Verdana"/>
              </a:rPr>
              <a:t>s</a:t>
            </a:r>
            <a:endParaRPr lang="es-CO" sz="3000" baseline="1388" noProof="0" dirty="0">
              <a:latin typeface="Verdana"/>
              <a:cs typeface="Verdana"/>
            </a:endParaRPr>
          </a:p>
          <a:p>
            <a:pPr marL="481965">
              <a:lnSpc>
                <a:spcPct val="100000"/>
              </a:lnSpc>
            </a:pPr>
            <a:r>
              <a:rPr lang="es-CO" sz="2000" noProof="0" dirty="0">
                <a:latin typeface="Verdana"/>
                <a:cs typeface="Verdana"/>
              </a:rPr>
              <a:t>productos</a:t>
            </a:r>
            <a:r>
              <a:rPr lang="es-CO" sz="2000" spc="-13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que</a:t>
            </a:r>
            <a:r>
              <a:rPr lang="es-CO" sz="2000" spc="-7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tienden</a:t>
            </a:r>
            <a:r>
              <a:rPr lang="es-CO" sz="2000" spc="-114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a</a:t>
            </a:r>
            <a:r>
              <a:rPr lang="es-CO" sz="2000" spc="-5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comprarse</a:t>
            </a:r>
            <a:r>
              <a:rPr lang="es-CO" sz="2000" spc="-105" noProof="0" dirty="0">
                <a:latin typeface="Verdana"/>
                <a:cs typeface="Verdana"/>
              </a:rPr>
              <a:t> </a:t>
            </a:r>
            <a:r>
              <a:rPr lang="es-CO" sz="2000" spc="-10" noProof="0" dirty="0">
                <a:latin typeface="Verdana"/>
                <a:cs typeface="Verdana"/>
              </a:rPr>
              <a:t>juntos</a:t>
            </a:r>
            <a:endParaRPr lang="es-CO" sz="2000" noProof="0" dirty="0">
              <a:latin typeface="Verdana"/>
              <a:cs typeface="Verdana"/>
            </a:endParaRPr>
          </a:p>
          <a:p>
            <a:pPr marL="481965" marR="647700" indent="-469900">
              <a:lnSpc>
                <a:spcPct val="100000"/>
              </a:lnSpc>
              <a:spcBef>
                <a:spcPts val="505"/>
              </a:spcBef>
              <a:buClr>
                <a:srgbClr val="9A0000"/>
              </a:buClr>
              <a:buFont typeface="Wingdings"/>
              <a:buChar char=""/>
              <a:tabLst>
                <a:tab pos="481965" algn="l"/>
              </a:tabLst>
            </a:pPr>
            <a:r>
              <a:rPr lang="es-CO" sz="2000" noProof="0" dirty="0">
                <a:latin typeface="Verdana"/>
                <a:cs typeface="Verdana"/>
              </a:rPr>
              <a:t>Poner</a:t>
            </a:r>
            <a:r>
              <a:rPr lang="es-CO" sz="2000" spc="-7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los</a:t>
            </a:r>
            <a:r>
              <a:rPr lang="es-CO" sz="2000" spc="-4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aperitivos</a:t>
            </a:r>
            <a:r>
              <a:rPr lang="es-CO" sz="2000" spc="-8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que</a:t>
            </a:r>
            <a:r>
              <a:rPr lang="es-CO" sz="2000" spc="-5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más</a:t>
            </a:r>
            <a:r>
              <a:rPr lang="es-CO" sz="2000" spc="-4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margen</a:t>
            </a:r>
            <a:r>
              <a:rPr lang="es-CO" sz="2000" spc="-6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dejan</a:t>
            </a:r>
            <a:r>
              <a:rPr lang="es-CO" sz="2000" spc="-5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entre</a:t>
            </a:r>
            <a:r>
              <a:rPr lang="es-CO" sz="2000" spc="-85" noProof="0" dirty="0">
                <a:latin typeface="Verdana"/>
                <a:cs typeface="Verdana"/>
              </a:rPr>
              <a:t> </a:t>
            </a:r>
            <a:r>
              <a:rPr lang="es-CO" sz="2000" spc="-25" noProof="0" dirty="0">
                <a:latin typeface="Verdana"/>
                <a:cs typeface="Verdana"/>
              </a:rPr>
              <a:t>los </a:t>
            </a:r>
            <a:r>
              <a:rPr lang="es-CO" sz="2000" noProof="0" dirty="0">
                <a:latin typeface="Verdana"/>
                <a:cs typeface="Verdana"/>
              </a:rPr>
              <a:t>pañales</a:t>
            </a:r>
            <a:r>
              <a:rPr lang="es-CO" sz="2000" spc="-7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y</a:t>
            </a:r>
            <a:r>
              <a:rPr lang="es-CO" sz="2000" spc="-4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las</a:t>
            </a:r>
            <a:r>
              <a:rPr lang="es-CO" sz="2000" spc="-40" noProof="0" dirty="0">
                <a:latin typeface="Verdana"/>
                <a:cs typeface="Verdana"/>
              </a:rPr>
              <a:t> </a:t>
            </a:r>
            <a:r>
              <a:rPr lang="es-CO" sz="2000" spc="-10" noProof="0" dirty="0">
                <a:latin typeface="Verdana"/>
                <a:cs typeface="Verdana"/>
              </a:rPr>
              <a:t>cervezas</a:t>
            </a:r>
            <a:endParaRPr lang="es-CO" sz="2000" noProof="0" dirty="0">
              <a:latin typeface="Verdana"/>
              <a:cs typeface="Verdana"/>
            </a:endParaRPr>
          </a:p>
          <a:p>
            <a:pPr marL="481965" indent="-469265">
              <a:lnSpc>
                <a:spcPct val="100000"/>
              </a:lnSpc>
              <a:spcBef>
                <a:spcPts val="505"/>
              </a:spcBef>
              <a:buClr>
                <a:srgbClr val="9A0000"/>
              </a:buClr>
              <a:buFont typeface="Wingdings"/>
              <a:buChar char=""/>
              <a:tabLst>
                <a:tab pos="481965" algn="l"/>
              </a:tabLst>
            </a:pPr>
            <a:r>
              <a:rPr lang="es-CO" sz="2000" noProof="0" dirty="0">
                <a:latin typeface="Verdana"/>
                <a:cs typeface="Verdana"/>
              </a:rPr>
              <a:t>Poner</a:t>
            </a:r>
            <a:r>
              <a:rPr lang="es-CO" sz="2000" spc="-10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productos</a:t>
            </a:r>
            <a:r>
              <a:rPr lang="es-CO" sz="2000" spc="-8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de</a:t>
            </a:r>
            <a:r>
              <a:rPr lang="es-CO" sz="2000" spc="-5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bebé</a:t>
            </a:r>
            <a:r>
              <a:rPr lang="es-CO" sz="2000" spc="-5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en</a:t>
            </a:r>
            <a:r>
              <a:rPr lang="es-CO" sz="2000" spc="-5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oferta</a:t>
            </a:r>
            <a:r>
              <a:rPr lang="es-CO" sz="2000" spc="-9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cerca</a:t>
            </a:r>
            <a:r>
              <a:rPr lang="es-CO" sz="2000" spc="-9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de</a:t>
            </a:r>
            <a:r>
              <a:rPr lang="es-CO" sz="2000" spc="-3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las</a:t>
            </a:r>
            <a:r>
              <a:rPr lang="es-CO" sz="2000" spc="-30" noProof="0" dirty="0">
                <a:latin typeface="Verdana"/>
                <a:cs typeface="Verdana"/>
              </a:rPr>
              <a:t> </a:t>
            </a:r>
            <a:r>
              <a:rPr lang="es-CO" sz="2000" spc="-10" noProof="0" dirty="0">
                <a:latin typeface="Verdana"/>
                <a:cs typeface="Verdana"/>
              </a:rPr>
              <a:t>cervezas</a:t>
            </a:r>
            <a:endParaRPr lang="es-CO" sz="2000" noProof="0" dirty="0">
              <a:latin typeface="Verdana"/>
              <a:cs typeface="Verdana"/>
            </a:endParaRPr>
          </a:p>
          <a:p>
            <a:pPr marL="481965" marR="38735" indent="-469900">
              <a:lnSpc>
                <a:spcPct val="100000"/>
              </a:lnSpc>
              <a:spcBef>
                <a:spcPts val="495"/>
              </a:spcBef>
              <a:buClr>
                <a:srgbClr val="9A0000"/>
              </a:buClr>
              <a:buFont typeface="Wingdings"/>
              <a:buChar char=""/>
              <a:tabLst>
                <a:tab pos="481965" algn="l"/>
              </a:tabLst>
            </a:pPr>
            <a:r>
              <a:rPr lang="es-CO" sz="2000" noProof="0" dirty="0">
                <a:latin typeface="Verdana"/>
                <a:cs typeface="Verdana"/>
              </a:rPr>
              <a:t>Ofrecer</a:t>
            </a:r>
            <a:r>
              <a:rPr lang="es-CO" sz="2000" spc="-9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cupones</a:t>
            </a:r>
            <a:r>
              <a:rPr lang="es-CO" sz="2000" spc="-8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descuento</a:t>
            </a:r>
            <a:r>
              <a:rPr lang="es-CO" sz="2000" spc="-6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para</a:t>
            </a:r>
            <a:r>
              <a:rPr lang="es-CO" sz="2000" spc="-6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el</a:t>
            </a:r>
            <a:r>
              <a:rPr lang="es-CO" sz="2000" spc="-45" noProof="0" dirty="0">
                <a:latin typeface="Verdana"/>
                <a:cs typeface="Verdana"/>
              </a:rPr>
              <a:t> </a:t>
            </a:r>
            <a:r>
              <a:rPr lang="es-CO" sz="2000" spc="-10" noProof="0" dirty="0">
                <a:latin typeface="Verdana"/>
                <a:cs typeface="Verdana"/>
              </a:rPr>
              <a:t>producto </a:t>
            </a:r>
            <a:r>
              <a:rPr lang="es-CO" sz="2000" spc="-20" noProof="0" dirty="0">
                <a:latin typeface="Verdana"/>
                <a:cs typeface="Verdana"/>
              </a:rPr>
              <a:t>“complementario”,</a:t>
            </a:r>
            <a:r>
              <a:rPr lang="es-CO" sz="2000" spc="-7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cuando</a:t>
            </a:r>
            <a:r>
              <a:rPr lang="es-CO" sz="2000" spc="-3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uno</a:t>
            </a:r>
            <a:r>
              <a:rPr lang="es-CO" sz="2000" spc="-4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de</a:t>
            </a:r>
            <a:r>
              <a:rPr lang="es-CO" sz="2000" spc="-2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los</a:t>
            </a:r>
            <a:r>
              <a:rPr lang="es-CO" sz="2000" spc="-2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productos</a:t>
            </a:r>
            <a:r>
              <a:rPr lang="es-CO" sz="2000" spc="-6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se</a:t>
            </a:r>
            <a:r>
              <a:rPr lang="es-CO" sz="2000" spc="-45" noProof="0" dirty="0">
                <a:latin typeface="Verdana"/>
                <a:cs typeface="Verdana"/>
              </a:rPr>
              <a:t> </a:t>
            </a:r>
            <a:r>
              <a:rPr lang="es-CO" sz="2000" spc="-10" noProof="0" dirty="0">
                <a:latin typeface="Verdana"/>
                <a:cs typeface="Verdana"/>
              </a:rPr>
              <a:t>venda </a:t>
            </a:r>
            <a:r>
              <a:rPr lang="es-CO" sz="2000" noProof="0" dirty="0">
                <a:latin typeface="Verdana"/>
                <a:cs typeface="Verdana"/>
              </a:rPr>
              <a:t>por</a:t>
            </a:r>
            <a:r>
              <a:rPr lang="es-CO" sz="2000" spc="-55" noProof="0" dirty="0">
                <a:latin typeface="Verdana"/>
                <a:cs typeface="Verdana"/>
              </a:rPr>
              <a:t> </a:t>
            </a:r>
            <a:r>
              <a:rPr lang="es-CO" sz="2000" spc="-10" noProof="0" dirty="0">
                <a:latin typeface="Verdana"/>
                <a:cs typeface="Verdana"/>
              </a:rPr>
              <a:t>separado…</a:t>
            </a:r>
            <a:endParaRPr lang="es-CO" sz="2000" noProof="0" dirty="0">
              <a:latin typeface="Verdana"/>
              <a:cs typeface="Verdana"/>
            </a:endParaRPr>
          </a:p>
          <a:p>
            <a:pPr marL="481965" marR="5080" indent="-469900">
              <a:lnSpc>
                <a:spcPct val="100000"/>
              </a:lnSpc>
              <a:spcBef>
                <a:spcPts val="2005"/>
              </a:spcBef>
            </a:pPr>
            <a:r>
              <a:rPr lang="es-CO" sz="2000" noProof="0" dirty="0">
                <a:latin typeface="Verdana"/>
                <a:cs typeface="Verdana"/>
              </a:rPr>
              <a:t>La</a:t>
            </a:r>
            <a:r>
              <a:rPr lang="es-CO" sz="2000" spc="-40" noProof="0" dirty="0">
                <a:latin typeface="Verdana"/>
                <a:cs typeface="Verdana"/>
              </a:rPr>
              <a:t> </a:t>
            </a:r>
            <a:r>
              <a:rPr lang="es-CO" sz="2000" noProof="0" dirty="0" err="1">
                <a:latin typeface="Verdana"/>
                <a:cs typeface="Verdana"/>
              </a:rPr>
              <a:t>profileración</a:t>
            </a:r>
            <a:r>
              <a:rPr lang="es-CO" sz="2000" spc="-8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de</a:t>
            </a:r>
            <a:r>
              <a:rPr lang="es-CO" sz="2000" spc="-5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“tarjetas</a:t>
            </a:r>
            <a:r>
              <a:rPr lang="es-CO" sz="2000" spc="-8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de</a:t>
            </a:r>
            <a:r>
              <a:rPr lang="es-CO" sz="2000" spc="-5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lealtad”</a:t>
            </a:r>
            <a:r>
              <a:rPr lang="es-CO" sz="2000" spc="-7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se</a:t>
            </a:r>
            <a:r>
              <a:rPr lang="es-CO" sz="2000" spc="-4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debe</a:t>
            </a:r>
            <a:r>
              <a:rPr lang="es-CO" sz="2000" spc="-5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al</a:t>
            </a:r>
            <a:r>
              <a:rPr lang="es-CO" sz="2000" spc="-5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interés</a:t>
            </a:r>
            <a:r>
              <a:rPr lang="es-CO" sz="2000" spc="-85" noProof="0" dirty="0">
                <a:latin typeface="Verdana"/>
                <a:cs typeface="Verdana"/>
              </a:rPr>
              <a:t> </a:t>
            </a:r>
            <a:r>
              <a:rPr lang="es-CO" sz="2000" spc="-25" noProof="0" dirty="0">
                <a:latin typeface="Verdana"/>
                <a:cs typeface="Verdana"/>
              </a:rPr>
              <a:t>por </a:t>
            </a:r>
            <a:r>
              <a:rPr lang="es-CO" sz="2000" noProof="0" dirty="0">
                <a:latin typeface="Verdana"/>
                <a:cs typeface="Verdana"/>
              </a:rPr>
              <a:t>identificar</a:t>
            </a:r>
            <a:r>
              <a:rPr lang="es-CO" sz="2000" spc="-11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el</a:t>
            </a:r>
            <a:r>
              <a:rPr lang="es-CO" sz="2000" spc="-4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historial</a:t>
            </a:r>
            <a:r>
              <a:rPr lang="es-CO" sz="2000" spc="-8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de</a:t>
            </a:r>
            <a:r>
              <a:rPr lang="es-CO" sz="2000" spc="-6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ventas</a:t>
            </a:r>
            <a:r>
              <a:rPr lang="es-CO" sz="2000" spc="-10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individual</a:t>
            </a:r>
            <a:r>
              <a:rPr lang="es-CO" sz="2000" spc="-4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del</a:t>
            </a:r>
            <a:r>
              <a:rPr lang="es-CO" sz="2000" spc="-45" noProof="0" dirty="0">
                <a:latin typeface="Verdana"/>
                <a:cs typeface="Verdana"/>
              </a:rPr>
              <a:t> </a:t>
            </a:r>
            <a:r>
              <a:rPr lang="es-CO" sz="2000" spc="-10" noProof="0" dirty="0">
                <a:latin typeface="Verdana"/>
                <a:cs typeface="Verdana"/>
              </a:rPr>
              <a:t>cliente…</a:t>
            </a:r>
            <a:endParaRPr lang="es-CO" sz="2000" noProof="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1975" rIns="0" bIns="0" rtlCol="0">
            <a:spAutoFit/>
          </a:bodyPr>
          <a:lstStyle/>
          <a:p>
            <a:pPr marL="1701800">
              <a:lnSpc>
                <a:spcPct val="100000"/>
              </a:lnSpc>
              <a:spcBef>
                <a:spcPts val="95"/>
              </a:spcBef>
            </a:pP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Minería</a:t>
            </a:r>
            <a:r>
              <a:rPr lang="es-CO" sz="2800" spc="-25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de</a:t>
            </a:r>
            <a:r>
              <a:rPr lang="es-CO" sz="2800" spc="-105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Datos.</a:t>
            </a:r>
            <a:r>
              <a:rPr lang="es-CO" sz="2800" spc="-60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Caso</a:t>
            </a:r>
            <a:r>
              <a:rPr lang="es-CO" sz="2800" spc="-80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de</a:t>
            </a:r>
            <a:r>
              <a:rPr lang="es-CO" sz="2800" spc="-120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spc="-10" noProof="0" dirty="0">
                <a:solidFill>
                  <a:srgbClr val="9A0000"/>
                </a:solidFill>
                <a:latin typeface="Verdana"/>
                <a:cs typeface="Verdana"/>
              </a:rPr>
              <a:t>estudio</a:t>
            </a:r>
            <a:endParaRPr lang="es-CO" sz="2800" noProof="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18716" y="1412748"/>
            <a:ext cx="8426450" cy="0"/>
          </a:xfrm>
          <a:custGeom>
            <a:avLst/>
            <a:gdLst/>
            <a:ahLst/>
            <a:cxnLst/>
            <a:rect l="l" t="t" r="r" b="b"/>
            <a:pathLst>
              <a:path w="8426450">
                <a:moveTo>
                  <a:pt x="0" y="0"/>
                </a:moveTo>
                <a:lnTo>
                  <a:pt x="8425941" y="0"/>
                </a:lnTo>
              </a:path>
            </a:pathLst>
          </a:custGeom>
          <a:ln w="76200">
            <a:solidFill>
              <a:srgbClr val="336699"/>
            </a:solidFill>
          </a:ln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3" name="object 3"/>
          <p:cNvSpPr txBox="1"/>
          <p:nvPr/>
        </p:nvSpPr>
        <p:spPr>
          <a:xfrm>
            <a:off x="2515361" y="1934921"/>
            <a:ext cx="7721600" cy="4598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100"/>
              </a:spcBef>
              <a:buClr>
                <a:srgbClr val="9A0000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lang="es-CO" sz="2400" noProof="0" dirty="0">
                <a:latin typeface="Verdana"/>
                <a:cs typeface="Verdana"/>
              </a:rPr>
              <a:t>KDD</a:t>
            </a:r>
            <a:r>
              <a:rPr lang="es-CO" sz="2400" spc="-25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=</a:t>
            </a:r>
            <a:r>
              <a:rPr lang="es-CO" sz="2400" spc="-40" noProof="0" dirty="0">
                <a:latin typeface="Verdana"/>
                <a:cs typeface="Verdana"/>
              </a:rPr>
              <a:t> </a:t>
            </a:r>
            <a:r>
              <a:rPr lang="es-CO" sz="2400" i="1" noProof="0" dirty="0">
                <a:latin typeface="Verdana"/>
                <a:cs typeface="Verdana"/>
              </a:rPr>
              <a:t>Knowledge</a:t>
            </a:r>
            <a:r>
              <a:rPr lang="es-CO" sz="2400" i="1" spc="-50" noProof="0" dirty="0">
                <a:latin typeface="Verdana"/>
                <a:cs typeface="Verdana"/>
              </a:rPr>
              <a:t> </a:t>
            </a:r>
            <a:r>
              <a:rPr lang="es-CO" sz="2400" i="1" noProof="0" dirty="0">
                <a:latin typeface="Verdana"/>
                <a:cs typeface="Verdana"/>
              </a:rPr>
              <a:t>Discovery</a:t>
            </a:r>
            <a:r>
              <a:rPr lang="es-CO" sz="2400" i="1" spc="-40" noProof="0" dirty="0">
                <a:latin typeface="Verdana"/>
                <a:cs typeface="Verdana"/>
              </a:rPr>
              <a:t> </a:t>
            </a:r>
            <a:r>
              <a:rPr lang="es-CO" sz="2400" i="1" noProof="0" dirty="0">
                <a:latin typeface="Verdana"/>
                <a:cs typeface="Verdana"/>
              </a:rPr>
              <a:t>in</a:t>
            </a:r>
            <a:r>
              <a:rPr lang="es-CO" sz="2400" i="1" spc="-10" noProof="0" dirty="0">
                <a:latin typeface="Verdana"/>
                <a:cs typeface="Verdana"/>
              </a:rPr>
              <a:t> </a:t>
            </a:r>
            <a:r>
              <a:rPr lang="es-CO" sz="2400" i="1" spc="-10" noProof="0" dirty="0" err="1">
                <a:latin typeface="Verdana"/>
                <a:cs typeface="Verdana"/>
              </a:rPr>
              <a:t>Databases</a:t>
            </a:r>
            <a:endParaRPr lang="es-CO" sz="2400" noProof="0" dirty="0">
              <a:latin typeface="Verdana"/>
              <a:cs typeface="Verdana"/>
            </a:endParaRPr>
          </a:p>
          <a:p>
            <a:pPr marL="355600" marR="34290" indent="-342900" algn="just">
              <a:lnSpc>
                <a:spcPct val="100000"/>
              </a:lnSpc>
              <a:spcBef>
                <a:spcPts val="1805"/>
              </a:spcBef>
              <a:buClr>
                <a:srgbClr val="9A0000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lang="es-CO" sz="2400" noProof="0" dirty="0">
                <a:latin typeface="Verdana"/>
                <a:cs typeface="Verdana"/>
              </a:rPr>
              <a:t>El</a:t>
            </a:r>
            <a:r>
              <a:rPr lang="es-CO" sz="2400" spc="-55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KDD</a:t>
            </a:r>
            <a:r>
              <a:rPr lang="es-CO" sz="2400" spc="-55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es</a:t>
            </a:r>
            <a:r>
              <a:rPr lang="es-CO" sz="2400" spc="-60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el</a:t>
            </a:r>
            <a:r>
              <a:rPr lang="es-CO" sz="2400" spc="-65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proceso</a:t>
            </a:r>
            <a:r>
              <a:rPr lang="es-CO" sz="2400" spc="-45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completo</a:t>
            </a:r>
            <a:r>
              <a:rPr lang="es-CO" sz="2400" spc="-35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de</a:t>
            </a:r>
            <a:r>
              <a:rPr lang="es-CO" sz="2400" spc="-70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extracción</a:t>
            </a:r>
            <a:r>
              <a:rPr lang="es-CO" sz="2400" spc="-30" noProof="0" dirty="0">
                <a:latin typeface="Verdana"/>
                <a:cs typeface="Verdana"/>
              </a:rPr>
              <a:t> </a:t>
            </a:r>
            <a:r>
              <a:rPr lang="es-CO" sz="2400" spc="-25" noProof="0" dirty="0">
                <a:latin typeface="Verdana"/>
                <a:cs typeface="Verdana"/>
              </a:rPr>
              <a:t>de </a:t>
            </a:r>
            <a:r>
              <a:rPr lang="es-CO" sz="2400" noProof="0" dirty="0">
                <a:latin typeface="Verdana"/>
                <a:cs typeface="Verdana"/>
              </a:rPr>
              <a:t>conocimiento</a:t>
            </a:r>
            <a:r>
              <a:rPr lang="es-CO" sz="2400" spc="30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a</a:t>
            </a:r>
            <a:r>
              <a:rPr lang="es-CO" sz="2400" spc="-40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partir</a:t>
            </a:r>
            <a:r>
              <a:rPr lang="es-CO" sz="2400" spc="-40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de</a:t>
            </a:r>
            <a:r>
              <a:rPr lang="es-CO" sz="2400" spc="-65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bases</a:t>
            </a:r>
            <a:r>
              <a:rPr lang="es-CO" sz="2400" spc="-65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de</a:t>
            </a:r>
            <a:r>
              <a:rPr lang="es-CO" sz="2400" spc="-50" noProof="0" dirty="0">
                <a:latin typeface="Verdana"/>
                <a:cs typeface="Verdana"/>
              </a:rPr>
              <a:t> </a:t>
            </a:r>
            <a:r>
              <a:rPr lang="es-CO" sz="2400" spc="-10" noProof="0" dirty="0">
                <a:latin typeface="Verdana"/>
                <a:cs typeface="Verdana"/>
              </a:rPr>
              <a:t>datos</a:t>
            </a:r>
            <a:endParaRPr lang="es-CO" sz="2400" noProof="0" dirty="0">
              <a:latin typeface="Verdana"/>
              <a:cs typeface="Verdana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800"/>
              </a:spcBef>
              <a:buClr>
                <a:srgbClr val="9A0000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lang="es-CO" sz="2400" noProof="0" dirty="0">
                <a:latin typeface="Verdana"/>
                <a:cs typeface="Verdana"/>
              </a:rPr>
              <a:t>El</a:t>
            </a:r>
            <a:r>
              <a:rPr lang="es-CO" sz="2400" spc="-20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término</a:t>
            </a:r>
            <a:r>
              <a:rPr lang="es-CO" sz="2400" spc="-30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se</a:t>
            </a:r>
            <a:r>
              <a:rPr lang="es-CO" sz="2400" spc="-45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acuñó en</a:t>
            </a:r>
            <a:r>
              <a:rPr lang="es-CO" sz="2400" spc="-50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1989</a:t>
            </a:r>
            <a:r>
              <a:rPr lang="es-CO" sz="2400" spc="-30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para</a:t>
            </a:r>
            <a:r>
              <a:rPr lang="es-CO" sz="2400" spc="-70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enfatizar</a:t>
            </a:r>
            <a:r>
              <a:rPr lang="es-CO" sz="2400" spc="-35" noProof="0" dirty="0">
                <a:latin typeface="Verdana"/>
                <a:cs typeface="Verdana"/>
              </a:rPr>
              <a:t> </a:t>
            </a:r>
            <a:r>
              <a:rPr lang="es-CO" sz="2400" spc="-25" noProof="0" dirty="0">
                <a:latin typeface="Verdana"/>
                <a:cs typeface="Verdana"/>
              </a:rPr>
              <a:t>que </a:t>
            </a:r>
            <a:r>
              <a:rPr lang="es-CO" sz="2400" noProof="0" dirty="0">
                <a:latin typeface="Verdana"/>
                <a:cs typeface="Verdana"/>
              </a:rPr>
              <a:t>el</a:t>
            </a:r>
            <a:r>
              <a:rPr lang="es-CO" sz="2400" spc="-60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conocimiento</a:t>
            </a:r>
            <a:r>
              <a:rPr lang="es-CO" sz="2400" spc="10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es</a:t>
            </a:r>
            <a:r>
              <a:rPr lang="es-CO" sz="2400" spc="-55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el</a:t>
            </a:r>
            <a:r>
              <a:rPr lang="es-CO" sz="2400" spc="-75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producto</a:t>
            </a:r>
            <a:r>
              <a:rPr lang="es-CO" sz="2400" spc="-30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final de</a:t>
            </a:r>
            <a:r>
              <a:rPr lang="es-CO" sz="2400" spc="-80" noProof="0" dirty="0">
                <a:latin typeface="Verdana"/>
                <a:cs typeface="Verdana"/>
              </a:rPr>
              <a:t> </a:t>
            </a:r>
            <a:r>
              <a:rPr lang="es-CO" sz="2400" spc="-25" noProof="0" dirty="0">
                <a:latin typeface="Verdana"/>
                <a:cs typeface="Verdana"/>
              </a:rPr>
              <a:t>un </a:t>
            </a:r>
            <a:r>
              <a:rPr lang="es-CO" sz="2400" noProof="0" dirty="0">
                <a:latin typeface="Verdana"/>
                <a:cs typeface="Verdana"/>
              </a:rPr>
              <a:t>proceso</a:t>
            </a:r>
            <a:r>
              <a:rPr lang="es-CO" sz="2400" spc="-70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de</a:t>
            </a:r>
            <a:r>
              <a:rPr lang="es-CO" sz="2400" spc="-70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descubrimiento</a:t>
            </a:r>
            <a:r>
              <a:rPr lang="es-CO" sz="2400" spc="-70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guiado</a:t>
            </a:r>
            <a:r>
              <a:rPr lang="es-CO" sz="2400" spc="-65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por</a:t>
            </a:r>
            <a:r>
              <a:rPr lang="es-CO" sz="2400" spc="-65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los</a:t>
            </a:r>
            <a:r>
              <a:rPr lang="es-CO" sz="2400" spc="-35" noProof="0" dirty="0">
                <a:latin typeface="Verdana"/>
                <a:cs typeface="Verdana"/>
              </a:rPr>
              <a:t> </a:t>
            </a:r>
            <a:r>
              <a:rPr lang="es-CO" sz="2400" spc="-20" noProof="0" dirty="0">
                <a:latin typeface="Verdana"/>
                <a:cs typeface="Verdana"/>
              </a:rPr>
              <a:t>datos</a:t>
            </a:r>
            <a:endParaRPr lang="es-CO" sz="2400" noProof="0" dirty="0">
              <a:latin typeface="Verdana"/>
              <a:cs typeface="Verdana"/>
            </a:endParaRPr>
          </a:p>
          <a:p>
            <a:pPr marL="354965" indent="-342265" algn="just">
              <a:lnSpc>
                <a:spcPct val="100000"/>
              </a:lnSpc>
              <a:spcBef>
                <a:spcPts val="1800"/>
              </a:spcBef>
              <a:buClr>
                <a:srgbClr val="9A0000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lang="es-CO" sz="2400" noProof="0" dirty="0">
                <a:latin typeface="Verdana"/>
                <a:cs typeface="Verdana"/>
              </a:rPr>
              <a:t>La</a:t>
            </a:r>
            <a:r>
              <a:rPr lang="es-CO" sz="2400" spc="-40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Minería</a:t>
            </a:r>
            <a:r>
              <a:rPr lang="es-CO" sz="2400" spc="-20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de</a:t>
            </a:r>
            <a:r>
              <a:rPr lang="es-CO" sz="2400" spc="-35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Datos</a:t>
            </a:r>
            <a:r>
              <a:rPr lang="es-CO" sz="2400" spc="-30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es</a:t>
            </a:r>
            <a:r>
              <a:rPr lang="es-CO" sz="2400" spc="-50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sólo</a:t>
            </a:r>
            <a:r>
              <a:rPr lang="es-CO" sz="2400" spc="40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una</a:t>
            </a:r>
            <a:r>
              <a:rPr lang="es-CO" sz="2400" spc="-35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etapa</a:t>
            </a:r>
            <a:r>
              <a:rPr lang="es-CO" sz="2400" spc="-55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en</a:t>
            </a:r>
            <a:r>
              <a:rPr lang="es-CO" sz="2400" spc="-45" noProof="0" dirty="0">
                <a:latin typeface="Verdana"/>
                <a:cs typeface="Verdana"/>
              </a:rPr>
              <a:t> </a:t>
            </a:r>
            <a:r>
              <a:rPr lang="es-CO" sz="2400" spc="-25" noProof="0" dirty="0">
                <a:latin typeface="Verdana"/>
                <a:cs typeface="Verdana"/>
              </a:rPr>
              <a:t>el</a:t>
            </a:r>
            <a:endParaRPr lang="es-CO" sz="2400" noProof="0" dirty="0">
              <a:latin typeface="Verdana"/>
              <a:cs typeface="Verdana"/>
            </a:endParaRPr>
          </a:p>
          <a:p>
            <a:pPr marL="355600" algn="just">
              <a:lnSpc>
                <a:spcPct val="100000"/>
              </a:lnSpc>
              <a:spcBef>
                <a:spcPts val="5"/>
              </a:spcBef>
            </a:pPr>
            <a:r>
              <a:rPr lang="es-CO" sz="2400" noProof="0" dirty="0">
                <a:latin typeface="Verdana"/>
                <a:cs typeface="Verdana"/>
              </a:rPr>
              <a:t>proceso</a:t>
            </a:r>
            <a:r>
              <a:rPr lang="es-CO" sz="2400" spc="-40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de</a:t>
            </a:r>
            <a:r>
              <a:rPr lang="es-CO" sz="2400" spc="-60" noProof="0" dirty="0">
                <a:latin typeface="Verdana"/>
                <a:cs typeface="Verdana"/>
              </a:rPr>
              <a:t> </a:t>
            </a:r>
            <a:r>
              <a:rPr lang="es-CO" sz="2400" spc="-25" noProof="0" dirty="0">
                <a:latin typeface="Verdana"/>
                <a:cs typeface="Verdana"/>
              </a:rPr>
              <a:t>KDD</a:t>
            </a:r>
            <a:endParaRPr lang="es-CO" sz="2400" noProof="0" dirty="0">
              <a:latin typeface="Verdana"/>
              <a:cs typeface="Verdana"/>
            </a:endParaRPr>
          </a:p>
          <a:p>
            <a:pPr marL="355600" marR="241935" indent="-342900" algn="just">
              <a:lnSpc>
                <a:spcPct val="100000"/>
              </a:lnSpc>
              <a:spcBef>
                <a:spcPts val="1800"/>
              </a:spcBef>
              <a:buClr>
                <a:srgbClr val="9A0000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lang="es-CO" sz="2400" noProof="0" dirty="0">
                <a:latin typeface="Verdana"/>
                <a:cs typeface="Verdana"/>
              </a:rPr>
              <a:t>Informalmente</a:t>
            </a:r>
            <a:r>
              <a:rPr lang="es-CO" sz="2400" spc="-65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se</a:t>
            </a:r>
            <a:r>
              <a:rPr lang="es-CO" sz="2400" spc="-90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asocia</a:t>
            </a:r>
            <a:r>
              <a:rPr lang="es-CO" sz="2400" spc="-40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Minería</a:t>
            </a:r>
            <a:r>
              <a:rPr lang="es-CO" sz="2400" spc="-50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de</a:t>
            </a:r>
            <a:r>
              <a:rPr lang="es-CO" sz="2400" spc="-80" noProof="0" dirty="0">
                <a:latin typeface="Verdana"/>
                <a:cs typeface="Verdana"/>
              </a:rPr>
              <a:t> </a:t>
            </a:r>
            <a:r>
              <a:rPr lang="es-CO" sz="2400" noProof="0" dirty="0">
                <a:latin typeface="Verdana"/>
                <a:cs typeface="Verdana"/>
              </a:rPr>
              <a:t>Datos</a:t>
            </a:r>
            <a:r>
              <a:rPr lang="es-CO" sz="2400" spc="-85" noProof="0" dirty="0">
                <a:latin typeface="Verdana"/>
                <a:cs typeface="Verdana"/>
              </a:rPr>
              <a:t> </a:t>
            </a:r>
            <a:r>
              <a:rPr lang="es-CO" sz="2400" spc="-25" noProof="0" dirty="0">
                <a:latin typeface="Verdana"/>
                <a:cs typeface="Verdana"/>
              </a:rPr>
              <a:t>con KDD</a:t>
            </a:r>
            <a:endParaRPr lang="es-CO" sz="2400" noProof="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4505" rIns="0" bIns="0" rtlCol="0">
            <a:spAutoFit/>
          </a:bodyPr>
          <a:lstStyle/>
          <a:p>
            <a:pPr marL="1743075">
              <a:lnSpc>
                <a:spcPct val="100000"/>
              </a:lnSpc>
              <a:spcBef>
                <a:spcPts val="95"/>
              </a:spcBef>
            </a:pPr>
            <a:r>
              <a:rPr lang="es-CO" sz="4000" noProof="0" dirty="0">
                <a:solidFill>
                  <a:srgbClr val="003366"/>
                </a:solidFill>
                <a:latin typeface="Verdana"/>
                <a:cs typeface="Verdana"/>
              </a:rPr>
              <a:t>Etapas</a:t>
            </a:r>
            <a:r>
              <a:rPr lang="es-CO" sz="4000" spc="-105" noProof="0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lang="es-CO" sz="4000" noProof="0" dirty="0">
                <a:solidFill>
                  <a:srgbClr val="003366"/>
                </a:solidFill>
                <a:latin typeface="Verdana"/>
                <a:cs typeface="Verdana"/>
              </a:rPr>
              <a:t>en</a:t>
            </a:r>
            <a:r>
              <a:rPr lang="es-CO" sz="4000" spc="-50" noProof="0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lang="es-CO" sz="4000" noProof="0" dirty="0">
                <a:solidFill>
                  <a:srgbClr val="003366"/>
                </a:solidFill>
                <a:latin typeface="Verdana"/>
                <a:cs typeface="Verdana"/>
              </a:rPr>
              <a:t>el</a:t>
            </a:r>
            <a:r>
              <a:rPr lang="es-CO" sz="4000" spc="-50" noProof="0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lang="es-CO" sz="4000" noProof="0" dirty="0">
                <a:solidFill>
                  <a:srgbClr val="003366"/>
                </a:solidFill>
                <a:latin typeface="Verdana"/>
                <a:cs typeface="Verdana"/>
              </a:rPr>
              <a:t>proceso</a:t>
            </a:r>
            <a:r>
              <a:rPr lang="es-CO" sz="4000" spc="-5" noProof="0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lang="es-CO" sz="4000" noProof="0" dirty="0">
                <a:solidFill>
                  <a:srgbClr val="003366"/>
                </a:solidFill>
                <a:latin typeface="Verdana"/>
                <a:cs typeface="Verdana"/>
              </a:rPr>
              <a:t>de</a:t>
            </a:r>
            <a:r>
              <a:rPr lang="es-CO" sz="4000" spc="-75" noProof="0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lang="es-CO" sz="4000" spc="-25" noProof="0" dirty="0">
                <a:solidFill>
                  <a:srgbClr val="003366"/>
                </a:solidFill>
                <a:latin typeface="Verdana"/>
                <a:cs typeface="Verdana"/>
              </a:rPr>
              <a:t>KDD</a:t>
            </a:r>
            <a:endParaRPr lang="es-CO" sz="4000" noProof="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96715-83C4-8D40-FC11-DB446AFD9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0E12C5C-823F-2698-2CD5-7E832C572AD5}"/>
              </a:ext>
            </a:extLst>
          </p:cNvPr>
          <p:cNvSpPr/>
          <p:nvPr/>
        </p:nvSpPr>
        <p:spPr>
          <a:xfrm>
            <a:off x="1918716" y="1412748"/>
            <a:ext cx="8426450" cy="0"/>
          </a:xfrm>
          <a:custGeom>
            <a:avLst/>
            <a:gdLst/>
            <a:ahLst/>
            <a:cxnLst/>
            <a:rect l="l" t="t" r="r" b="b"/>
            <a:pathLst>
              <a:path w="8426450">
                <a:moveTo>
                  <a:pt x="0" y="0"/>
                </a:moveTo>
                <a:lnTo>
                  <a:pt x="8425941" y="0"/>
                </a:lnTo>
              </a:path>
            </a:pathLst>
          </a:custGeom>
          <a:ln w="76200">
            <a:solidFill>
              <a:srgbClr val="336699"/>
            </a:solidFill>
          </a:ln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48D6F1C-09C3-2E56-DFA0-4D729F5D96BF}"/>
              </a:ext>
            </a:extLst>
          </p:cNvPr>
          <p:cNvSpPr txBox="1"/>
          <p:nvPr/>
        </p:nvSpPr>
        <p:spPr>
          <a:xfrm>
            <a:off x="2515361" y="1934921"/>
            <a:ext cx="7721600" cy="25981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100"/>
              </a:spcBef>
              <a:buClr>
                <a:srgbClr val="9A0000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lang="es-CO" sz="2400" noProof="0" dirty="0">
                <a:latin typeface="Verdana"/>
                <a:cs typeface="Verdana"/>
              </a:rPr>
              <a:t>El campo del KDD es la convergencia del </a:t>
            </a:r>
            <a:r>
              <a:rPr lang="es-CO" sz="2400" b="1" noProof="0" dirty="0">
                <a:latin typeface="Verdana"/>
                <a:cs typeface="Verdana"/>
              </a:rPr>
              <a:t>aprendizaje automático</a:t>
            </a:r>
            <a:r>
              <a:rPr lang="es-CO" sz="2400" noProof="0" dirty="0">
                <a:latin typeface="Verdana"/>
                <a:cs typeface="Verdana"/>
              </a:rPr>
              <a:t>, la </a:t>
            </a:r>
            <a:r>
              <a:rPr lang="es-CO" sz="2400" b="1" noProof="0" dirty="0">
                <a:latin typeface="Verdana"/>
                <a:cs typeface="Verdana"/>
              </a:rPr>
              <a:t>estadística</a:t>
            </a:r>
            <a:r>
              <a:rPr lang="es-CO" sz="2400" noProof="0" dirty="0">
                <a:latin typeface="Verdana"/>
                <a:cs typeface="Verdana"/>
              </a:rPr>
              <a:t>, el </a:t>
            </a:r>
            <a:r>
              <a:rPr lang="es-CO" sz="2400" b="1" noProof="0" dirty="0">
                <a:latin typeface="Verdana"/>
                <a:cs typeface="Verdana"/>
              </a:rPr>
              <a:t>reconocimiento de patrones</a:t>
            </a:r>
            <a:r>
              <a:rPr lang="es-CO" sz="2400" noProof="0" dirty="0">
                <a:latin typeface="Verdana"/>
                <a:cs typeface="Verdana"/>
              </a:rPr>
              <a:t>, la </a:t>
            </a:r>
            <a:r>
              <a:rPr lang="es-CO" sz="2400" b="1" noProof="0" dirty="0">
                <a:latin typeface="Verdana"/>
                <a:cs typeface="Verdana"/>
              </a:rPr>
              <a:t>inteligencia artificial</a:t>
            </a:r>
            <a:r>
              <a:rPr lang="es-CO" sz="2400" noProof="0" dirty="0">
                <a:latin typeface="Verdana"/>
                <a:cs typeface="Verdana"/>
              </a:rPr>
              <a:t>, las </a:t>
            </a:r>
            <a:r>
              <a:rPr lang="es-CO" sz="2400" b="1" noProof="0" dirty="0">
                <a:latin typeface="Verdana"/>
                <a:cs typeface="Verdana"/>
              </a:rPr>
              <a:t>bases de datos</a:t>
            </a:r>
            <a:r>
              <a:rPr lang="es-CO" sz="2400" noProof="0" dirty="0">
                <a:latin typeface="Verdana"/>
                <a:cs typeface="Verdana"/>
              </a:rPr>
              <a:t>, la </a:t>
            </a:r>
            <a:r>
              <a:rPr lang="es-CO" sz="2400" b="1" noProof="0" dirty="0">
                <a:latin typeface="Verdana"/>
                <a:cs typeface="Verdana"/>
              </a:rPr>
              <a:t>visualización de datos</a:t>
            </a:r>
            <a:r>
              <a:rPr lang="es-CO" sz="2400" noProof="0" dirty="0">
                <a:latin typeface="Verdana"/>
                <a:cs typeface="Verdana"/>
              </a:rPr>
              <a:t>, los sistemas para el apoyo a la </a:t>
            </a:r>
            <a:r>
              <a:rPr lang="es-CO" sz="2400" b="1" noProof="0" dirty="0">
                <a:latin typeface="Verdana"/>
                <a:cs typeface="Verdana"/>
              </a:rPr>
              <a:t>toma de decisiones</a:t>
            </a:r>
            <a:r>
              <a:rPr lang="es-CO" sz="2400" noProof="0" dirty="0">
                <a:latin typeface="Verdana"/>
                <a:cs typeface="Verdana"/>
              </a:rPr>
              <a:t>, la </a:t>
            </a:r>
            <a:r>
              <a:rPr lang="es-CO" sz="2400" b="1" noProof="0" dirty="0">
                <a:latin typeface="Verdana"/>
                <a:cs typeface="Verdana"/>
              </a:rPr>
              <a:t>recuperación de información</a:t>
            </a:r>
            <a:r>
              <a:rPr lang="es-CO" sz="2400" noProof="0" dirty="0">
                <a:latin typeface="Verdana"/>
                <a:cs typeface="Verdana"/>
              </a:rPr>
              <a:t>.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29F69B6-4465-753C-03DB-CF86064C6B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4505" rIns="0" bIns="0" rtlCol="0">
            <a:spAutoFit/>
          </a:bodyPr>
          <a:lstStyle/>
          <a:p>
            <a:pPr marL="1743075">
              <a:lnSpc>
                <a:spcPct val="100000"/>
              </a:lnSpc>
              <a:spcBef>
                <a:spcPts val="95"/>
              </a:spcBef>
            </a:pPr>
            <a:r>
              <a:rPr lang="es-CO" sz="4000" noProof="0" dirty="0">
                <a:solidFill>
                  <a:srgbClr val="003366"/>
                </a:solidFill>
                <a:latin typeface="Verdana"/>
                <a:cs typeface="Verdana"/>
              </a:rPr>
              <a:t>Etapas</a:t>
            </a:r>
            <a:r>
              <a:rPr lang="es-CO" sz="4000" spc="-105" noProof="0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lang="es-CO" sz="4000" noProof="0" dirty="0">
                <a:solidFill>
                  <a:srgbClr val="003366"/>
                </a:solidFill>
                <a:latin typeface="Verdana"/>
                <a:cs typeface="Verdana"/>
              </a:rPr>
              <a:t>en</a:t>
            </a:r>
            <a:r>
              <a:rPr lang="es-CO" sz="4000" spc="-50" noProof="0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lang="es-CO" sz="4000" noProof="0" dirty="0">
                <a:solidFill>
                  <a:srgbClr val="003366"/>
                </a:solidFill>
                <a:latin typeface="Verdana"/>
                <a:cs typeface="Verdana"/>
              </a:rPr>
              <a:t>el</a:t>
            </a:r>
            <a:r>
              <a:rPr lang="es-CO" sz="4000" spc="-50" noProof="0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lang="es-CO" sz="4000" noProof="0" dirty="0">
                <a:solidFill>
                  <a:srgbClr val="003366"/>
                </a:solidFill>
                <a:latin typeface="Verdana"/>
                <a:cs typeface="Verdana"/>
              </a:rPr>
              <a:t>proceso</a:t>
            </a:r>
            <a:r>
              <a:rPr lang="es-CO" sz="4000" spc="-5" noProof="0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lang="es-CO" sz="4000" noProof="0" dirty="0">
                <a:solidFill>
                  <a:srgbClr val="003366"/>
                </a:solidFill>
                <a:latin typeface="Verdana"/>
                <a:cs typeface="Verdana"/>
              </a:rPr>
              <a:t>de</a:t>
            </a:r>
            <a:r>
              <a:rPr lang="es-CO" sz="4000" spc="-75" noProof="0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lang="es-CO" sz="4000" spc="-25" noProof="0" dirty="0">
                <a:solidFill>
                  <a:srgbClr val="003366"/>
                </a:solidFill>
                <a:latin typeface="Verdana"/>
                <a:cs typeface="Verdana"/>
              </a:rPr>
              <a:t>KDD</a:t>
            </a:r>
            <a:endParaRPr lang="es-CO" sz="4000" noProof="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6964441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18716" y="1629155"/>
            <a:ext cx="8426450" cy="0"/>
          </a:xfrm>
          <a:custGeom>
            <a:avLst/>
            <a:gdLst/>
            <a:ahLst/>
            <a:cxnLst/>
            <a:rect l="l" t="t" r="r" b="b"/>
            <a:pathLst>
              <a:path w="8426450">
                <a:moveTo>
                  <a:pt x="0" y="0"/>
                </a:moveTo>
                <a:lnTo>
                  <a:pt x="8425941" y="0"/>
                </a:lnTo>
              </a:path>
            </a:pathLst>
          </a:custGeom>
          <a:ln w="76200">
            <a:solidFill>
              <a:srgbClr val="336699"/>
            </a:solidFill>
          </a:ln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grpSp>
        <p:nvGrpSpPr>
          <p:cNvPr id="3" name="object 3"/>
          <p:cNvGrpSpPr/>
          <p:nvPr/>
        </p:nvGrpSpPr>
        <p:grpSpPr>
          <a:xfrm>
            <a:off x="1848611" y="2708148"/>
            <a:ext cx="8351520" cy="3194050"/>
            <a:chOff x="1848611" y="2708148"/>
            <a:chExt cx="8351520" cy="3194050"/>
          </a:xfrm>
        </p:grpSpPr>
        <p:sp>
          <p:nvSpPr>
            <p:cNvPr id="4" name="object 4"/>
            <p:cNvSpPr/>
            <p:nvPr/>
          </p:nvSpPr>
          <p:spPr>
            <a:xfrm>
              <a:off x="1848611" y="2708148"/>
              <a:ext cx="8351520" cy="3194050"/>
            </a:xfrm>
            <a:custGeom>
              <a:avLst/>
              <a:gdLst/>
              <a:ahLst/>
              <a:cxnLst/>
              <a:rect l="l" t="t" r="r" b="b"/>
              <a:pathLst>
                <a:path w="8351520" h="3194050">
                  <a:moveTo>
                    <a:pt x="8351520" y="0"/>
                  </a:moveTo>
                  <a:lnTo>
                    <a:pt x="0" y="0"/>
                  </a:lnTo>
                  <a:lnTo>
                    <a:pt x="0" y="3193923"/>
                  </a:lnTo>
                  <a:lnTo>
                    <a:pt x="8351520" y="3193923"/>
                  </a:lnTo>
                  <a:lnTo>
                    <a:pt x="8351520" y="0"/>
                  </a:lnTo>
                  <a:close/>
                </a:path>
              </a:pathLst>
            </a:custGeom>
            <a:solidFill>
              <a:srgbClr val="FFFFDB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2079497" y="4309084"/>
              <a:ext cx="1213485" cy="1211580"/>
            </a:xfrm>
            <a:custGeom>
              <a:avLst/>
              <a:gdLst/>
              <a:ahLst/>
              <a:cxnLst/>
              <a:rect l="l" t="t" r="r" b="b"/>
              <a:pathLst>
                <a:path w="1213485" h="1211579">
                  <a:moveTo>
                    <a:pt x="150621" y="1210970"/>
                  </a:moveTo>
                  <a:lnTo>
                    <a:pt x="1213040" y="1210970"/>
                  </a:lnTo>
                  <a:lnTo>
                    <a:pt x="1213040" y="756640"/>
                  </a:lnTo>
                  <a:lnTo>
                    <a:pt x="150621" y="756640"/>
                  </a:lnTo>
                  <a:lnTo>
                    <a:pt x="150621" y="1210970"/>
                  </a:lnTo>
                  <a:close/>
                </a:path>
                <a:path w="1213485" h="1211579">
                  <a:moveTo>
                    <a:pt x="0" y="1210970"/>
                  </a:moveTo>
                  <a:lnTo>
                    <a:pt x="150583" y="1210970"/>
                  </a:lnTo>
                  <a:lnTo>
                    <a:pt x="150583" y="0"/>
                  </a:lnTo>
                  <a:lnTo>
                    <a:pt x="0" y="0"/>
                  </a:lnTo>
                  <a:lnTo>
                    <a:pt x="0" y="1210970"/>
                  </a:lnTo>
                  <a:close/>
                </a:path>
                <a:path w="1213485" h="1211579">
                  <a:moveTo>
                    <a:pt x="530351" y="1210970"/>
                  </a:moveTo>
                  <a:lnTo>
                    <a:pt x="682599" y="1210970"/>
                  </a:lnTo>
                  <a:lnTo>
                    <a:pt x="682599" y="1060640"/>
                  </a:lnTo>
                  <a:lnTo>
                    <a:pt x="530351" y="1060640"/>
                  </a:lnTo>
                  <a:lnTo>
                    <a:pt x="530351" y="1210970"/>
                  </a:lnTo>
                  <a:close/>
                </a:path>
              </a:pathLst>
            </a:custGeom>
            <a:ln w="100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2002535" y="3776472"/>
              <a:ext cx="457200" cy="152400"/>
            </a:xfrm>
            <a:custGeom>
              <a:avLst/>
              <a:gdLst/>
              <a:ahLst/>
              <a:cxnLst/>
              <a:rect l="l" t="t" r="r" b="b"/>
              <a:pathLst>
                <a:path w="457200" h="152400">
                  <a:moveTo>
                    <a:pt x="228472" y="0"/>
                  </a:moveTo>
                  <a:lnTo>
                    <a:pt x="156209" y="3936"/>
                  </a:lnTo>
                  <a:lnTo>
                    <a:pt x="93471" y="14731"/>
                  </a:lnTo>
                  <a:lnTo>
                    <a:pt x="44068" y="31114"/>
                  </a:lnTo>
                  <a:lnTo>
                    <a:pt x="11683" y="52069"/>
                  </a:lnTo>
                  <a:lnTo>
                    <a:pt x="0" y="76072"/>
                  </a:lnTo>
                  <a:lnTo>
                    <a:pt x="11683" y="100075"/>
                  </a:lnTo>
                  <a:lnTo>
                    <a:pt x="44068" y="121030"/>
                  </a:lnTo>
                  <a:lnTo>
                    <a:pt x="93471" y="137540"/>
                  </a:lnTo>
                  <a:lnTo>
                    <a:pt x="156209" y="148335"/>
                  </a:lnTo>
                  <a:lnTo>
                    <a:pt x="228472" y="152145"/>
                  </a:lnTo>
                  <a:lnTo>
                    <a:pt x="300608" y="148335"/>
                  </a:lnTo>
                  <a:lnTo>
                    <a:pt x="363346" y="137540"/>
                  </a:lnTo>
                  <a:lnTo>
                    <a:pt x="412876" y="121030"/>
                  </a:lnTo>
                  <a:lnTo>
                    <a:pt x="445262" y="100075"/>
                  </a:lnTo>
                  <a:lnTo>
                    <a:pt x="456945" y="76072"/>
                  </a:lnTo>
                  <a:lnTo>
                    <a:pt x="445262" y="52069"/>
                  </a:lnTo>
                  <a:lnTo>
                    <a:pt x="412876" y="31114"/>
                  </a:lnTo>
                  <a:lnTo>
                    <a:pt x="363346" y="14731"/>
                  </a:lnTo>
                  <a:lnTo>
                    <a:pt x="300608" y="3936"/>
                  </a:lnTo>
                  <a:lnTo>
                    <a:pt x="228472" y="0"/>
                  </a:lnTo>
                  <a:close/>
                </a:path>
              </a:pathLst>
            </a:custGeom>
            <a:solidFill>
              <a:srgbClr val="818181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2003297" y="3777234"/>
              <a:ext cx="457200" cy="152400"/>
            </a:xfrm>
            <a:custGeom>
              <a:avLst/>
              <a:gdLst/>
              <a:ahLst/>
              <a:cxnLst/>
              <a:rect l="l" t="t" r="r" b="b"/>
              <a:pathLst>
                <a:path w="457200" h="152400">
                  <a:moveTo>
                    <a:pt x="228472" y="0"/>
                  </a:moveTo>
                  <a:lnTo>
                    <a:pt x="156209" y="3937"/>
                  </a:lnTo>
                  <a:lnTo>
                    <a:pt x="93471" y="14732"/>
                  </a:lnTo>
                  <a:lnTo>
                    <a:pt x="44068" y="31115"/>
                  </a:lnTo>
                  <a:lnTo>
                    <a:pt x="11683" y="52070"/>
                  </a:lnTo>
                  <a:lnTo>
                    <a:pt x="0" y="76073"/>
                  </a:lnTo>
                  <a:lnTo>
                    <a:pt x="11683" y="100076"/>
                  </a:lnTo>
                  <a:lnTo>
                    <a:pt x="44068" y="121031"/>
                  </a:lnTo>
                  <a:lnTo>
                    <a:pt x="93471" y="137541"/>
                  </a:lnTo>
                  <a:lnTo>
                    <a:pt x="156209" y="148336"/>
                  </a:lnTo>
                  <a:lnTo>
                    <a:pt x="228472" y="152146"/>
                  </a:lnTo>
                  <a:lnTo>
                    <a:pt x="300608" y="148336"/>
                  </a:lnTo>
                  <a:lnTo>
                    <a:pt x="363346" y="137541"/>
                  </a:lnTo>
                  <a:lnTo>
                    <a:pt x="412876" y="121031"/>
                  </a:lnTo>
                  <a:lnTo>
                    <a:pt x="445262" y="100076"/>
                  </a:lnTo>
                  <a:lnTo>
                    <a:pt x="456945" y="76073"/>
                  </a:lnTo>
                  <a:lnTo>
                    <a:pt x="445262" y="52070"/>
                  </a:lnTo>
                  <a:lnTo>
                    <a:pt x="412876" y="31115"/>
                  </a:lnTo>
                  <a:lnTo>
                    <a:pt x="363346" y="14732"/>
                  </a:lnTo>
                  <a:lnTo>
                    <a:pt x="300608" y="3937"/>
                  </a:lnTo>
                  <a:lnTo>
                    <a:pt x="228472" y="0"/>
                  </a:lnTo>
                  <a:close/>
                </a:path>
              </a:pathLst>
            </a:custGeom>
            <a:ln w="10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8" name="object 8"/>
            <p:cNvSpPr/>
            <p:nvPr/>
          </p:nvSpPr>
          <p:spPr>
            <a:xfrm>
              <a:off x="2229611" y="5065763"/>
              <a:ext cx="1063625" cy="454025"/>
            </a:xfrm>
            <a:custGeom>
              <a:avLst/>
              <a:gdLst/>
              <a:ahLst/>
              <a:cxnLst/>
              <a:rect l="l" t="t" r="r" b="b"/>
              <a:pathLst>
                <a:path w="1063625" h="454025">
                  <a:moveTo>
                    <a:pt x="1063510" y="0"/>
                  </a:moveTo>
                  <a:lnTo>
                    <a:pt x="0" y="0"/>
                  </a:lnTo>
                  <a:lnTo>
                    <a:pt x="0" y="453656"/>
                  </a:lnTo>
                  <a:lnTo>
                    <a:pt x="1063510" y="453656"/>
                  </a:lnTo>
                  <a:lnTo>
                    <a:pt x="1063510" y="0"/>
                  </a:lnTo>
                  <a:close/>
                </a:path>
              </a:pathLst>
            </a:custGeom>
            <a:solidFill>
              <a:srgbClr val="DF8D42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9" name="object 9"/>
            <p:cNvSpPr/>
            <p:nvPr/>
          </p:nvSpPr>
          <p:spPr>
            <a:xfrm>
              <a:off x="2230373" y="5066525"/>
              <a:ext cx="1063625" cy="454025"/>
            </a:xfrm>
            <a:custGeom>
              <a:avLst/>
              <a:gdLst/>
              <a:ahLst/>
              <a:cxnLst/>
              <a:rect l="l" t="t" r="r" b="b"/>
              <a:pathLst>
                <a:path w="1063625" h="454025">
                  <a:moveTo>
                    <a:pt x="0" y="453656"/>
                  </a:moveTo>
                  <a:lnTo>
                    <a:pt x="1063510" y="453656"/>
                  </a:lnTo>
                  <a:lnTo>
                    <a:pt x="1063510" y="0"/>
                  </a:lnTo>
                  <a:lnTo>
                    <a:pt x="0" y="0"/>
                  </a:lnTo>
                  <a:lnTo>
                    <a:pt x="0" y="453656"/>
                  </a:lnTo>
                  <a:close/>
                </a:path>
              </a:pathLst>
            </a:custGeom>
            <a:ln w="100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74163" y="4073652"/>
              <a:ext cx="160019" cy="8686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078735" y="4308322"/>
              <a:ext cx="150495" cy="1211580"/>
            </a:xfrm>
            <a:custGeom>
              <a:avLst/>
              <a:gdLst/>
              <a:ahLst/>
              <a:cxnLst/>
              <a:rect l="l" t="t" r="r" b="b"/>
              <a:pathLst>
                <a:path w="150494" h="1211579">
                  <a:moveTo>
                    <a:pt x="150368" y="0"/>
                  </a:moveTo>
                  <a:lnTo>
                    <a:pt x="0" y="0"/>
                  </a:lnTo>
                  <a:lnTo>
                    <a:pt x="0" y="1210970"/>
                  </a:lnTo>
                  <a:lnTo>
                    <a:pt x="150368" y="1210970"/>
                  </a:lnTo>
                  <a:lnTo>
                    <a:pt x="150368" y="0"/>
                  </a:lnTo>
                  <a:close/>
                </a:path>
              </a:pathLst>
            </a:custGeom>
            <a:solidFill>
              <a:srgbClr val="DF8D42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12" name="object 12"/>
            <p:cNvSpPr/>
            <p:nvPr/>
          </p:nvSpPr>
          <p:spPr>
            <a:xfrm>
              <a:off x="2079497" y="4309084"/>
              <a:ext cx="150495" cy="1211580"/>
            </a:xfrm>
            <a:custGeom>
              <a:avLst/>
              <a:gdLst/>
              <a:ahLst/>
              <a:cxnLst/>
              <a:rect l="l" t="t" r="r" b="b"/>
              <a:pathLst>
                <a:path w="150494" h="1211579">
                  <a:moveTo>
                    <a:pt x="0" y="1210970"/>
                  </a:moveTo>
                  <a:lnTo>
                    <a:pt x="150368" y="1210970"/>
                  </a:lnTo>
                  <a:lnTo>
                    <a:pt x="150368" y="0"/>
                  </a:lnTo>
                  <a:lnTo>
                    <a:pt x="0" y="0"/>
                  </a:lnTo>
                  <a:lnTo>
                    <a:pt x="0" y="1210970"/>
                  </a:lnTo>
                  <a:close/>
                </a:path>
              </a:pathLst>
            </a:custGeom>
            <a:ln w="10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2609087" y="5369064"/>
              <a:ext cx="152400" cy="151130"/>
            </a:xfrm>
            <a:custGeom>
              <a:avLst/>
              <a:gdLst/>
              <a:ahLst/>
              <a:cxnLst/>
              <a:rect l="l" t="t" r="r" b="b"/>
              <a:pathLst>
                <a:path w="152400" h="151129">
                  <a:moveTo>
                    <a:pt x="152298" y="0"/>
                  </a:moveTo>
                  <a:lnTo>
                    <a:pt x="0" y="0"/>
                  </a:lnTo>
                  <a:lnTo>
                    <a:pt x="0" y="150863"/>
                  </a:lnTo>
                  <a:lnTo>
                    <a:pt x="152298" y="150863"/>
                  </a:lnTo>
                  <a:lnTo>
                    <a:pt x="1522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14" name="object 14"/>
            <p:cNvSpPr/>
            <p:nvPr/>
          </p:nvSpPr>
          <p:spPr>
            <a:xfrm>
              <a:off x="2609849" y="5369826"/>
              <a:ext cx="152400" cy="151130"/>
            </a:xfrm>
            <a:custGeom>
              <a:avLst/>
              <a:gdLst/>
              <a:ahLst/>
              <a:cxnLst/>
              <a:rect l="l" t="t" r="r" b="b"/>
              <a:pathLst>
                <a:path w="152400" h="151129">
                  <a:moveTo>
                    <a:pt x="0" y="150863"/>
                  </a:moveTo>
                  <a:lnTo>
                    <a:pt x="152298" y="150863"/>
                  </a:lnTo>
                  <a:lnTo>
                    <a:pt x="152298" y="0"/>
                  </a:lnTo>
                  <a:lnTo>
                    <a:pt x="0" y="0"/>
                  </a:lnTo>
                  <a:lnTo>
                    <a:pt x="0" y="150863"/>
                  </a:lnTo>
                  <a:close/>
                </a:path>
              </a:pathLst>
            </a:custGeom>
            <a:ln w="100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15" name="object 15"/>
            <p:cNvSpPr/>
            <p:nvPr/>
          </p:nvSpPr>
          <p:spPr>
            <a:xfrm>
              <a:off x="2002535" y="3776472"/>
              <a:ext cx="457200" cy="152400"/>
            </a:xfrm>
            <a:custGeom>
              <a:avLst/>
              <a:gdLst/>
              <a:ahLst/>
              <a:cxnLst/>
              <a:rect l="l" t="t" r="r" b="b"/>
              <a:pathLst>
                <a:path w="457200" h="152400">
                  <a:moveTo>
                    <a:pt x="228472" y="0"/>
                  </a:moveTo>
                  <a:lnTo>
                    <a:pt x="156209" y="3936"/>
                  </a:lnTo>
                  <a:lnTo>
                    <a:pt x="93471" y="14731"/>
                  </a:lnTo>
                  <a:lnTo>
                    <a:pt x="44068" y="31114"/>
                  </a:lnTo>
                  <a:lnTo>
                    <a:pt x="11683" y="52069"/>
                  </a:lnTo>
                  <a:lnTo>
                    <a:pt x="0" y="76072"/>
                  </a:lnTo>
                  <a:lnTo>
                    <a:pt x="11683" y="100075"/>
                  </a:lnTo>
                  <a:lnTo>
                    <a:pt x="44068" y="121030"/>
                  </a:lnTo>
                  <a:lnTo>
                    <a:pt x="93471" y="137540"/>
                  </a:lnTo>
                  <a:lnTo>
                    <a:pt x="156209" y="148335"/>
                  </a:lnTo>
                  <a:lnTo>
                    <a:pt x="228472" y="152145"/>
                  </a:lnTo>
                  <a:lnTo>
                    <a:pt x="300608" y="148335"/>
                  </a:lnTo>
                  <a:lnTo>
                    <a:pt x="363346" y="137540"/>
                  </a:lnTo>
                  <a:lnTo>
                    <a:pt x="412876" y="121030"/>
                  </a:lnTo>
                  <a:lnTo>
                    <a:pt x="445262" y="100075"/>
                  </a:lnTo>
                  <a:lnTo>
                    <a:pt x="456945" y="76072"/>
                  </a:lnTo>
                  <a:lnTo>
                    <a:pt x="445262" y="52069"/>
                  </a:lnTo>
                  <a:lnTo>
                    <a:pt x="412876" y="31114"/>
                  </a:lnTo>
                  <a:lnTo>
                    <a:pt x="363346" y="14731"/>
                  </a:lnTo>
                  <a:lnTo>
                    <a:pt x="300608" y="3936"/>
                  </a:lnTo>
                  <a:lnTo>
                    <a:pt x="228472" y="0"/>
                  </a:lnTo>
                  <a:close/>
                </a:path>
              </a:pathLst>
            </a:custGeom>
            <a:solidFill>
              <a:srgbClr val="818181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16" name="object 16"/>
            <p:cNvSpPr/>
            <p:nvPr/>
          </p:nvSpPr>
          <p:spPr>
            <a:xfrm>
              <a:off x="2003297" y="3777234"/>
              <a:ext cx="457200" cy="152400"/>
            </a:xfrm>
            <a:custGeom>
              <a:avLst/>
              <a:gdLst/>
              <a:ahLst/>
              <a:cxnLst/>
              <a:rect l="l" t="t" r="r" b="b"/>
              <a:pathLst>
                <a:path w="457200" h="152400">
                  <a:moveTo>
                    <a:pt x="228472" y="0"/>
                  </a:moveTo>
                  <a:lnTo>
                    <a:pt x="156209" y="3937"/>
                  </a:lnTo>
                  <a:lnTo>
                    <a:pt x="93471" y="14732"/>
                  </a:lnTo>
                  <a:lnTo>
                    <a:pt x="44068" y="31115"/>
                  </a:lnTo>
                  <a:lnTo>
                    <a:pt x="11683" y="52070"/>
                  </a:lnTo>
                  <a:lnTo>
                    <a:pt x="0" y="76073"/>
                  </a:lnTo>
                  <a:lnTo>
                    <a:pt x="11683" y="100076"/>
                  </a:lnTo>
                  <a:lnTo>
                    <a:pt x="44068" y="121031"/>
                  </a:lnTo>
                  <a:lnTo>
                    <a:pt x="93471" y="137541"/>
                  </a:lnTo>
                  <a:lnTo>
                    <a:pt x="156209" y="148336"/>
                  </a:lnTo>
                  <a:lnTo>
                    <a:pt x="228472" y="152146"/>
                  </a:lnTo>
                  <a:lnTo>
                    <a:pt x="300608" y="148336"/>
                  </a:lnTo>
                  <a:lnTo>
                    <a:pt x="363346" y="137541"/>
                  </a:lnTo>
                  <a:lnTo>
                    <a:pt x="412876" y="121031"/>
                  </a:lnTo>
                  <a:lnTo>
                    <a:pt x="445262" y="100076"/>
                  </a:lnTo>
                  <a:lnTo>
                    <a:pt x="456945" y="76073"/>
                  </a:lnTo>
                  <a:lnTo>
                    <a:pt x="445262" y="52070"/>
                  </a:lnTo>
                  <a:lnTo>
                    <a:pt x="412876" y="31115"/>
                  </a:lnTo>
                  <a:lnTo>
                    <a:pt x="363346" y="14732"/>
                  </a:lnTo>
                  <a:lnTo>
                    <a:pt x="300608" y="3937"/>
                  </a:lnTo>
                  <a:lnTo>
                    <a:pt x="228472" y="0"/>
                  </a:lnTo>
                  <a:close/>
                </a:path>
              </a:pathLst>
            </a:custGeom>
            <a:ln w="10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17" name="object 17"/>
            <p:cNvSpPr/>
            <p:nvPr/>
          </p:nvSpPr>
          <p:spPr>
            <a:xfrm>
              <a:off x="4052316" y="4155948"/>
              <a:ext cx="455930" cy="757555"/>
            </a:xfrm>
            <a:custGeom>
              <a:avLst/>
              <a:gdLst/>
              <a:ahLst/>
              <a:cxnLst/>
              <a:rect l="l" t="t" r="r" b="b"/>
              <a:pathLst>
                <a:path w="455929" h="757554">
                  <a:moveTo>
                    <a:pt x="227837" y="0"/>
                  </a:moveTo>
                  <a:lnTo>
                    <a:pt x="167259" y="4190"/>
                  </a:lnTo>
                  <a:lnTo>
                    <a:pt x="112775" y="16256"/>
                  </a:lnTo>
                  <a:lnTo>
                    <a:pt x="66675" y="34797"/>
                  </a:lnTo>
                  <a:lnTo>
                    <a:pt x="31114" y="58927"/>
                  </a:lnTo>
                  <a:lnTo>
                    <a:pt x="0" y="118871"/>
                  </a:lnTo>
                  <a:lnTo>
                    <a:pt x="0" y="638428"/>
                  </a:lnTo>
                  <a:lnTo>
                    <a:pt x="31114" y="698372"/>
                  </a:lnTo>
                  <a:lnTo>
                    <a:pt x="66675" y="722502"/>
                  </a:lnTo>
                  <a:lnTo>
                    <a:pt x="112775" y="741044"/>
                  </a:lnTo>
                  <a:lnTo>
                    <a:pt x="167259" y="753109"/>
                  </a:lnTo>
                  <a:lnTo>
                    <a:pt x="227837" y="757301"/>
                  </a:lnTo>
                  <a:lnTo>
                    <a:pt x="288417" y="753109"/>
                  </a:lnTo>
                  <a:lnTo>
                    <a:pt x="342773" y="741044"/>
                  </a:lnTo>
                  <a:lnTo>
                    <a:pt x="388874" y="722502"/>
                  </a:lnTo>
                  <a:lnTo>
                    <a:pt x="424561" y="698372"/>
                  </a:lnTo>
                  <a:lnTo>
                    <a:pt x="455549" y="638428"/>
                  </a:lnTo>
                  <a:lnTo>
                    <a:pt x="455549" y="118871"/>
                  </a:lnTo>
                  <a:lnTo>
                    <a:pt x="424561" y="58927"/>
                  </a:lnTo>
                  <a:lnTo>
                    <a:pt x="388874" y="34797"/>
                  </a:lnTo>
                  <a:lnTo>
                    <a:pt x="342773" y="16256"/>
                  </a:lnTo>
                  <a:lnTo>
                    <a:pt x="288417" y="4190"/>
                  </a:lnTo>
                  <a:lnTo>
                    <a:pt x="227837" y="0"/>
                  </a:lnTo>
                  <a:close/>
                </a:path>
              </a:pathLst>
            </a:custGeom>
            <a:solidFill>
              <a:srgbClr val="99CC00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18" name="object 18"/>
            <p:cNvSpPr/>
            <p:nvPr/>
          </p:nvSpPr>
          <p:spPr>
            <a:xfrm>
              <a:off x="4053077" y="4156710"/>
              <a:ext cx="455930" cy="757555"/>
            </a:xfrm>
            <a:custGeom>
              <a:avLst/>
              <a:gdLst/>
              <a:ahLst/>
              <a:cxnLst/>
              <a:rect l="l" t="t" r="r" b="b"/>
              <a:pathLst>
                <a:path w="455929" h="757554">
                  <a:moveTo>
                    <a:pt x="227837" y="0"/>
                  </a:moveTo>
                  <a:lnTo>
                    <a:pt x="167259" y="4190"/>
                  </a:lnTo>
                  <a:lnTo>
                    <a:pt x="112775" y="16256"/>
                  </a:lnTo>
                  <a:lnTo>
                    <a:pt x="66675" y="34797"/>
                  </a:lnTo>
                  <a:lnTo>
                    <a:pt x="31114" y="58927"/>
                  </a:lnTo>
                  <a:lnTo>
                    <a:pt x="0" y="118871"/>
                  </a:lnTo>
                  <a:lnTo>
                    <a:pt x="0" y="638428"/>
                  </a:lnTo>
                  <a:lnTo>
                    <a:pt x="31114" y="698372"/>
                  </a:lnTo>
                  <a:lnTo>
                    <a:pt x="66675" y="722502"/>
                  </a:lnTo>
                  <a:lnTo>
                    <a:pt x="112775" y="741044"/>
                  </a:lnTo>
                  <a:lnTo>
                    <a:pt x="167259" y="753109"/>
                  </a:lnTo>
                  <a:lnTo>
                    <a:pt x="227837" y="757301"/>
                  </a:lnTo>
                  <a:lnTo>
                    <a:pt x="288417" y="753109"/>
                  </a:lnTo>
                  <a:lnTo>
                    <a:pt x="342773" y="741044"/>
                  </a:lnTo>
                  <a:lnTo>
                    <a:pt x="388874" y="722502"/>
                  </a:lnTo>
                  <a:lnTo>
                    <a:pt x="424561" y="698372"/>
                  </a:lnTo>
                  <a:lnTo>
                    <a:pt x="455549" y="638428"/>
                  </a:lnTo>
                  <a:lnTo>
                    <a:pt x="455549" y="118871"/>
                  </a:lnTo>
                  <a:lnTo>
                    <a:pt x="424561" y="58927"/>
                  </a:lnTo>
                  <a:lnTo>
                    <a:pt x="388874" y="34797"/>
                  </a:lnTo>
                  <a:lnTo>
                    <a:pt x="342773" y="16256"/>
                  </a:lnTo>
                  <a:lnTo>
                    <a:pt x="288417" y="4190"/>
                  </a:lnTo>
                  <a:lnTo>
                    <a:pt x="227837" y="0"/>
                  </a:lnTo>
                  <a:close/>
                </a:path>
              </a:pathLst>
            </a:custGeom>
            <a:ln w="100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19" name="object 19"/>
            <p:cNvSpPr/>
            <p:nvPr/>
          </p:nvSpPr>
          <p:spPr>
            <a:xfrm>
              <a:off x="4053077" y="4275582"/>
              <a:ext cx="455930" cy="118745"/>
            </a:xfrm>
            <a:custGeom>
              <a:avLst/>
              <a:gdLst/>
              <a:ahLst/>
              <a:cxnLst/>
              <a:rect l="l" t="t" r="r" b="b"/>
              <a:pathLst>
                <a:path w="455929" h="118745">
                  <a:moveTo>
                    <a:pt x="0" y="0"/>
                  </a:moveTo>
                  <a:lnTo>
                    <a:pt x="31114" y="59817"/>
                  </a:lnTo>
                  <a:lnTo>
                    <a:pt x="66675" y="83693"/>
                  </a:lnTo>
                  <a:lnTo>
                    <a:pt x="112775" y="102235"/>
                  </a:lnTo>
                  <a:lnTo>
                    <a:pt x="167259" y="114173"/>
                  </a:lnTo>
                  <a:lnTo>
                    <a:pt x="227837" y="118364"/>
                  </a:lnTo>
                  <a:lnTo>
                    <a:pt x="288417" y="114173"/>
                  </a:lnTo>
                  <a:lnTo>
                    <a:pt x="342773" y="102235"/>
                  </a:lnTo>
                  <a:lnTo>
                    <a:pt x="388874" y="83693"/>
                  </a:lnTo>
                  <a:lnTo>
                    <a:pt x="424561" y="59817"/>
                  </a:lnTo>
                  <a:lnTo>
                    <a:pt x="447421" y="31496"/>
                  </a:lnTo>
                  <a:lnTo>
                    <a:pt x="455549" y="0"/>
                  </a:lnTo>
                </a:path>
              </a:pathLst>
            </a:custGeom>
            <a:ln w="100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20" name="object 20"/>
            <p:cNvSpPr/>
            <p:nvPr/>
          </p:nvSpPr>
          <p:spPr>
            <a:xfrm>
              <a:off x="7544561" y="2942082"/>
              <a:ext cx="757555" cy="1442085"/>
            </a:xfrm>
            <a:custGeom>
              <a:avLst/>
              <a:gdLst/>
              <a:ahLst/>
              <a:cxnLst/>
              <a:rect l="l" t="t" r="r" b="b"/>
              <a:pathLst>
                <a:path w="757554" h="1442085">
                  <a:moveTo>
                    <a:pt x="0" y="1439926"/>
                  </a:moveTo>
                  <a:lnTo>
                    <a:pt x="150469" y="1439926"/>
                  </a:lnTo>
                  <a:lnTo>
                    <a:pt x="150469" y="377977"/>
                  </a:lnTo>
                  <a:lnTo>
                    <a:pt x="0" y="377977"/>
                  </a:lnTo>
                  <a:lnTo>
                    <a:pt x="0" y="1439926"/>
                  </a:lnTo>
                  <a:close/>
                </a:path>
                <a:path w="757554" h="1442085">
                  <a:moveTo>
                    <a:pt x="150495" y="1441577"/>
                  </a:moveTo>
                  <a:lnTo>
                    <a:pt x="302641" y="1441577"/>
                  </a:lnTo>
                  <a:lnTo>
                    <a:pt x="302641" y="757580"/>
                  </a:lnTo>
                  <a:lnTo>
                    <a:pt x="150495" y="757580"/>
                  </a:lnTo>
                  <a:lnTo>
                    <a:pt x="150495" y="1441577"/>
                  </a:lnTo>
                  <a:close/>
                </a:path>
                <a:path w="757554" h="1442085">
                  <a:moveTo>
                    <a:pt x="302641" y="1439926"/>
                  </a:moveTo>
                  <a:lnTo>
                    <a:pt x="454787" y="1439926"/>
                  </a:lnTo>
                  <a:lnTo>
                    <a:pt x="454787" y="0"/>
                  </a:lnTo>
                  <a:lnTo>
                    <a:pt x="302641" y="0"/>
                  </a:lnTo>
                  <a:lnTo>
                    <a:pt x="302641" y="1439926"/>
                  </a:lnTo>
                  <a:close/>
                </a:path>
                <a:path w="757554" h="1442085">
                  <a:moveTo>
                    <a:pt x="454787" y="1439926"/>
                  </a:moveTo>
                  <a:lnTo>
                    <a:pt x="606933" y="1439926"/>
                  </a:lnTo>
                  <a:lnTo>
                    <a:pt x="606933" y="607098"/>
                  </a:lnTo>
                  <a:lnTo>
                    <a:pt x="454787" y="607098"/>
                  </a:lnTo>
                  <a:lnTo>
                    <a:pt x="454787" y="1439926"/>
                  </a:lnTo>
                  <a:close/>
                </a:path>
                <a:path w="757554" h="1442085">
                  <a:moveTo>
                    <a:pt x="606933" y="1439926"/>
                  </a:moveTo>
                  <a:lnTo>
                    <a:pt x="757402" y="1439926"/>
                  </a:lnTo>
                  <a:lnTo>
                    <a:pt x="757402" y="227469"/>
                  </a:lnTo>
                  <a:lnTo>
                    <a:pt x="606933" y="227469"/>
                  </a:lnTo>
                  <a:lnTo>
                    <a:pt x="606933" y="1439926"/>
                  </a:lnTo>
                  <a:close/>
                </a:path>
              </a:pathLst>
            </a:custGeom>
            <a:ln w="100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21" name="object 21"/>
            <p:cNvSpPr/>
            <p:nvPr/>
          </p:nvSpPr>
          <p:spPr>
            <a:xfrm>
              <a:off x="7543800" y="3319233"/>
              <a:ext cx="150495" cy="1061720"/>
            </a:xfrm>
            <a:custGeom>
              <a:avLst/>
              <a:gdLst/>
              <a:ahLst/>
              <a:cxnLst/>
              <a:rect l="l" t="t" r="r" b="b"/>
              <a:pathLst>
                <a:path w="150495" h="1061720">
                  <a:moveTo>
                    <a:pt x="150380" y="0"/>
                  </a:moveTo>
                  <a:lnTo>
                    <a:pt x="0" y="0"/>
                  </a:lnTo>
                  <a:lnTo>
                    <a:pt x="0" y="1061631"/>
                  </a:lnTo>
                  <a:lnTo>
                    <a:pt x="150380" y="1061631"/>
                  </a:lnTo>
                  <a:lnTo>
                    <a:pt x="15038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22" name="object 22"/>
            <p:cNvSpPr/>
            <p:nvPr/>
          </p:nvSpPr>
          <p:spPr>
            <a:xfrm>
              <a:off x="7544561" y="3319995"/>
              <a:ext cx="150495" cy="1061720"/>
            </a:xfrm>
            <a:custGeom>
              <a:avLst/>
              <a:gdLst/>
              <a:ahLst/>
              <a:cxnLst/>
              <a:rect l="l" t="t" r="r" b="b"/>
              <a:pathLst>
                <a:path w="150495" h="1061720">
                  <a:moveTo>
                    <a:pt x="0" y="1061631"/>
                  </a:moveTo>
                  <a:lnTo>
                    <a:pt x="150368" y="1061631"/>
                  </a:lnTo>
                  <a:lnTo>
                    <a:pt x="150368" y="0"/>
                  </a:lnTo>
                  <a:lnTo>
                    <a:pt x="0" y="0"/>
                  </a:lnTo>
                  <a:lnTo>
                    <a:pt x="0" y="1061631"/>
                  </a:lnTo>
                  <a:close/>
                </a:path>
              </a:pathLst>
            </a:custGeom>
            <a:ln w="10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23" name="object 23"/>
            <p:cNvSpPr/>
            <p:nvPr/>
          </p:nvSpPr>
          <p:spPr>
            <a:xfrm>
              <a:off x="7694676" y="3698773"/>
              <a:ext cx="152400" cy="684530"/>
            </a:xfrm>
            <a:custGeom>
              <a:avLst/>
              <a:gdLst/>
              <a:ahLst/>
              <a:cxnLst/>
              <a:rect l="l" t="t" r="r" b="b"/>
              <a:pathLst>
                <a:path w="152400" h="684529">
                  <a:moveTo>
                    <a:pt x="152298" y="0"/>
                  </a:moveTo>
                  <a:lnTo>
                    <a:pt x="0" y="0"/>
                  </a:lnTo>
                  <a:lnTo>
                    <a:pt x="0" y="684250"/>
                  </a:lnTo>
                  <a:lnTo>
                    <a:pt x="152298" y="684250"/>
                  </a:lnTo>
                  <a:lnTo>
                    <a:pt x="152298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24" name="object 24"/>
            <p:cNvSpPr/>
            <p:nvPr/>
          </p:nvSpPr>
          <p:spPr>
            <a:xfrm>
              <a:off x="7695438" y="3699535"/>
              <a:ext cx="152400" cy="684530"/>
            </a:xfrm>
            <a:custGeom>
              <a:avLst/>
              <a:gdLst/>
              <a:ahLst/>
              <a:cxnLst/>
              <a:rect l="l" t="t" r="r" b="b"/>
              <a:pathLst>
                <a:path w="152400" h="684529">
                  <a:moveTo>
                    <a:pt x="0" y="684250"/>
                  </a:moveTo>
                  <a:lnTo>
                    <a:pt x="152298" y="684250"/>
                  </a:lnTo>
                  <a:lnTo>
                    <a:pt x="152298" y="0"/>
                  </a:lnTo>
                  <a:lnTo>
                    <a:pt x="0" y="0"/>
                  </a:lnTo>
                  <a:lnTo>
                    <a:pt x="0" y="684250"/>
                  </a:lnTo>
                  <a:close/>
                </a:path>
              </a:pathLst>
            </a:custGeom>
            <a:ln w="10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25" name="object 25"/>
            <p:cNvSpPr/>
            <p:nvPr/>
          </p:nvSpPr>
          <p:spPr>
            <a:xfrm>
              <a:off x="7847076" y="2941320"/>
              <a:ext cx="152400" cy="1440180"/>
            </a:xfrm>
            <a:custGeom>
              <a:avLst/>
              <a:gdLst/>
              <a:ahLst/>
              <a:cxnLst/>
              <a:rect l="l" t="t" r="r" b="b"/>
              <a:pathLst>
                <a:path w="152400" h="1440179">
                  <a:moveTo>
                    <a:pt x="152298" y="0"/>
                  </a:moveTo>
                  <a:lnTo>
                    <a:pt x="0" y="0"/>
                  </a:lnTo>
                  <a:lnTo>
                    <a:pt x="0" y="1439671"/>
                  </a:lnTo>
                  <a:lnTo>
                    <a:pt x="152298" y="1439671"/>
                  </a:lnTo>
                  <a:lnTo>
                    <a:pt x="152298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26" name="object 26"/>
            <p:cNvSpPr/>
            <p:nvPr/>
          </p:nvSpPr>
          <p:spPr>
            <a:xfrm>
              <a:off x="7847838" y="2942082"/>
              <a:ext cx="152400" cy="1440180"/>
            </a:xfrm>
            <a:custGeom>
              <a:avLst/>
              <a:gdLst/>
              <a:ahLst/>
              <a:cxnLst/>
              <a:rect l="l" t="t" r="r" b="b"/>
              <a:pathLst>
                <a:path w="152400" h="1440179">
                  <a:moveTo>
                    <a:pt x="0" y="1439671"/>
                  </a:moveTo>
                  <a:lnTo>
                    <a:pt x="152298" y="1439671"/>
                  </a:lnTo>
                  <a:lnTo>
                    <a:pt x="152298" y="0"/>
                  </a:lnTo>
                  <a:lnTo>
                    <a:pt x="0" y="0"/>
                  </a:lnTo>
                  <a:lnTo>
                    <a:pt x="0" y="1439671"/>
                  </a:lnTo>
                  <a:close/>
                </a:path>
              </a:pathLst>
            </a:custGeom>
            <a:ln w="10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27" name="object 27"/>
            <p:cNvSpPr/>
            <p:nvPr/>
          </p:nvSpPr>
          <p:spPr>
            <a:xfrm>
              <a:off x="7997952" y="3549446"/>
              <a:ext cx="152400" cy="831850"/>
            </a:xfrm>
            <a:custGeom>
              <a:avLst/>
              <a:gdLst/>
              <a:ahLst/>
              <a:cxnLst/>
              <a:rect l="l" t="t" r="r" b="b"/>
              <a:pathLst>
                <a:path w="152400" h="831850">
                  <a:moveTo>
                    <a:pt x="152298" y="0"/>
                  </a:moveTo>
                  <a:lnTo>
                    <a:pt x="0" y="0"/>
                  </a:lnTo>
                  <a:lnTo>
                    <a:pt x="0" y="831672"/>
                  </a:lnTo>
                  <a:lnTo>
                    <a:pt x="152298" y="831672"/>
                  </a:lnTo>
                  <a:lnTo>
                    <a:pt x="152298" y="0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28" name="object 28"/>
            <p:cNvSpPr/>
            <p:nvPr/>
          </p:nvSpPr>
          <p:spPr>
            <a:xfrm>
              <a:off x="7998714" y="3550208"/>
              <a:ext cx="152400" cy="831850"/>
            </a:xfrm>
            <a:custGeom>
              <a:avLst/>
              <a:gdLst/>
              <a:ahLst/>
              <a:cxnLst/>
              <a:rect l="l" t="t" r="r" b="b"/>
              <a:pathLst>
                <a:path w="152400" h="831850">
                  <a:moveTo>
                    <a:pt x="0" y="831672"/>
                  </a:moveTo>
                  <a:lnTo>
                    <a:pt x="152298" y="831672"/>
                  </a:lnTo>
                  <a:lnTo>
                    <a:pt x="152298" y="0"/>
                  </a:lnTo>
                  <a:lnTo>
                    <a:pt x="0" y="0"/>
                  </a:lnTo>
                  <a:lnTo>
                    <a:pt x="0" y="831672"/>
                  </a:lnTo>
                  <a:close/>
                </a:path>
              </a:pathLst>
            </a:custGeom>
            <a:ln w="10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29" name="object 29"/>
            <p:cNvSpPr/>
            <p:nvPr/>
          </p:nvSpPr>
          <p:spPr>
            <a:xfrm>
              <a:off x="8150352" y="3168370"/>
              <a:ext cx="152400" cy="1212850"/>
            </a:xfrm>
            <a:custGeom>
              <a:avLst/>
              <a:gdLst/>
              <a:ahLst/>
              <a:cxnLst/>
              <a:rect l="l" t="t" r="r" b="b"/>
              <a:pathLst>
                <a:path w="152400" h="1212850">
                  <a:moveTo>
                    <a:pt x="151892" y="0"/>
                  </a:moveTo>
                  <a:lnTo>
                    <a:pt x="0" y="0"/>
                  </a:lnTo>
                  <a:lnTo>
                    <a:pt x="0" y="1212494"/>
                  </a:lnTo>
                  <a:lnTo>
                    <a:pt x="151892" y="1212494"/>
                  </a:lnTo>
                  <a:lnTo>
                    <a:pt x="151892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30" name="object 30"/>
            <p:cNvSpPr/>
            <p:nvPr/>
          </p:nvSpPr>
          <p:spPr>
            <a:xfrm>
              <a:off x="8151114" y="3169132"/>
              <a:ext cx="152400" cy="1212850"/>
            </a:xfrm>
            <a:custGeom>
              <a:avLst/>
              <a:gdLst/>
              <a:ahLst/>
              <a:cxnLst/>
              <a:rect l="l" t="t" r="r" b="b"/>
              <a:pathLst>
                <a:path w="152400" h="1212850">
                  <a:moveTo>
                    <a:pt x="0" y="1212494"/>
                  </a:moveTo>
                  <a:lnTo>
                    <a:pt x="151892" y="1212494"/>
                  </a:lnTo>
                  <a:lnTo>
                    <a:pt x="151892" y="0"/>
                  </a:lnTo>
                  <a:lnTo>
                    <a:pt x="0" y="0"/>
                  </a:lnTo>
                  <a:lnTo>
                    <a:pt x="0" y="1212494"/>
                  </a:lnTo>
                  <a:close/>
                </a:path>
              </a:pathLst>
            </a:custGeom>
            <a:ln w="10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31" name="object 31"/>
            <p:cNvSpPr/>
            <p:nvPr/>
          </p:nvSpPr>
          <p:spPr>
            <a:xfrm>
              <a:off x="9253728" y="3396996"/>
              <a:ext cx="381000" cy="454025"/>
            </a:xfrm>
            <a:custGeom>
              <a:avLst/>
              <a:gdLst/>
              <a:ahLst/>
              <a:cxnLst/>
              <a:rect l="l" t="t" r="r" b="b"/>
              <a:pathLst>
                <a:path w="381000" h="454025">
                  <a:moveTo>
                    <a:pt x="190246" y="0"/>
                  </a:moveTo>
                  <a:lnTo>
                    <a:pt x="116204" y="4444"/>
                  </a:lnTo>
                  <a:lnTo>
                    <a:pt x="55752" y="16637"/>
                  </a:lnTo>
                  <a:lnTo>
                    <a:pt x="14986" y="34670"/>
                  </a:lnTo>
                  <a:lnTo>
                    <a:pt x="0" y="56768"/>
                  </a:lnTo>
                  <a:lnTo>
                    <a:pt x="0" y="397001"/>
                  </a:lnTo>
                  <a:lnTo>
                    <a:pt x="14986" y="418972"/>
                  </a:lnTo>
                  <a:lnTo>
                    <a:pt x="55752" y="437006"/>
                  </a:lnTo>
                  <a:lnTo>
                    <a:pt x="116204" y="449198"/>
                  </a:lnTo>
                  <a:lnTo>
                    <a:pt x="190246" y="453643"/>
                  </a:lnTo>
                  <a:lnTo>
                    <a:pt x="264287" y="449198"/>
                  </a:lnTo>
                  <a:lnTo>
                    <a:pt x="324866" y="437006"/>
                  </a:lnTo>
                  <a:lnTo>
                    <a:pt x="365632" y="418972"/>
                  </a:lnTo>
                  <a:lnTo>
                    <a:pt x="380492" y="397001"/>
                  </a:lnTo>
                  <a:lnTo>
                    <a:pt x="380492" y="56768"/>
                  </a:lnTo>
                  <a:lnTo>
                    <a:pt x="365632" y="34670"/>
                  </a:lnTo>
                  <a:lnTo>
                    <a:pt x="324866" y="16637"/>
                  </a:lnTo>
                  <a:lnTo>
                    <a:pt x="264287" y="4444"/>
                  </a:lnTo>
                  <a:lnTo>
                    <a:pt x="190246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32" name="object 32"/>
            <p:cNvSpPr/>
            <p:nvPr/>
          </p:nvSpPr>
          <p:spPr>
            <a:xfrm>
              <a:off x="9253728" y="3396996"/>
              <a:ext cx="381000" cy="113664"/>
            </a:xfrm>
            <a:custGeom>
              <a:avLst/>
              <a:gdLst/>
              <a:ahLst/>
              <a:cxnLst/>
              <a:rect l="l" t="t" r="r" b="b"/>
              <a:pathLst>
                <a:path w="381000" h="113664">
                  <a:moveTo>
                    <a:pt x="190246" y="0"/>
                  </a:moveTo>
                  <a:lnTo>
                    <a:pt x="116204" y="4444"/>
                  </a:lnTo>
                  <a:lnTo>
                    <a:pt x="55752" y="16637"/>
                  </a:lnTo>
                  <a:lnTo>
                    <a:pt x="14986" y="34670"/>
                  </a:lnTo>
                  <a:lnTo>
                    <a:pt x="0" y="56895"/>
                  </a:lnTo>
                  <a:lnTo>
                    <a:pt x="14986" y="78993"/>
                  </a:lnTo>
                  <a:lnTo>
                    <a:pt x="55752" y="97027"/>
                  </a:lnTo>
                  <a:lnTo>
                    <a:pt x="116204" y="109219"/>
                  </a:lnTo>
                  <a:lnTo>
                    <a:pt x="190246" y="113664"/>
                  </a:lnTo>
                  <a:lnTo>
                    <a:pt x="264287" y="109219"/>
                  </a:lnTo>
                  <a:lnTo>
                    <a:pt x="324866" y="97027"/>
                  </a:lnTo>
                  <a:lnTo>
                    <a:pt x="365632" y="78993"/>
                  </a:lnTo>
                  <a:lnTo>
                    <a:pt x="380492" y="56895"/>
                  </a:lnTo>
                  <a:lnTo>
                    <a:pt x="365632" y="34670"/>
                  </a:lnTo>
                  <a:lnTo>
                    <a:pt x="324866" y="16637"/>
                  </a:lnTo>
                  <a:lnTo>
                    <a:pt x="264287" y="4444"/>
                  </a:lnTo>
                  <a:lnTo>
                    <a:pt x="190246" y="0"/>
                  </a:lnTo>
                  <a:close/>
                </a:path>
              </a:pathLst>
            </a:custGeom>
            <a:solidFill>
              <a:srgbClr val="FFD531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33" name="object 33"/>
            <p:cNvSpPr/>
            <p:nvPr/>
          </p:nvSpPr>
          <p:spPr>
            <a:xfrm>
              <a:off x="9254490" y="3397758"/>
              <a:ext cx="381000" cy="454025"/>
            </a:xfrm>
            <a:custGeom>
              <a:avLst/>
              <a:gdLst/>
              <a:ahLst/>
              <a:cxnLst/>
              <a:rect l="l" t="t" r="r" b="b"/>
              <a:pathLst>
                <a:path w="381000" h="454025">
                  <a:moveTo>
                    <a:pt x="190245" y="0"/>
                  </a:moveTo>
                  <a:lnTo>
                    <a:pt x="116204" y="4444"/>
                  </a:lnTo>
                  <a:lnTo>
                    <a:pt x="55752" y="16637"/>
                  </a:lnTo>
                  <a:lnTo>
                    <a:pt x="14985" y="34670"/>
                  </a:lnTo>
                  <a:lnTo>
                    <a:pt x="0" y="56768"/>
                  </a:lnTo>
                  <a:lnTo>
                    <a:pt x="0" y="397001"/>
                  </a:lnTo>
                  <a:lnTo>
                    <a:pt x="14985" y="418972"/>
                  </a:lnTo>
                  <a:lnTo>
                    <a:pt x="55752" y="437006"/>
                  </a:lnTo>
                  <a:lnTo>
                    <a:pt x="116204" y="449198"/>
                  </a:lnTo>
                  <a:lnTo>
                    <a:pt x="190245" y="453643"/>
                  </a:lnTo>
                  <a:lnTo>
                    <a:pt x="264286" y="449198"/>
                  </a:lnTo>
                  <a:lnTo>
                    <a:pt x="324865" y="437006"/>
                  </a:lnTo>
                  <a:lnTo>
                    <a:pt x="365632" y="418972"/>
                  </a:lnTo>
                  <a:lnTo>
                    <a:pt x="380491" y="397001"/>
                  </a:lnTo>
                  <a:lnTo>
                    <a:pt x="380491" y="56768"/>
                  </a:lnTo>
                  <a:lnTo>
                    <a:pt x="365632" y="34670"/>
                  </a:lnTo>
                  <a:lnTo>
                    <a:pt x="324865" y="16637"/>
                  </a:lnTo>
                  <a:lnTo>
                    <a:pt x="264286" y="4444"/>
                  </a:lnTo>
                  <a:lnTo>
                    <a:pt x="190245" y="0"/>
                  </a:lnTo>
                  <a:close/>
                </a:path>
              </a:pathLst>
            </a:custGeom>
            <a:ln w="100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34" name="object 34"/>
            <p:cNvSpPr/>
            <p:nvPr/>
          </p:nvSpPr>
          <p:spPr>
            <a:xfrm>
              <a:off x="9254490" y="3454146"/>
              <a:ext cx="381000" cy="57785"/>
            </a:xfrm>
            <a:custGeom>
              <a:avLst/>
              <a:gdLst/>
              <a:ahLst/>
              <a:cxnLst/>
              <a:rect l="l" t="t" r="r" b="b"/>
              <a:pathLst>
                <a:path w="381000" h="57785">
                  <a:moveTo>
                    <a:pt x="0" y="0"/>
                  </a:moveTo>
                  <a:lnTo>
                    <a:pt x="14985" y="22478"/>
                  </a:lnTo>
                  <a:lnTo>
                    <a:pt x="55752" y="40766"/>
                  </a:lnTo>
                  <a:lnTo>
                    <a:pt x="116204" y="53086"/>
                  </a:lnTo>
                  <a:lnTo>
                    <a:pt x="190245" y="57657"/>
                  </a:lnTo>
                  <a:lnTo>
                    <a:pt x="264286" y="53086"/>
                  </a:lnTo>
                  <a:lnTo>
                    <a:pt x="324865" y="40766"/>
                  </a:lnTo>
                  <a:lnTo>
                    <a:pt x="365632" y="22478"/>
                  </a:lnTo>
                  <a:lnTo>
                    <a:pt x="380491" y="0"/>
                  </a:lnTo>
                </a:path>
              </a:pathLst>
            </a:custGeom>
            <a:ln w="100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35" name="object 35"/>
            <p:cNvSpPr/>
            <p:nvPr/>
          </p:nvSpPr>
          <p:spPr>
            <a:xfrm>
              <a:off x="9061704" y="2714244"/>
              <a:ext cx="757555" cy="835660"/>
            </a:xfrm>
            <a:custGeom>
              <a:avLst/>
              <a:gdLst/>
              <a:ahLst/>
              <a:cxnLst/>
              <a:rect l="l" t="t" r="r" b="b"/>
              <a:pathLst>
                <a:path w="757554" h="835660">
                  <a:moveTo>
                    <a:pt x="378714" y="0"/>
                  </a:moveTo>
                  <a:lnTo>
                    <a:pt x="334518" y="2793"/>
                  </a:lnTo>
                  <a:lnTo>
                    <a:pt x="291846" y="11048"/>
                  </a:lnTo>
                  <a:lnTo>
                    <a:pt x="250951" y="24383"/>
                  </a:lnTo>
                  <a:lnTo>
                    <a:pt x="212090" y="42417"/>
                  </a:lnTo>
                  <a:lnTo>
                    <a:pt x="175641" y="65023"/>
                  </a:lnTo>
                  <a:lnTo>
                    <a:pt x="141859" y="91693"/>
                  </a:lnTo>
                  <a:lnTo>
                    <a:pt x="110871" y="122300"/>
                  </a:lnTo>
                  <a:lnTo>
                    <a:pt x="83185" y="156336"/>
                  </a:lnTo>
                  <a:lnTo>
                    <a:pt x="58927" y="193675"/>
                  </a:lnTo>
                  <a:lnTo>
                    <a:pt x="38480" y="233933"/>
                  </a:lnTo>
                  <a:lnTo>
                    <a:pt x="22098" y="276732"/>
                  </a:lnTo>
                  <a:lnTo>
                    <a:pt x="10032" y="321817"/>
                  </a:lnTo>
                  <a:lnTo>
                    <a:pt x="2540" y="368807"/>
                  </a:lnTo>
                  <a:lnTo>
                    <a:pt x="0" y="417575"/>
                  </a:lnTo>
                  <a:lnTo>
                    <a:pt x="2540" y="466216"/>
                  </a:lnTo>
                  <a:lnTo>
                    <a:pt x="10032" y="513333"/>
                  </a:lnTo>
                  <a:lnTo>
                    <a:pt x="22098" y="558418"/>
                  </a:lnTo>
                  <a:lnTo>
                    <a:pt x="38480" y="601217"/>
                  </a:lnTo>
                  <a:lnTo>
                    <a:pt x="58927" y="641476"/>
                  </a:lnTo>
                  <a:lnTo>
                    <a:pt x="83185" y="678688"/>
                  </a:lnTo>
                  <a:lnTo>
                    <a:pt x="110871" y="712851"/>
                  </a:lnTo>
                  <a:lnTo>
                    <a:pt x="141859" y="743330"/>
                  </a:lnTo>
                  <a:lnTo>
                    <a:pt x="175641" y="770127"/>
                  </a:lnTo>
                  <a:lnTo>
                    <a:pt x="212090" y="792733"/>
                  </a:lnTo>
                  <a:lnTo>
                    <a:pt x="250951" y="810767"/>
                  </a:lnTo>
                  <a:lnTo>
                    <a:pt x="291846" y="824102"/>
                  </a:lnTo>
                  <a:lnTo>
                    <a:pt x="334518" y="832357"/>
                  </a:lnTo>
                  <a:lnTo>
                    <a:pt x="378714" y="835151"/>
                  </a:lnTo>
                  <a:lnTo>
                    <a:pt x="422910" y="832357"/>
                  </a:lnTo>
                  <a:lnTo>
                    <a:pt x="465581" y="824102"/>
                  </a:lnTo>
                  <a:lnTo>
                    <a:pt x="506475" y="810767"/>
                  </a:lnTo>
                  <a:lnTo>
                    <a:pt x="545211" y="792733"/>
                  </a:lnTo>
                  <a:lnTo>
                    <a:pt x="581660" y="770127"/>
                  </a:lnTo>
                  <a:lnTo>
                    <a:pt x="615569" y="743330"/>
                  </a:lnTo>
                  <a:lnTo>
                    <a:pt x="646429" y="712851"/>
                  </a:lnTo>
                  <a:lnTo>
                    <a:pt x="674243" y="678688"/>
                  </a:lnTo>
                  <a:lnTo>
                    <a:pt x="698373" y="641476"/>
                  </a:lnTo>
                  <a:lnTo>
                    <a:pt x="718947" y="601217"/>
                  </a:lnTo>
                  <a:lnTo>
                    <a:pt x="735329" y="558418"/>
                  </a:lnTo>
                  <a:lnTo>
                    <a:pt x="747395" y="513333"/>
                  </a:lnTo>
                  <a:lnTo>
                    <a:pt x="754888" y="466216"/>
                  </a:lnTo>
                  <a:lnTo>
                    <a:pt x="757427" y="417575"/>
                  </a:lnTo>
                  <a:lnTo>
                    <a:pt x="754888" y="368807"/>
                  </a:lnTo>
                  <a:lnTo>
                    <a:pt x="747395" y="321817"/>
                  </a:lnTo>
                  <a:lnTo>
                    <a:pt x="735329" y="276732"/>
                  </a:lnTo>
                  <a:lnTo>
                    <a:pt x="718947" y="233933"/>
                  </a:lnTo>
                  <a:lnTo>
                    <a:pt x="698373" y="193675"/>
                  </a:lnTo>
                  <a:lnTo>
                    <a:pt x="674243" y="156336"/>
                  </a:lnTo>
                  <a:lnTo>
                    <a:pt x="646429" y="122300"/>
                  </a:lnTo>
                  <a:lnTo>
                    <a:pt x="615569" y="91693"/>
                  </a:lnTo>
                  <a:lnTo>
                    <a:pt x="581660" y="65023"/>
                  </a:lnTo>
                  <a:lnTo>
                    <a:pt x="545211" y="42417"/>
                  </a:lnTo>
                  <a:lnTo>
                    <a:pt x="506475" y="24383"/>
                  </a:lnTo>
                  <a:lnTo>
                    <a:pt x="465581" y="11048"/>
                  </a:lnTo>
                  <a:lnTo>
                    <a:pt x="422910" y="2793"/>
                  </a:lnTo>
                  <a:lnTo>
                    <a:pt x="3787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36" name="object 36"/>
            <p:cNvSpPr/>
            <p:nvPr/>
          </p:nvSpPr>
          <p:spPr>
            <a:xfrm>
              <a:off x="9062466" y="2715006"/>
              <a:ext cx="757555" cy="835660"/>
            </a:xfrm>
            <a:custGeom>
              <a:avLst/>
              <a:gdLst/>
              <a:ahLst/>
              <a:cxnLst/>
              <a:rect l="l" t="t" r="r" b="b"/>
              <a:pathLst>
                <a:path w="757554" h="835660">
                  <a:moveTo>
                    <a:pt x="378713" y="0"/>
                  </a:moveTo>
                  <a:lnTo>
                    <a:pt x="334517" y="2794"/>
                  </a:lnTo>
                  <a:lnTo>
                    <a:pt x="291845" y="11049"/>
                  </a:lnTo>
                  <a:lnTo>
                    <a:pt x="250951" y="24384"/>
                  </a:lnTo>
                  <a:lnTo>
                    <a:pt x="212089" y="42418"/>
                  </a:lnTo>
                  <a:lnTo>
                    <a:pt x="175640" y="65024"/>
                  </a:lnTo>
                  <a:lnTo>
                    <a:pt x="141858" y="91694"/>
                  </a:lnTo>
                  <a:lnTo>
                    <a:pt x="110870" y="122301"/>
                  </a:lnTo>
                  <a:lnTo>
                    <a:pt x="83184" y="156337"/>
                  </a:lnTo>
                  <a:lnTo>
                    <a:pt x="58927" y="193675"/>
                  </a:lnTo>
                  <a:lnTo>
                    <a:pt x="38480" y="233934"/>
                  </a:lnTo>
                  <a:lnTo>
                    <a:pt x="22098" y="276733"/>
                  </a:lnTo>
                  <a:lnTo>
                    <a:pt x="10032" y="321818"/>
                  </a:lnTo>
                  <a:lnTo>
                    <a:pt x="2539" y="368808"/>
                  </a:lnTo>
                  <a:lnTo>
                    <a:pt x="0" y="417576"/>
                  </a:lnTo>
                  <a:lnTo>
                    <a:pt x="2539" y="466217"/>
                  </a:lnTo>
                  <a:lnTo>
                    <a:pt x="10032" y="513334"/>
                  </a:lnTo>
                  <a:lnTo>
                    <a:pt x="22098" y="558419"/>
                  </a:lnTo>
                  <a:lnTo>
                    <a:pt x="38480" y="601218"/>
                  </a:lnTo>
                  <a:lnTo>
                    <a:pt x="58927" y="641477"/>
                  </a:lnTo>
                  <a:lnTo>
                    <a:pt x="83184" y="678688"/>
                  </a:lnTo>
                  <a:lnTo>
                    <a:pt x="110870" y="712851"/>
                  </a:lnTo>
                  <a:lnTo>
                    <a:pt x="141858" y="743331"/>
                  </a:lnTo>
                  <a:lnTo>
                    <a:pt x="175640" y="770128"/>
                  </a:lnTo>
                  <a:lnTo>
                    <a:pt x="212089" y="792734"/>
                  </a:lnTo>
                  <a:lnTo>
                    <a:pt x="250951" y="810768"/>
                  </a:lnTo>
                  <a:lnTo>
                    <a:pt x="291845" y="824103"/>
                  </a:lnTo>
                  <a:lnTo>
                    <a:pt x="334517" y="832358"/>
                  </a:lnTo>
                  <a:lnTo>
                    <a:pt x="378713" y="835152"/>
                  </a:lnTo>
                  <a:lnTo>
                    <a:pt x="422909" y="832358"/>
                  </a:lnTo>
                  <a:lnTo>
                    <a:pt x="465581" y="824103"/>
                  </a:lnTo>
                  <a:lnTo>
                    <a:pt x="506475" y="810768"/>
                  </a:lnTo>
                  <a:lnTo>
                    <a:pt x="545210" y="792734"/>
                  </a:lnTo>
                  <a:lnTo>
                    <a:pt x="581659" y="770128"/>
                  </a:lnTo>
                  <a:lnTo>
                    <a:pt x="615568" y="743331"/>
                  </a:lnTo>
                  <a:lnTo>
                    <a:pt x="646429" y="712851"/>
                  </a:lnTo>
                  <a:lnTo>
                    <a:pt x="674242" y="678688"/>
                  </a:lnTo>
                  <a:lnTo>
                    <a:pt x="698373" y="641477"/>
                  </a:lnTo>
                  <a:lnTo>
                    <a:pt x="718947" y="601218"/>
                  </a:lnTo>
                  <a:lnTo>
                    <a:pt x="735329" y="558419"/>
                  </a:lnTo>
                  <a:lnTo>
                    <a:pt x="747394" y="513334"/>
                  </a:lnTo>
                  <a:lnTo>
                    <a:pt x="754887" y="466217"/>
                  </a:lnTo>
                  <a:lnTo>
                    <a:pt x="757427" y="417576"/>
                  </a:lnTo>
                  <a:lnTo>
                    <a:pt x="754887" y="368808"/>
                  </a:lnTo>
                  <a:lnTo>
                    <a:pt x="747394" y="321818"/>
                  </a:lnTo>
                  <a:lnTo>
                    <a:pt x="735329" y="276733"/>
                  </a:lnTo>
                  <a:lnTo>
                    <a:pt x="718947" y="233934"/>
                  </a:lnTo>
                  <a:lnTo>
                    <a:pt x="698373" y="193675"/>
                  </a:lnTo>
                  <a:lnTo>
                    <a:pt x="674242" y="156337"/>
                  </a:lnTo>
                  <a:lnTo>
                    <a:pt x="646429" y="122301"/>
                  </a:lnTo>
                  <a:lnTo>
                    <a:pt x="615568" y="91694"/>
                  </a:lnTo>
                  <a:lnTo>
                    <a:pt x="581659" y="65024"/>
                  </a:lnTo>
                  <a:lnTo>
                    <a:pt x="545210" y="42418"/>
                  </a:lnTo>
                  <a:lnTo>
                    <a:pt x="506475" y="24384"/>
                  </a:lnTo>
                  <a:lnTo>
                    <a:pt x="465581" y="11049"/>
                  </a:lnTo>
                  <a:lnTo>
                    <a:pt x="422909" y="2794"/>
                  </a:lnTo>
                  <a:lnTo>
                    <a:pt x="378713" y="0"/>
                  </a:lnTo>
                  <a:close/>
                </a:path>
              </a:pathLst>
            </a:custGeom>
            <a:ln w="100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49155" y="2936748"/>
              <a:ext cx="390144" cy="46482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9253728" y="3396996"/>
              <a:ext cx="381000" cy="454025"/>
            </a:xfrm>
            <a:custGeom>
              <a:avLst/>
              <a:gdLst/>
              <a:ahLst/>
              <a:cxnLst/>
              <a:rect l="l" t="t" r="r" b="b"/>
              <a:pathLst>
                <a:path w="381000" h="454025">
                  <a:moveTo>
                    <a:pt x="190246" y="0"/>
                  </a:moveTo>
                  <a:lnTo>
                    <a:pt x="116204" y="4444"/>
                  </a:lnTo>
                  <a:lnTo>
                    <a:pt x="55752" y="16637"/>
                  </a:lnTo>
                  <a:lnTo>
                    <a:pt x="14986" y="34670"/>
                  </a:lnTo>
                  <a:lnTo>
                    <a:pt x="0" y="56768"/>
                  </a:lnTo>
                  <a:lnTo>
                    <a:pt x="0" y="397001"/>
                  </a:lnTo>
                  <a:lnTo>
                    <a:pt x="14986" y="418972"/>
                  </a:lnTo>
                  <a:lnTo>
                    <a:pt x="55752" y="437006"/>
                  </a:lnTo>
                  <a:lnTo>
                    <a:pt x="116204" y="449198"/>
                  </a:lnTo>
                  <a:lnTo>
                    <a:pt x="190246" y="453643"/>
                  </a:lnTo>
                  <a:lnTo>
                    <a:pt x="264287" y="449198"/>
                  </a:lnTo>
                  <a:lnTo>
                    <a:pt x="324866" y="437006"/>
                  </a:lnTo>
                  <a:lnTo>
                    <a:pt x="365632" y="418972"/>
                  </a:lnTo>
                  <a:lnTo>
                    <a:pt x="380492" y="397001"/>
                  </a:lnTo>
                  <a:lnTo>
                    <a:pt x="380492" y="56768"/>
                  </a:lnTo>
                  <a:lnTo>
                    <a:pt x="365632" y="34670"/>
                  </a:lnTo>
                  <a:lnTo>
                    <a:pt x="324866" y="16637"/>
                  </a:lnTo>
                  <a:lnTo>
                    <a:pt x="264287" y="4444"/>
                  </a:lnTo>
                  <a:lnTo>
                    <a:pt x="190246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39" name="object 39"/>
            <p:cNvSpPr/>
            <p:nvPr/>
          </p:nvSpPr>
          <p:spPr>
            <a:xfrm>
              <a:off x="9253728" y="3396996"/>
              <a:ext cx="381000" cy="113664"/>
            </a:xfrm>
            <a:custGeom>
              <a:avLst/>
              <a:gdLst/>
              <a:ahLst/>
              <a:cxnLst/>
              <a:rect l="l" t="t" r="r" b="b"/>
              <a:pathLst>
                <a:path w="381000" h="113664">
                  <a:moveTo>
                    <a:pt x="190246" y="0"/>
                  </a:moveTo>
                  <a:lnTo>
                    <a:pt x="116204" y="4444"/>
                  </a:lnTo>
                  <a:lnTo>
                    <a:pt x="55752" y="16637"/>
                  </a:lnTo>
                  <a:lnTo>
                    <a:pt x="14986" y="34670"/>
                  </a:lnTo>
                  <a:lnTo>
                    <a:pt x="0" y="56895"/>
                  </a:lnTo>
                  <a:lnTo>
                    <a:pt x="14986" y="78993"/>
                  </a:lnTo>
                  <a:lnTo>
                    <a:pt x="55752" y="97027"/>
                  </a:lnTo>
                  <a:lnTo>
                    <a:pt x="116204" y="109219"/>
                  </a:lnTo>
                  <a:lnTo>
                    <a:pt x="190246" y="113664"/>
                  </a:lnTo>
                  <a:lnTo>
                    <a:pt x="264287" y="109219"/>
                  </a:lnTo>
                  <a:lnTo>
                    <a:pt x="324866" y="97027"/>
                  </a:lnTo>
                  <a:lnTo>
                    <a:pt x="365632" y="78993"/>
                  </a:lnTo>
                  <a:lnTo>
                    <a:pt x="380492" y="56895"/>
                  </a:lnTo>
                  <a:lnTo>
                    <a:pt x="365632" y="34670"/>
                  </a:lnTo>
                  <a:lnTo>
                    <a:pt x="324866" y="16637"/>
                  </a:lnTo>
                  <a:lnTo>
                    <a:pt x="264287" y="4444"/>
                  </a:lnTo>
                  <a:lnTo>
                    <a:pt x="190246" y="0"/>
                  </a:lnTo>
                  <a:close/>
                </a:path>
              </a:pathLst>
            </a:custGeom>
            <a:solidFill>
              <a:srgbClr val="FFD531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40" name="object 40"/>
            <p:cNvSpPr/>
            <p:nvPr/>
          </p:nvSpPr>
          <p:spPr>
            <a:xfrm>
              <a:off x="9254490" y="3397758"/>
              <a:ext cx="381000" cy="454025"/>
            </a:xfrm>
            <a:custGeom>
              <a:avLst/>
              <a:gdLst/>
              <a:ahLst/>
              <a:cxnLst/>
              <a:rect l="l" t="t" r="r" b="b"/>
              <a:pathLst>
                <a:path w="381000" h="454025">
                  <a:moveTo>
                    <a:pt x="190245" y="0"/>
                  </a:moveTo>
                  <a:lnTo>
                    <a:pt x="116204" y="4444"/>
                  </a:lnTo>
                  <a:lnTo>
                    <a:pt x="55752" y="16637"/>
                  </a:lnTo>
                  <a:lnTo>
                    <a:pt x="14985" y="34670"/>
                  </a:lnTo>
                  <a:lnTo>
                    <a:pt x="0" y="56768"/>
                  </a:lnTo>
                  <a:lnTo>
                    <a:pt x="0" y="397001"/>
                  </a:lnTo>
                  <a:lnTo>
                    <a:pt x="14985" y="418972"/>
                  </a:lnTo>
                  <a:lnTo>
                    <a:pt x="55752" y="437006"/>
                  </a:lnTo>
                  <a:lnTo>
                    <a:pt x="116204" y="449198"/>
                  </a:lnTo>
                  <a:lnTo>
                    <a:pt x="190245" y="453643"/>
                  </a:lnTo>
                  <a:lnTo>
                    <a:pt x="264286" y="449198"/>
                  </a:lnTo>
                  <a:lnTo>
                    <a:pt x="324865" y="437006"/>
                  </a:lnTo>
                  <a:lnTo>
                    <a:pt x="365632" y="418972"/>
                  </a:lnTo>
                  <a:lnTo>
                    <a:pt x="380491" y="397001"/>
                  </a:lnTo>
                  <a:lnTo>
                    <a:pt x="380491" y="56768"/>
                  </a:lnTo>
                  <a:lnTo>
                    <a:pt x="365632" y="34670"/>
                  </a:lnTo>
                  <a:lnTo>
                    <a:pt x="324865" y="16637"/>
                  </a:lnTo>
                  <a:lnTo>
                    <a:pt x="264286" y="4444"/>
                  </a:lnTo>
                  <a:lnTo>
                    <a:pt x="190245" y="0"/>
                  </a:lnTo>
                  <a:close/>
                </a:path>
              </a:pathLst>
            </a:custGeom>
            <a:ln w="100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41" name="object 41"/>
            <p:cNvSpPr/>
            <p:nvPr/>
          </p:nvSpPr>
          <p:spPr>
            <a:xfrm>
              <a:off x="9254490" y="3454146"/>
              <a:ext cx="381000" cy="57785"/>
            </a:xfrm>
            <a:custGeom>
              <a:avLst/>
              <a:gdLst/>
              <a:ahLst/>
              <a:cxnLst/>
              <a:rect l="l" t="t" r="r" b="b"/>
              <a:pathLst>
                <a:path w="381000" h="57785">
                  <a:moveTo>
                    <a:pt x="0" y="0"/>
                  </a:moveTo>
                  <a:lnTo>
                    <a:pt x="14985" y="22478"/>
                  </a:lnTo>
                  <a:lnTo>
                    <a:pt x="55752" y="40766"/>
                  </a:lnTo>
                  <a:lnTo>
                    <a:pt x="116204" y="53086"/>
                  </a:lnTo>
                  <a:lnTo>
                    <a:pt x="190245" y="57657"/>
                  </a:lnTo>
                  <a:lnTo>
                    <a:pt x="264286" y="53086"/>
                  </a:lnTo>
                  <a:lnTo>
                    <a:pt x="324865" y="40766"/>
                  </a:lnTo>
                  <a:lnTo>
                    <a:pt x="365632" y="22478"/>
                  </a:lnTo>
                  <a:lnTo>
                    <a:pt x="380491" y="0"/>
                  </a:lnTo>
                </a:path>
              </a:pathLst>
            </a:custGeom>
            <a:ln w="100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42" name="object 42"/>
            <p:cNvSpPr/>
            <p:nvPr/>
          </p:nvSpPr>
          <p:spPr>
            <a:xfrm>
              <a:off x="9061704" y="2714244"/>
              <a:ext cx="757555" cy="835660"/>
            </a:xfrm>
            <a:custGeom>
              <a:avLst/>
              <a:gdLst/>
              <a:ahLst/>
              <a:cxnLst/>
              <a:rect l="l" t="t" r="r" b="b"/>
              <a:pathLst>
                <a:path w="757554" h="835660">
                  <a:moveTo>
                    <a:pt x="378714" y="0"/>
                  </a:moveTo>
                  <a:lnTo>
                    <a:pt x="334518" y="2793"/>
                  </a:lnTo>
                  <a:lnTo>
                    <a:pt x="291846" y="11048"/>
                  </a:lnTo>
                  <a:lnTo>
                    <a:pt x="250951" y="24383"/>
                  </a:lnTo>
                  <a:lnTo>
                    <a:pt x="212090" y="42417"/>
                  </a:lnTo>
                  <a:lnTo>
                    <a:pt x="175641" y="65023"/>
                  </a:lnTo>
                  <a:lnTo>
                    <a:pt x="141859" y="91693"/>
                  </a:lnTo>
                  <a:lnTo>
                    <a:pt x="110871" y="122300"/>
                  </a:lnTo>
                  <a:lnTo>
                    <a:pt x="83185" y="156336"/>
                  </a:lnTo>
                  <a:lnTo>
                    <a:pt x="58927" y="193675"/>
                  </a:lnTo>
                  <a:lnTo>
                    <a:pt x="38480" y="233933"/>
                  </a:lnTo>
                  <a:lnTo>
                    <a:pt x="22098" y="276732"/>
                  </a:lnTo>
                  <a:lnTo>
                    <a:pt x="10032" y="321817"/>
                  </a:lnTo>
                  <a:lnTo>
                    <a:pt x="2540" y="368807"/>
                  </a:lnTo>
                  <a:lnTo>
                    <a:pt x="0" y="417575"/>
                  </a:lnTo>
                  <a:lnTo>
                    <a:pt x="2540" y="466216"/>
                  </a:lnTo>
                  <a:lnTo>
                    <a:pt x="10032" y="513333"/>
                  </a:lnTo>
                  <a:lnTo>
                    <a:pt x="22098" y="558418"/>
                  </a:lnTo>
                  <a:lnTo>
                    <a:pt x="38480" y="601217"/>
                  </a:lnTo>
                  <a:lnTo>
                    <a:pt x="58927" y="641476"/>
                  </a:lnTo>
                  <a:lnTo>
                    <a:pt x="83185" y="678688"/>
                  </a:lnTo>
                  <a:lnTo>
                    <a:pt x="110871" y="712851"/>
                  </a:lnTo>
                  <a:lnTo>
                    <a:pt x="141859" y="743330"/>
                  </a:lnTo>
                  <a:lnTo>
                    <a:pt x="175641" y="770127"/>
                  </a:lnTo>
                  <a:lnTo>
                    <a:pt x="212090" y="792733"/>
                  </a:lnTo>
                  <a:lnTo>
                    <a:pt x="250951" y="810767"/>
                  </a:lnTo>
                  <a:lnTo>
                    <a:pt x="291846" y="824102"/>
                  </a:lnTo>
                  <a:lnTo>
                    <a:pt x="334518" y="832357"/>
                  </a:lnTo>
                  <a:lnTo>
                    <a:pt x="378714" y="835151"/>
                  </a:lnTo>
                  <a:lnTo>
                    <a:pt x="422910" y="832357"/>
                  </a:lnTo>
                  <a:lnTo>
                    <a:pt x="465581" y="824102"/>
                  </a:lnTo>
                  <a:lnTo>
                    <a:pt x="506475" y="810767"/>
                  </a:lnTo>
                  <a:lnTo>
                    <a:pt x="545211" y="792733"/>
                  </a:lnTo>
                  <a:lnTo>
                    <a:pt x="581660" y="770127"/>
                  </a:lnTo>
                  <a:lnTo>
                    <a:pt x="615569" y="743330"/>
                  </a:lnTo>
                  <a:lnTo>
                    <a:pt x="646429" y="712851"/>
                  </a:lnTo>
                  <a:lnTo>
                    <a:pt x="674243" y="678688"/>
                  </a:lnTo>
                  <a:lnTo>
                    <a:pt x="698373" y="641476"/>
                  </a:lnTo>
                  <a:lnTo>
                    <a:pt x="718947" y="601217"/>
                  </a:lnTo>
                  <a:lnTo>
                    <a:pt x="735329" y="558418"/>
                  </a:lnTo>
                  <a:lnTo>
                    <a:pt x="747395" y="513333"/>
                  </a:lnTo>
                  <a:lnTo>
                    <a:pt x="754888" y="466216"/>
                  </a:lnTo>
                  <a:lnTo>
                    <a:pt x="757427" y="417575"/>
                  </a:lnTo>
                  <a:lnTo>
                    <a:pt x="754888" y="368807"/>
                  </a:lnTo>
                  <a:lnTo>
                    <a:pt x="747395" y="321817"/>
                  </a:lnTo>
                  <a:lnTo>
                    <a:pt x="735329" y="276732"/>
                  </a:lnTo>
                  <a:lnTo>
                    <a:pt x="718947" y="233933"/>
                  </a:lnTo>
                  <a:lnTo>
                    <a:pt x="698373" y="193675"/>
                  </a:lnTo>
                  <a:lnTo>
                    <a:pt x="674243" y="156336"/>
                  </a:lnTo>
                  <a:lnTo>
                    <a:pt x="646429" y="122300"/>
                  </a:lnTo>
                  <a:lnTo>
                    <a:pt x="615569" y="91693"/>
                  </a:lnTo>
                  <a:lnTo>
                    <a:pt x="581660" y="65023"/>
                  </a:lnTo>
                  <a:lnTo>
                    <a:pt x="545211" y="42417"/>
                  </a:lnTo>
                  <a:lnTo>
                    <a:pt x="506475" y="24383"/>
                  </a:lnTo>
                  <a:lnTo>
                    <a:pt x="465581" y="11048"/>
                  </a:lnTo>
                  <a:lnTo>
                    <a:pt x="422910" y="2793"/>
                  </a:lnTo>
                  <a:lnTo>
                    <a:pt x="3787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43" name="object 43"/>
            <p:cNvSpPr/>
            <p:nvPr/>
          </p:nvSpPr>
          <p:spPr>
            <a:xfrm>
              <a:off x="9062466" y="2715006"/>
              <a:ext cx="757555" cy="835660"/>
            </a:xfrm>
            <a:custGeom>
              <a:avLst/>
              <a:gdLst/>
              <a:ahLst/>
              <a:cxnLst/>
              <a:rect l="l" t="t" r="r" b="b"/>
              <a:pathLst>
                <a:path w="757554" h="835660">
                  <a:moveTo>
                    <a:pt x="378713" y="0"/>
                  </a:moveTo>
                  <a:lnTo>
                    <a:pt x="334517" y="2794"/>
                  </a:lnTo>
                  <a:lnTo>
                    <a:pt x="291845" y="11049"/>
                  </a:lnTo>
                  <a:lnTo>
                    <a:pt x="250951" y="24384"/>
                  </a:lnTo>
                  <a:lnTo>
                    <a:pt x="212089" y="42418"/>
                  </a:lnTo>
                  <a:lnTo>
                    <a:pt x="175640" y="65024"/>
                  </a:lnTo>
                  <a:lnTo>
                    <a:pt x="141858" y="91694"/>
                  </a:lnTo>
                  <a:lnTo>
                    <a:pt x="110870" y="122301"/>
                  </a:lnTo>
                  <a:lnTo>
                    <a:pt x="83184" y="156337"/>
                  </a:lnTo>
                  <a:lnTo>
                    <a:pt x="58927" y="193675"/>
                  </a:lnTo>
                  <a:lnTo>
                    <a:pt x="38480" y="233934"/>
                  </a:lnTo>
                  <a:lnTo>
                    <a:pt x="22098" y="276733"/>
                  </a:lnTo>
                  <a:lnTo>
                    <a:pt x="10032" y="321818"/>
                  </a:lnTo>
                  <a:lnTo>
                    <a:pt x="2539" y="368808"/>
                  </a:lnTo>
                  <a:lnTo>
                    <a:pt x="0" y="417576"/>
                  </a:lnTo>
                  <a:lnTo>
                    <a:pt x="2539" y="466217"/>
                  </a:lnTo>
                  <a:lnTo>
                    <a:pt x="10032" y="513334"/>
                  </a:lnTo>
                  <a:lnTo>
                    <a:pt x="22098" y="558419"/>
                  </a:lnTo>
                  <a:lnTo>
                    <a:pt x="38480" y="601218"/>
                  </a:lnTo>
                  <a:lnTo>
                    <a:pt x="58927" y="641477"/>
                  </a:lnTo>
                  <a:lnTo>
                    <a:pt x="83184" y="678688"/>
                  </a:lnTo>
                  <a:lnTo>
                    <a:pt x="110870" y="712851"/>
                  </a:lnTo>
                  <a:lnTo>
                    <a:pt x="141858" y="743331"/>
                  </a:lnTo>
                  <a:lnTo>
                    <a:pt x="175640" y="770128"/>
                  </a:lnTo>
                  <a:lnTo>
                    <a:pt x="212089" y="792734"/>
                  </a:lnTo>
                  <a:lnTo>
                    <a:pt x="250951" y="810768"/>
                  </a:lnTo>
                  <a:lnTo>
                    <a:pt x="291845" y="824103"/>
                  </a:lnTo>
                  <a:lnTo>
                    <a:pt x="334517" y="832358"/>
                  </a:lnTo>
                  <a:lnTo>
                    <a:pt x="378713" y="835152"/>
                  </a:lnTo>
                  <a:lnTo>
                    <a:pt x="422909" y="832358"/>
                  </a:lnTo>
                  <a:lnTo>
                    <a:pt x="465581" y="824103"/>
                  </a:lnTo>
                  <a:lnTo>
                    <a:pt x="506475" y="810768"/>
                  </a:lnTo>
                  <a:lnTo>
                    <a:pt x="545210" y="792734"/>
                  </a:lnTo>
                  <a:lnTo>
                    <a:pt x="581659" y="770128"/>
                  </a:lnTo>
                  <a:lnTo>
                    <a:pt x="615568" y="743331"/>
                  </a:lnTo>
                  <a:lnTo>
                    <a:pt x="646429" y="712851"/>
                  </a:lnTo>
                  <a:lnTo>
                    <a:pt x="674242" y="678688"/>
                  </a:lnTo>
                  <a:lnTo>
                    <a:pt x="698373" y="641477"/>
                  </a:lnTo>
                  <a:lnTo>
                    <a:pt x="718947" y="601218"/>
                  </a:lnTo>
                  <a:lnTo>
                    <a:pt x="735329" y="558419"/>
                  </a:lnTo>
                  <a:lnTo>
                    <a:pt x="747394" y="513334"/>
                  </a:lnTo>
                  <a:lnTo>
                    <a:pt x="754887" y="466217"/>
                  </a:lnTo>
                  <a:lnTo>
                    <a:pt x="757427" y="417576"/>
                  </a:lnTo>
                  <a:lnTo>
                    <a:pt x="754887" y="368808"/>
                  </a:lnTo>
                  <a:lnTo>
                    <a:pt x="747394" y="321818"/>
                  </a:lnTo>
                  <a:lnTo>
                    <a:pt x="735329" y="276733"/>
                  </a:lnTo>
                  <a:lnTo>
                    <a:pt x="718947" y="233934"/>
                  </a:lnTo>
                  <a:lnTo>
                    <a:pt x="698373" y="193675"/>
                  </a:lnTo>
                  <a:lnTo>
                    <a:pt x="674242" y="156337"/>
                  </a:lnTo>
                  <a:lnTo>
                    <a:pt x="646429" y="122301"/>
                  </a:lnTo>
                  <a:lnTo>
                    <a:pt x="615568" y="91694"/>
                  </a:lnTo>
                  <a:lnTo>
                    <a:pt x="581659" y="65024"/>
                  </a:lnTo>
                  <a:lnTo>
                    <a:pt x="545210" y="42418"/>
                  </a:lnTo>
                  <a:lnTo>
                    <a:pt x="506475" y="24384"/>
                  </a:lnTo>
                  <a:lnTo>
                    <a:pt x="465581" y="11049"/>
                  </a:lnTo>
                  <a:lnTo>
                    <a:pt x="422909" y="2794"/>
                  </a:lnTo>
                  <a:lnTo>
                    <a:pt x="378713" y="0"/>
                  </a:lnTo>
                  <a:close/>
                </a:path>
              </a:pathLst>
            </a:custGeom>
            <a:ln w="100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49155" y="2936748"/>
              <a:ext cx="390144" cy="46482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3370325" y="4627626"/>
              <a:ext cx="541020" cy="133985"/>
            </a:xfrm>
            <a:custGeom>
              <a:avLst/>
              <a:gdLst/>
              <a:ahLst/>
              <a:cxnLst/>
              <a:rect l="l" t="t" r="r" b="b"/>
              <a:pathLst>
                <a:path w="541020" h="133985">
                  <a:moveTo>
                    <a:pt x="0" y="133857"/>
                  </a:moveTo>
                  <a:lnTo>
                    <a:pt x="540893" y="0"/>
                  </a:lnTo>
                </a:path>
              </a:pathLst>
            </a:custGeom>
            <a:ln w="100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46" name="object 46"/>
            <p:cNvSpPr/>
            <p:nvPr/>
          </p:nvSpPr>
          <p:spPr>
            <a:xfrm>
              <a:off x="3887723" y="4590288"/>
              <a:ext cx="88265" cy="79375"/>
            </a:xfrm>
            <a:custGeom>
              <a:avLst/>
              <a:gdLst/>
              <a:ahLst/>
              <a:cxnLst/>
              <a:rect l="l" t="t" r="r" b="b"/>
              <a:pathLst>
                <a:path w="88264" h="79375">
                  <a:moveTo>
                    <a:pt x="0" y="0"/>
                  </a:moveTo>
                  <a:lnTo>
                    <a:pt x="19430" y="78993"/>
                  </a:lnTo>
                  <a:lnTo>
                    <a:pt x="87756" y="198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47" name="object 47"/>
            <p:cNvSpPr/>
            <p:nvPr/>
          </p:nvSpPr>
          <p:spPr>
            <a:xfrm>
              <a:off x="4661154" y="4248150"/>
              <a:ext cx="541020" cy="133985"/>
            </a:xfrm>
            <a:custGeom>
              <a:avLst/>
              <a:gdLst/>
              <a:ahLst/>
              <a:cxnLst/>
              <a:rect l="l" t="t" r="r" b="b"/>
              <a:pathLst>
                <a:path w="541020" h="133985">
                  <a:moveTo>
                    <a:pt x="0" y="133857"/>
                  </a:moveTo>
                  <a:lnTo>
                    <a:pt x="540893" y="0"/>
                  </a:lnTo>
                </a:path>
              </a:pathLst>
            </a:custGeom>
            <a:ln w="100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48" name="object 48"/>
            <p:cNvSpPr/>
            <p:nvPr/>
          </p:nvSpPr>
          <p:spPr>
            <a:xfrm>
              <a:off x="5178552" y="4210812"/>
              <a:ext cx="88265" cy="79375"/>
            </a:xfrm>
            <a:custGeom>
              <a:avLst/>
              <a:gdLst/>
              <a:ahLst/>
              <a:cxnLst/>
              <a:rect l="l" t="t" r="r" b="b"/>
              <a:pathLst>
                <a:path w="88264" h="79375">
                  <a:moveTo>
                    <a:pt x="0" y="0"/>
                  </a:moveTo>
                  <a:lnTo>
                    <a:pt x="19431" y="78993"/>
                  </a:lnTo>
                  <a:lnTo>
                    <a:pt x="87757" y="198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49" name="object 49"/>
            <p:cNvSpPr/>
            <p:nvPr/>
          </p:nvSpPr>
          <p:spPr>
            <a:xfrm>
              <a:off x="6709409" y="3792474"/>
              <a:ext cx="541020" cy="135890"/>
            </a:xfrm>
            <a:custGeom>
              <a:avLst/>
              <a:gdLst/>
              <a:ahLst/>
              <a:cxnLst/>
              <a:rect l="l" t="t" r="r" b="b"/>
              <a:pathLst>
                <a:path w="541020" h="135889">
                  <a:moveTo>
                    <a:pt x="0" y="135381"/>
                  </a:moveTo>
                  <a:lnTo>
                    <a:pt x="540893" y="0"/>
                  </a:lnTo>
                </a:path>
              </a:pathLst>
            </a:custGeom>
            <a:ln w="100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50" name="object 50"/>
            <p:cNvSpPr/>
            <p:nvPr/>
          </p:nvSpPr>
          <p:spPr>
            <a:xfrm>
              <a:off x="7226808" y="3756660"/>
              <a:ext cx="88265" cy="77470"/>
            </a:xfrm>
            <a:custGeom>
              <a:avLst/>
              <a:gdLst/>
              <a:ahLst/>
              <a:cxnLst/>
              <a:rect l="l" t="t" r="r" b="b"/>
              <a:pathLst>
                <a:path w="88265" h="77470">
                  <a:moveTo>
                    <a:pt x="0" y="0"/>
                  </a:moveTo>
                  <a:lnTo>
                    <a:pt x="19431" y="77469"/>
                  </a:lnTo>
                  <a:lnTo>
                    <a:pt x="87757" y="19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51" name="object 51"/>
            <p:cNvSpPr/>
            <p:nvPr/>
          </p:nvSpPr>
          <p:spPr>
            <a:xfrm>
              <a:off x="8379714" y="3414522"/>
              <a:ext cx="541020" cy="135890"/>
            </a:xfrm>
            <a:custGeom>
              <a:avLst/>
              <a:gdLst/>
              <a:ahLst/>
              <a:cxnLst/>
              <a:rect l="l" t="t" r="r" b="b"/>
              <a:pathLst>
                <a:path w="541020" h="135889">
                  <a:moveTo>
                    <a:pt x="0" y="135381"/>
                  </a:moveTo>
                  <a:lnTo>
                    <a:pt x="540892" y="0"/>
                  </a:lnTo>
                </a:path>
              </a:pathLst>
            </a:custGeom>
            <a:ln w="100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52" name="object 52"/>
            <p:cNvSpPr/>
            <p:nvPr/>
          </p:nvSpPr>
          <p:spPr>
            <a:xfrm>
              <a:off x="8897111" y="3378708"/>
              <a:ext cx="88265" cy="77470"/>
            </a:xfrm>
            <a:custGeom>
              <a:avLst/>
              <a:gdLst/>
              <a:ahLst/>
              <a:cxnLst/>
              <a:rect l="l" t="t" r="r" b="b"/>
              <a:pathLst>
                <a:path w="88265" h="77470">
                  <a:moveTo>
                    <a:pt x="0" y="0"/>
                  </a:moveTo>
                  <a:lnTo>
                    <a:pt x="19431" y="77469"/>
                  </a:lnTo>
                  <a:lnTo>
                    <a:pt x="87757" y="19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  <p:graphicFrame>
        <p:nvGraphicFramePr>
          <p:cNvPr id="53" name="object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165822"/>
              </p:ext>
            </p:extLst>
          </p:nvPr>
        </p:nvGraphicFramePr>
        <p:xfrm>
          <a:off x="5406644" y="3764788"/>
          <a:ext cx="1062354" cy="8337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31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CO" sz="9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CO" sz="9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CO" sz="16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CO" sz="16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4" name="object 54"/>
          <p:cNvSpPr txBox="1"/>
          <p:nvPr/>
        </p:nvSpPr>
        <p:spPr>
          <a:xfrm>
            <a:off x="1935226" y="5627319"/>
            <a:ext cx="130365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CO" sz="1250" noProof="0" dirty="0">
                <a:latin typeface="Arial MT"/>
                <a:cs typeface="Arial MT"/>
              </a:rPr>
              <a:t>Problema</a:t>
            </a:r>
            <a:r>
              <a:rPr lang="es-CO" sz="1250" spc="-40" noProof="0" dirty="0">
                <a:latin typeface="Arial MT"/>
                <a:cs typeface="Arial MT"/>
              </a:rPr>
              <a:t> </a:t>
            </a:r>
            <a:r>
              <a:rPr lang="es-CO" sz="1250" noProof="0" dirty="0">
                <a:latin typeface="Arial MT"/>
                <a:cs typeface="Arial MT"/>
              </a:rPr>
              <a:t>de</a:t>
            </a:r>
            <a:r>
              <a:rPr lang="es-CO" sz="1250" spc="-40" noProof="0" dirty="0">
                <a:latin typeface="Arial MT"/>
                <a:cs typeface="Arial MT"/>
              </a:rPr>
              <a:t> </a:t>
            </a:r>
            <a:r>
              <a:rPr lang="es-CO" sz="1250" spc="-25" noProof="0" dirty="0">
                <a:latin typeface="Arial MT"/>
                <a:cs typeface="Arial MT"/>
              </a:rPr>
              <a:t>KDD</a:t>
            </a:r>
            <a:endParaRPr lang="es-CO" sz="1250" noProof="0" dirty="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844290" y="4943043"/>
            <a:ext cx="97853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1250" noProof="0" dirty="0">
                <a:latin typeface="Arial MT"/>
                <a:cs typeface="Arial MT"/>
              </a:rPr>
              <a:t>Datos</a:t>
            </a:r>
            <a:r>
              <a:rPr lang="es-CO" sz="1250" spc="-50" noProof="0" dirty="0">
                <a:latin typeface="Arial MT"/>
                <a:cs typeface="Arial MT"/>
              </a:rPr>
              <a:t> </a:t>
            </a:r>
            <a:r>
              <a:rPr lang="es-CO" sz="1250" spc="-10" noProof="0" dirty="0">
                <a:latin typeface="Arial MT"/>
                <a:cs typeface="Arial MT"/>
              </a:rPr>
              <a:t>Fuente</a:t>
            </a:r>
            <a:endParaRPr lang="es-CO" sz="1250" noProof="0" dirty="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136260" y="4676902"/>
            <a:ext cx="1553210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CO" sz="1250" noProof="0" dirty="0">
                <a:latin typeface="Arial MT"/>
                <a:cs typeface="Arial MT"/>
              </a:rPr>
              <a:t>Datos</a:t>
            </a:r>
            <a:r>
              <a:rPr lang="es-CO" sz="1250" spc="-35" noProof="0" dirty="0">
                <a:latin typeface="Arial MT"/>
                <a:cs typeface="Arial MT"/>
              </a:rPr>
              <a:t> </a:t>
            </a:r>
            <a:r>
              <a:rPr lang="es-CO" sz="1250" spc="-10" noProof="0" dirty="0">
                <a:latin typeface="Arial MT"/>
                <a:cs typeface="Arial MT"/>
              </a:rPr>
              <a:t>Preprocesados</a:t>
            </a:r>
            <a:endParaRPr lang="es-CO" sz="1250" noProof="0" dirty="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607554" y="3872864"/>
            <a:ext cx="2423795" cy="7632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381125" marR="5080">
              <a:lnSpc>
                <a:spcPct val="100800"/>
              </a:lnSpc>
              <a:spcBef>
                <a:spcPts val="85"/>
              </a:spcBef>
            </a:pPr>
            <a:r>
              <a:rPr lang="es-CO" sz="1250" spc="-10" noProof="0" dirty="0">
                <a:latin typeface="Arial MT"/>
                <a:cs typeface="Arial MT"/>
              </a:rPr>
              <a:t>Conocimiento </a:t>
            </a:r>
            <a:r>
              <a:rPr lang="es-CO" sz="1250" noProof="0" dirty="0">
                <a:latin typeface="Arial MT"/>
                <a:cs typeface="Arial MT"/>
              </a:rPr>
              <a:t>e</a:t>
            </a:r>
            <a:r>
              <a:rPr lang="es-CO" sz="1250" spc="-35" noProof="0" dirty="0">
                <a:latin typeface="Arial MT"/>
                <a:cs typeface="Arial MT"/>
              </a:rPr>
              <a:t> </a:t>
            </a:r>
            <a:r>
              <a:rPr lang="es-CO" sz="1250" spc="-10" noProof="0" dirty="0">
                <a:latin typeface="Arial MT"/>
                <a:cs typeface="Arial MT"/>
              </a:rPr>
              <a:t>Implantación</a:t>
            </a:r>
            <a:endParaRPr lang="es-CO" sz="1250" noProof="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lang="es-CO" sz="1250" spc="-10" noProof="0" dirty="0">
                <a:latin typeface="Arial MT"/>
                <a:cs typeface="Arial MT"/>
              </a:rPr>
              <a:t>Modelos</a:t>
            </a:r>
            <a:endParaRPr lang="es-CO" sz="1250" noProof="0" dirty="0">
              <a:latin typeface="Arial MT"/>
              <a:cs typeface="Arial MT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3445002" y="3094482"/>
            <a:ext cx="1593850" cy="1517650"/>
          </a:xfrm>
          <a:custGeom>
            <a:avLst/>
            <a:gdLst/>
            <a:ahLst/>
            <a:cxnLst/>
            <a:rect l="l" t="t" r="r" b="b"/>
            <a:pathLst>
              <a:path w="1593850" h="1517650">
                <a:moveTo>
                  <a:pt x="228219" y="1517268"/>
                </a:moveTo>
                <a:lnTo>
                  <a:pt x="0" y="455675"/>
                </a:lnTo>
              </a:path>
              <a:path w="1593850" h="1517650">
                <a:moveTo>
                  <a:pt x="1593723" y="1061592"/>
                </a:moveTo>
                <a:lnTo>
                  <a:pt x="1365503" y="0"/>
                </a:lnTo>
              </a:path>
            </a:pathLst>
          </a:custGeom>
          <a:ln w="10041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59" name="object 59"/>
          <p:cNvSpPr txBox="1"/>
          <p:nvPr/>
        </p:nvSpPr>
        <p:spPr>
          <a:xfrm>
            <a:off x="2346705" y="2670124"/>
            <a:ext cx="3479165" cy="857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432560">
              <a:lnSpc>
                <a:spcPct val="158400"/>
              </a:lnSpc>
              <a:spcBef>
                <a:spcPts val="100"/>
              </a:spcBef>
            </a:pPr>
            <a:r>
              <a:rPr lang="es-CO" sz="1250" noProof="0" dirty="0">
                <a:latin typeface="Arial MT"/>
                <a:cs typeface="Arial MT"/>
              </a:rPr>
              <a:t>Preprocesamiento</a:t>
            </a:r>
            <a:r>
              <a:rPr lang="es-CO" sz="1250" spc="15" noProof="0" dirty="0">
                <a:latin typeface="Arial MT"/>
                <a:cs typeface="Arial MT"/>
              </a:rPr>
              <a:t> </a:t>
            </a:r>
            <a:r>
              <a:rPr lang="es-CO" sz="1250" noProof="0" dirty="0">
                <a:latin typeface="Arial MT"/>
                <a:cs typeface="Arial MT"/>
              </a:rPr>
              <a:t>de</a:t>
            </a:r>
            <a:r>
              <a:rPr lang="es-CO" sz="1250" spc="270" noProof="0" dirty="0">
                <a:latin typeface="Arial MT"/>
                <a:cs typeface="Arial MT"/>
              </a:rPr>
              <a:t> </a:t>
            </a:r>
            <a:r>
              <a:rPr lang="es-CO" sz="1250" spc="-10" noProof="0" dirty="0">
                <a:latin typeface="Arial MT"/>
                <a:cs typeface="Arial MT"/>
              </a:rPr>
              <a:t>Datos </a:t>
            </a:r>
            <a:r>
              <a:rPr lang="es-CO" sz="1250" noProof="0" dirty="0">
                <a:latin typeface="Arial MT"/>
                <a:cs typeface="Arial MT"/>
              </a:rPr>
              <a:t>Comprensión</a:t>
            </a:r>
            <a:r>
              <a:rPr lang="es-CO" sz="1250" spc="5" noProof="0" dirty="0">
                <a:latin typeface="Arial MT"/>
                <a:cs typeface="Arial MT"/>
              </a:rPr>
              <a:t> </a:t>
            </a:r>
            <a:r>
              <a:rPr lang="es-CO" sz="1250" noProof="0" dirty="0">
                <a:latin typeface="Arial MT"/>
                <a:cs typeface="Arial MT"/>
              </a:rPr>
              <a:t>del</a:t>
            </a:r>
            <a:r>
              <a:rPr lang="es-CO" sz="1250" spc="-55" noProof="0" dirty="0">
                <a:latin typeface="Arial MT"/>
                <a:cs typeface="Arial MT"/>
              </a:rPr>
              <a:t> </a:t>
            </a:r>
            <a:r>
              <a:rPr lang="es-CO" sz="1250" spc="-10" noProof="0" dirty="0">
                <a:latin typeface="Arial MT"/>
                <a:cs typeface="Arial MT"/>
              </a:rPr>
              <a:t>problema</a:t>
            </a:r>
            <a:endParaRPr lang="es-CO" sz="1250" noProof="0" dirty="0">
              <a:latin typeface="Arial MT"/>
              <a:cs typeface="Arial MT"/>
            </a:endParaRPr>
          </a:p>
          <a:p>
            <a:pPr marL="472440">
              <a:lnSpc>
                <a:spcPct val="100000"/>
              </a:lnSpc>
              <a:spcBef>
                <a:spcPts val="300"/>
              </a:spcBef>
            </a:pPr>
            <a:r>
              <a:rPr lang="es-CO" sz="1250" noProof="0" dirty="0">
                <a:latin typeface="Arial MT"/>
                <a:cs typeface="Arial MT"/>
              </a:rPr>
              <a:t>y</a:t>
            </a:r>
            <a:r>
              <a:rPr lang="es-CO" sz="1250" spc="-5" noProof="0" dirty="0">
                <a:latin typeface="Arial MT"/>
                <a:cs typeface="Arial MT"/>
              </a:rPr>
              <a:t> </a:t>
            </a:r>
            <a:r>
              <a:rPr lang="es-CO" sz="1250" noProof="0" dirty="0">
                <a:latin typeface="Arial MT"/>
                <a:cs typeface="Arial MT"/>
              </a:rPr>
              <a:t>de</a:t>
            </a:r>
            <a:r>
              <a:rPr lang="es-CO" sz="1250" spc="-15" noProof="0" dirty="0">
                <a:latin typeface="Arial MT"/>
                <a:cs typeface="Arial MT"/>
              </a:rPr>
              <a:t> </a:t>
            </a:r>
            <a:r>
              <a:rPr lang="es-CO" sz="1250" noProof="0" dirty="0">
                <a:latin typeface="Arial MT"/>
                <a:cs typeface="Arial MT"/>
              </a:rPr>
              <a:t>los </a:t>
            </a:r>
            <a:r>
              <a:rPr lang="es-CO" sz="1250" spc="-20" noProof="0" dirty="0">
                <a:latin typeface="Arial MT"/>
                <a:cs typeface="Arial MT"/>
              </a:rPr>
              <a:t>datos</a:t>
            </a:r>
            <a:endParaRPr lang="es-CO" sz="1250" noProof="0" dirty="0">
              <a:latin typeface="Arial MT"/>
              <a:cs typeface="Arial MT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7014209" y="3929634"/>
            <a:ext cx="226695" cy="1061720"/>
          </a:xfrm>
          <a:custGeom>
            <a:avLst/>
            <a:gdLst/>
            <a:ahLst/>
            <a:cxnLst/>
            <a:rect l="l" t="t" r="r" b="b"/>
            <a:pathLst>
              <a:path w="226695" h="1061720">
                <a:moveTo>
                  <a:pt x="226695" y="1061593"/>
                </a:moveTo>
                <a:lnTo>
                  <a:pt x="0" y="0"/>
                </a:lnTo>
              </a:path>
            </a:pathLst>
          </a:custGeom>
          <a:ln w="10041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61" name="object 61"/>
          <p:cNvSpPr txBox="1"/>
          <p:nvPr/>
        </p:nvSpPr>
        <p:spPr>
          <a:xfrm>
            <a:off x="6704456" y="5020436"/>
            <a:ext cx="127825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CO" sz="1250" noProof="0" dirty="0">
                <a:latin typeface="Arial MT"/>
                <a:cs typeface="Arial MT"/>
              </a:rPr>
              <a:t>Minería</a:t>
            </a:r>
            <a:r>
              <a:rPr lang="es-CO" sz="1250" spc="25" noProof="0" dirty="0">
                <a:latin typeface="Arial MT"/>
                <a:cs typeface="Arial MT"/>
              </a:rPr>
              <a:t> </a:t>
            </a:r>
            <a:r>
              <a:rPr lang="es-CO" sz="1250" noProof="0" dirty="0">
                <a:latin typeface="Arial MT"/>
                <a:cs typeface="Arial MT"/>
              </a:rPr>
              <a:t>de</a:t>
            </a:r>
            <a:r>
              <a:rPr lang="es-CO" sz="1250" spc="270" noProof="0" dirty="0">
                <a:latin typeface="Arial MT"/>
                <a:cs typeface="Arial MT"/>
              </a:rPr>
              <a:t> </a:t>
            </a:r>
            <a:r>
              <a:rPr lang="es-CO" sz="1250" spc="-10" noProof="0" dirty="0">
                <a:latin typeface="Arial MT"/>
                <a:cs typeface="Arial MT"/>
              </a:rPr>
              <a:t>Datos</a:t>
            </a:r>
            <a:endParaRPr lang="es-CO" sz="1250" noProof="0" dirty="0">
              <a:latin typeface="Arial MT"/>
              <a:cs typeface="Arial MT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8684514" y="3550158"/>
            <a:ext cx="226695" cy="1061720"/>
          </a:xfrm>
          <a:custGeom>
            <a:avLst/>
            <a:gdLst/>
            <a:ahLst/>
            <a:cxnLst/>
            <a:rect l="l" t="t" r="r" b="b"/>
            <a:pathLst>
              <a:path w="226695" h="1061720">
                <a:moveTo>
                  <a:pt x="226694" y="1061592"/>
                </a:moveTo>
                <a:lnTo>
                  <a:pt x="0" y="0"/>
                </a:lnTo>
              </a:path>
            </a:pathLst>
          </a:custGeom>
          <a:ln w="10041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63" name="object 63"/>
          <p:cNvSpPr txBox="1"/>
          <p:nvPr/>
        </p:nvSpPr>
        <p:spPr>
          <a:xfrm>
            <a:off x="8379079" y="4630673"/>
            <a:ext cx="1124585" cy="4076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77165" marR="5080" indent="-165100">
              <a:lnSpc>
                <a:spcPct val="100800"/>
              </a:lnSpc>
              <a:spcBef>
                <a:spcPts val="85"/>
              </a:spcBef>
            </a:pPr>
            <a:r>
              <a:rPr lang="es-CO" sz="1250" noProof="0" dirty="0">
                <a:latin typeface="Arial MT"/>
                <a:cs typeface="Arial MT"/>
              </a:rPr>
              <a:t>Interpretación</a:t>
            </a:r>
            <a:r>
              <a:rPr lang="es-CO" sz="1250" spc="-65" noProof="0" dirty="0">
                <a:latin typeface="Arial MT"/>
                <a:cs typeface="Arial MT"/>
              </a:rPr>
              <a:t> </a:t>
            </a:r>
            <a:r>
              <a:rPr lang="es-CO" sz="1250" spc="-50" noProof="0" dirty="0">
                <a:latin typeface="Arial MT"/>
                <a:cs typeface="Arial MT"/>
              </a:rPr>
              <a:t>y </a:t>
            </a:r>
            <a:r>
              <a:rPr lang="es-CO" sz="1250" spc="-10" noProof="0" dirty="0">
                <a:latin typeface="Arial MT"/>
                <a:cs typeface="Arial MT"/>
              </a:rPr>
              <a:t>Evaluación</a:t>
            </a:r>
            <a:endParaRPr lang="es-CO" sz="1250" noProof="0" dirty="0">
              <a:latin typeface="Arial MT"/>
              <a:cs typeface="Arial MT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1839468" y="2564892"/>
            <a:ext cx="8369934" cy="3347085"/>
            <a:chOff x="1839468" y="2564892"/>
            <a:chExt cx="8369934" cy="3347085"/>
          </a:xfrm>
        </p:grpSpPr>
        <p:sp>
          <p:nvSpPr>
            <p:cNvPr id="65" name="object 65"/>
            <p:cNvSpPr/>
            <p:nvPr/>
          </p:nvSpPr>
          <p:spPr>
            <a:xfrm>
              <a:off x="1844040" y="2703576"/>
              <a:ext cx="8360409" cy="3203575"/>
            </a:xfrm>
            <a:custGeom>
              <a:avLst/>
              <a:gdLst/>
              <a:ahLst/>
              <a:cxnLst/>
              <a:rect l="l" t="t" r="r" b="b"/>
              <a:pathLst>
                <a:path w="8360409" h="3203575">
                  <a:moveTo>
                    <a:pt x="0" y="3203321"/>
                  </a:moveTo>
                  <a:lnTo>
                    <a:pt x="8360283" y="3203321"/>
                  </a:lnTo>
                  <a:lnTo>
                    <a:pt x="8360283" y="0"/>
                  </a:lnTo>
                  <a:lnTo>
                    <a:pt x="0" y="0"/>
                  </a:lnTo>
                  <a:lnTo>
                    <a:pt x="0" y="3203321"/>
                  </a:lnTo>
                  <a:close/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pic>
          <p:nvPicPr>
            <p:cNvPr id="66" name="object 6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22136" y="2564892"/>
              <a:ext cx="1491995" cy="643127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32804" y="2583180"/>
              <a:ext cx="1452372" cy="603503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38187" y="2961132"/>
              <a:ext cx="850392" cy="429768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50380" y="2979420"/>
              <a:ext cx="809244" cy="388620"/>
            </a:xfrm>
            <a:prstGeom prst="rect">
              <a:avLst/>
            </a:prstGeom>
          </p:spPr>
        </p:pic>
      </p:grpSp>
      <p:sp>
        <p:nvSpPr>
          <p:cNvPr id="70" name="object 70"/>
          <p:cNvSpPr txBox="1"/>
          <p:nvPr/>
        </p:nvSpPr>
        <p:spPr>
          <a:xfrm>
            <a:off x="2097785" y="1858517"/>
            <a:ext cx="5473065" cy="439420"/>
          </a:xfrm>
          <a:prstGeom prst="rect">
            <a:avLst/>
          </a:prstGeom>
          <a:ln w="25906">
            <a:solidFill>
              <a:srgbClr val="3366FF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530"/>
              </a:spcBef>
            </a:pPr>
            <a:r>
              <a:rPr lang="es-CO" sz="2400" b="1" noProof="0" dirty="0">
                <a:solidFill>
                  <a:srgbClr val="9A0000"/>
                </a:solidFill>
                <a:latin typeface="Verdana"/>
                <a:cs typeface="Verdana"/>
              </a:rPr>
              <a:t>Etapas</a:t>
            </a:r>
            <a:r>
              <a:rPr lang="es-CO" sz="2400" b="1" spc="-110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400" b="1" noProof="0" dirty="0">
                <a:solidFill>
                  <a:srgbClr val="9A0000"/>
                </a:solidFill>
                <a:latin typeface="Verdana"/>
                <a:cs typeface="Verdana"/>
              </a:rPr>
              <a:t>en</a:t>
            </a:r>
            <a:r>
              <a:rPr lang="es-CO" sz="2400" b="1" spc="-40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400" b="1" noProof="0" dirty="0">
                <a:solidFill>
                  <a:srgbClr val="9A0000"/>
                </a:solidFill>
                <a:latin typeface="Verdana"/>
                <a:cs typeface="Verdana"/>
              </a:rPr>
              <a:t>un</a:t>
            </a:r>
            <a:r>
              <a:rPr lang="es-CO" sz="2400" b="1" spc="-35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400" b="1" noProof="0" dirty="0">
                <a:solidFill>
                  <a:srgbClr val="9A0000"/>
                </a:solidFill>
                <a:latin typeface="Verdana"/>
                <a:cs typeface="Verdana"/>
              </a:rPr>
              <a:t>proceso</a:t>
            </a:r>
            <a:r>
              <a:rPr lang="es-CO" sz="2400" b="1" spc="-70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400" b="1" noProof="0" dirty="0">
                <a:solidFill>
                  <a:srgbClr val="9A0000"/>
                </a:solidFill>
                <a:latin typeface="Verdana"/>
                <a:cs typeface="Verdana"/>
              </a:rPr>
              <a:t>de</a:t>
            </a:r>
            <a:r>
              <a:rPr lang="es-CO" sz="2400" b="1" spc="-45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400" b="1" spc="-25" noProof="0" dirty="0">
                <a:solidFill>
                  <a:srgbClr val="9A0000"/>
                </a:solidFill>
                <a:latin typeface="Verdana"/>
                <a:cs typeface="Verdana"/>
              </a:rPr>
              <a:t>KDD</a:t>
            </a:r>
            <a:endParaRPr lang="es-CO" sz="2400" noProof="0" dirty="0">
              <a:latin typeface="Verdana"/>
              <a:cs typeface="Verdana"/>
            </a:endParaRPr>
          </a:p>
        </p:txBody>
      </p:sp>
      <p:sp>
        <p:nvSpPr>
          <p:cNvPr id="71" name="object 7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7319" rIns="0" bIns="0" rtlCol="0">
            <a:spAutoFit/>
          </a:bodyPr>
          <a:lstStyle/>
          <a:p>
            <a:pPr marL="1729105">
              <a:lnSpc>
                <a:spcPct val="100000"/>
              </a:lnSpc>
              <a:spcBef>
                <a:spcPts val="95"/>
              </a:spcBef>
            </a:pP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Etapas</a:t>
            </a:r>
            <a:r>
              <a:rPr lang="es-CO" sz="2800" spc="-45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en</a:t>
            </a:r>
            <a:r>
              <a:rPr lang="es-CO" sz="2800" spc="-70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el</a:t>
            </a:r>
            <a:r>
              <a:rPr lang="es-CO" sz="2800" spc="-110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proceso</a:t>
            </a:r>
            <a:r>
              <a:rPr lang="es-CO" sz="2800" spc="5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de</a:t>
            </a:r>
            <a:r>
              <a:rPr lang="es-CO" sz="2800" spc="-80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spc="-25" noProof="0" dirty="0">
                <a:solidFill>
                  <a:srgbClr val="9A0000"/>
                </a:solidFill>
                <a:latin typeface="Verdana"/>
                <a:cs typeface="Verdana"/>
              </a:rPr>
              <a:t>KDD</a:t>
            </a:r>
            <a:endParaRPr lang="es-CO" sz="2800" noProof="0" dirty="0">
              <a:latin typeface="Verdana"/>
              <a:cs typeface="Verdan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316860" y="6275628"/>
            <a:ext cx="73513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2000" b="1" noProof="0" dirty="0">
                <a:solidFill>
                  <a:srgbClr val="0000FF"/>
                </a:solidFill>
                <a:latin typeface="Verdana"/>
                <a:cs typeface="Verdana"/>
              </a:rPr>
              <a:t>Informalmente</a:t>
            </a:r>
            <a:r>
              <a:rPr lang="es-CO" sz="2000" b="1" spc="-90" noProof="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lang="es-CO" sz="2000" b="1" noProof="0" dirty="0">
                <a:solidFill>
                  <a:srgbClr val="0000FF"/>
                </a:solidFill>
                <a:latin typeface="Verdana"/>
                <a:cs typeface="Verdana"/>
              </a:rPr>
              <a:t>se</a:t>
            </a:r>
            <a:r>
              <a:rPr lang="es-CO" sz="2000" b="1" spc="-20" noProof="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lang="es-CO" sz="2000" b="1" noProof="0" dirty="0">
                <a:solidFill>
                  <a:srgbClr val="0000FF"/>
                </a:solidFill>
                <a:latin typeface="Verdana"/>
                <a:cs typeface="Verdana"/>
              </a:rPr>
              <a:t>asocia</a:t>
            </a:r>
            <a:r>
              <a:rPr lang="es-CO" sz="2000" b="1" spc="-30" noProof="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lang="es-CO" sz="2000" b="1" noProof="0" dirty="0">
                <a:solidFill>
                  <a:srgbClr val="0000FF"/>
                </a:solidFill>
                <a:latin typeface="Verdana"/>
                <a:cs typeface="Verdana"/>
              </a:rPr>
              <a:t>Minería</a:t>
            </a:r>
            <a:r>
              <a:rPr lang="es-CO" sz="2000" b="1" spc="-5" noProof="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lang="es-CO" sz="2000" b="1" noProof="0" dirty="0">
                <a:solidFill>
                  <a:srgbClr val="0000FF"/>
                </a:solidFill>
                <a:latin typeface="Verdana"/>
                <a:cs typeface="Verdana"/>
              </a:rPr>
              <a:t>de</a:t>
            </a:r>
            <a:r>
              <a:rPr lang="es-CO" sz="2000" b="1" spc="-30" noProof="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lang="es-CO" sz="2000" b="1" noProof="0" dirty="0">
                <a:solidFill>
                  <a:srgbClr val="0000FF"/>
                </a:solidFill>
                <a:latin typeface="Verdana"/>
                <a:cs typeface="Verdana"/>
              </a:rPr>
              <a:t>Datos</a:t>
            </a:r>
            <a:r>
              <a:rPr lang="es-CO" sz="2000" b="1" spc="-35" noProof="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lang="es-CO" sz="2000" b="1" noProof="0" dirty="0">
                <a:solidFill>
                  <a:srgbClr val="0000FF"/>
                </a:solidFill>
                <a:latin typeface="Verdana"/>
                <a:cs typeface="Verdana"/>
              </a:rPr>
              <a:t>con</a:t>
            </a:r>
            <a:r>
              <a:rPr lang="es-CO" sz="2000" b="1" spc="-40" noProof="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lang="es-CO" sz="2000" b="1" spc="-25" noProof="0" dirty="0">
                <a:solidFill>
                  <a:srgbClr val="0000FF"/>
                </a:solidFill>
                <a:latin typeface="Verdana"/>
                <a:cs typeface="Verdana"/>
              </a:rPr>
              <a:t>KDD</a:t>
            </a:r>
            <a:endParaRPr lang="es-CO" sz="2000" noProof="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8EF44-B11A-0C4C-B739-4AF005945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00A67E2-B7B5-E489-5BEB-CA0FD2745E2D}"/>
              </a:ext>
            </a:extLst>
          </p:cNvPr>
          <p:cNvSpPr/>
          <p:nvPr/>
        </p:nvSpPr>
        <p:spPr>
          <a:xfrm>
            <a:off x="1918716" y="1629155"/>
            <a:ext cx="8426450" cy="0"/>
          </a:xfrm>
          <a:custGeom>
            <a:avLst/>
            <a:gdLst/>
            <a:ahLst/>
            <a:cxnLst/>
            <a:rect l="l" t="t" r="r" b="b"/>
            <a:pathLst>
              <a:path w="8426450">
                <a:moveTo>
                  <a:pt x="0" y="0"/>
                </a:moveTo>
                <a:lnTo>
                  <a:pt x="8425941" y="0"/>
                </a:lnTo>
              </a:path>
            </a:pathLst>
          </a:custGeom>
          <a:ln w="76200">
            <a:solidFill>
              <a:srgbClr val="336699"/>
            </a:solidFill>
          </a:ln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50545E2C-0C04-1606-C4BC-BC39801B3957}"/>
              </a:ext>
            </a:extLst>
          </p:cNvPr>
          <p:cNvSpPr txBox="1"/>
          <p:nvPr/>
        </p:nvSpPr>
        <p:spPr>
          <a:xfrm>
            <a:off x="2097785" y="1858517"/>
            <a:ext cx="5473065" cy="439420"/>
          </a:xfrm>
          <a:prstGeom prst="rect">
            <a:avLst/>
          </a:prstGeom>
          <a:ln w="25906">
            <a:solidFill>
              <a:srgbClr val="3366FF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530"/>
              </a:spcBef>
            </a:pPr>
            <a:r>
              <a:rPr lang="es-CO" sz="2400" b="1" noProof="0" dirty="0">
                <a:solidFill>
                  <a:srgbClr val="9A0000"/>
                </a:solidFill>
                <a:latin typeface="Verdana"/>
                <a:cs typeface="Verdana"/>
              </a:rPr>
              <a:t>Etapas</a:t>
            </a:r>
            <a:r>
              <a:rPr lang="es-CO" sz="2400" b="1" spc="-110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400" b="1" noProof="0" dirty="0">
                <a:solidFill>
                  <a:srgbClr val="9A0000"/>
                </a:solidFill>
                <a:latin typeface="Verdana"/>
                <a:cs typeface="Verdana"/>
              </a:rPr>
              <a:t>en</a:t>
            </a:r>
            <a:r>
              <a:rPr lang="es-CO" sz="2400" b="1" spc="-40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400" b="1" noProof="0" dirty="0">
                <a:solidFill>
                  <a:srgbClr val="9A0000"/>
                </a:solidFill>
                <a:latin typeface="Verdana"/>
                <a:cs typeface="Verdana"/>
              </a:rPr>
              <a:t>un</a:t>
            </a:r>
            <a:r>
              <a:rPr lang="es-CO" sz="2400" b="1" spc="-35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400" b="1" noProof="0" dirty="0">
                <a:solidFill>
                  <a:srgbClr val="9A0000"/>
                </a:solidFill>
                <a:latin typeface="Verdana"/>
                <a:cs typeface="Verdana"/>
              </a:rPr>
              <a:t>proceso</a:t>
            </a:r>
            <a:r>
              <a:rPr lang="es-CO" sz="2400" b="1" spc="-70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400" b="1" noProof="0" dirty="0">
                <a:solidFill>
                  <a:srgbClr val="9A0000"/>
                </a:solidFill>
                <a:latin typeface="Verdana"/>
                <a:cs typeface="Verdana"/>
              </a:rPr>
              <a:t>de</a:t>
            </a:r>
            <a:r>
              <a:rPr lang="es-CO" sz="2400" b="1" spc="-45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400" b="1" spc="-25" noProof="0" dirty="0">
                <a:solidFill>
                  <a:srgbClr val="9A0000"/>
                </a:solidFill>
                <a:latin typeface="Verdana"/>
                <a:cs typeface="Verdana"/>
              </a:rPr>
              <a:t>KDD</a:t>
            </a:r>
            <a:endParaRPr lang="es-CO" sz="2400" noProof="0" dirty="0">
              <a:latin typeface="Verdana"/>
              <a:cs typeface="Verdana"/>
            </a:endParaRPr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D1DD7F45-673E-6F92-3D5E-FFAA8FDCBC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7319" rIns="0" bIns="0" rtlCol="0">
            <a:spAutoFit/>
          </a:bodyPr>
          <a:lstStyle/>
          <a:p>
            <a:pPr marL="1729105">
              <a:lnSpc>
                <a:spcPct val="100000"/>
              </a:lnSpc>
              <a:spcBef>
                <a:spcPts val="95"/>
              </a:spcBef>
            </a:pP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Etapas</a:t>
            </a:r>
            <a:r>
              <a:rPr lang="es-CO" sz="2800" spc="-45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en</a:t>
            </a:r>
            <a:r>
              <a:rPr lang="es-CO" sz="2800" spc="-70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el</a:t>
            </a:r>
            <a:r>
              <a:rPr lang="es-CO" sz="2800" spc="-110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proceso</a:t>
            </a:r>
            <a:r>
              <a:rPr lang="es-CO" sz="2800" spc="5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de</a:t>
            </a:r>
            <a:r>
              <a:rPr lang="es-CO" sz="2800" spc="-80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spc="-25" noProof="0" dirty="0">
                <a:solidFill>
                  <a:srgbClr val="9A0000"/>
                </a:solidFill>
                <a:latin typeface="Verdana"/>
                <a:cs typeface="Verdana"/>
              </a:rPr>
              <a:t>KDD</a:t>
            </a:r>
            <a:endParaRPr lang="es-CO" sz="2800" noProof="0" dirty="0">
              <a:latin typeface="Verdana"/>
              <a:cs typeface="Verdana"/>
            </a:endParaRPr>
          </a:p>
        </p:txBody>
      </p:sp>
      <p:pic>
        <p:nvPicPr>
          <p:cNvPr id="74" name="Imagen 5">
            <a:extLst>
              <a:ext uri="{FF2B5EF4-FFF2-40B4-BE49-F238E27FC236}">
                <a16:creationId xmlns:a16="http://schemas.microsoft.com/office/drawing/2014/main" id="{191989CD-5973-F8CF-3F25-BD9531D01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513" y="2819400"/>
            <a:ext cx="8322972" cy="274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760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DB6FF-0B25-90FC-4C47-C95D3860F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D1633C4-CD86-8334-B27A-ACB5132D0E4E}"/>
              </a:ext>
            </a:extLst>
          </p:cNvPr>
          <p:cNvSpPr/>
          <p:nvPr/>
        </p:nvSpPr>
        <p:spPr>
          <a:xfrm>
            <a:off x="1918716" y="1629155"/>
            <a:ext cx="8426450" cy="0"/>
          </a:xfrm>
          <a:custGeom>
            <a:avLst/>
            <a:gdLst/>
            <a:ahLst/>
            <a:cxnLst/>
            <a:rect l="l" t="t" r="r" b="b"/>
            <a:pathLst>
              <a:path w="8426450">
                <a:moveTo>
                  <a:pt x="0" y="0"/>
                </a:moveTo>
                <a:lnTo>
                  <a:pt x="8425941" y="0"/>
                </a:lnTo>
              </a:path>
            </a:pathLst>
          </a:custGeom>
          <a:ln w="76200">
            <a:solidFill>
              <a:srgbClr val="336699"/>
            </a:solidFill>
          </a:ln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F605555C-4FD7-1EF0-3261-4D257F6427E1}"/>
              </a:ext>
            </a:extLst>
          </p:cNvPr>
          <p:cNvSpPr txBox="1"/>
          <p:nvPr/>
        </p:nvSpPr>
        <p:spPr>
          <a:xfrm>
            <a:off x="2097785" y="1858517"/>
            <a:ext cx="5473065" cy="439420"/>
          </a:xfrm>
          <a:prstGeom prst="rect">
            <a:avLst/>
          </a:prstGeom>
          <a:ln w="25906">
            <a:solidFill>
              <a:srgbClr val="3366FF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530"/>
              </a:spcBef>
            </a:pPr>
            <a:r>
              <a:rPr lang="es-CO" sz="2400" b="1" noProof="0" dirty="0">
                <a:solidFill>
                  <a:srgbClr val="9A0000"/>
                </a:solidFill>
                <a:latin typeface="Verdana"/>
                <a:cs typeface="Verdana"/>
              </a:rPr>
              <a:t>Etapas</a:t>
            </a:r>
            <a:r>
              <a:rPr lang="es-CO" sz="2400" b="1" spc="-110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400" b="1" noProof="0" dirty="0">
                <a:solidFill>
                  <a:srgbClr val="9A0000"/>
                </a:solidFill>
                <a:latin typeface="Verdana"/>
                <a:cs typeface="Verdana"/>
              </a:rPr>
              <a:t>en</a:t>
            </a:r>
            <a:r>
              <a:rPr lang="es-CO" sz="2400" b="1" spc="-40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400" b="1" noProof="0" dirty="0">
                <a:solidFill>
                  <a:srgbClr val="9A0000"/>
                </a:solidFill>
                <a:latin typeface="Verdana"/>
                <a:cs typeface="Verdana"/>
              </a:rPr>
              <a:t>un</a:t>
            </a:r>
            <a:r>
              <a:rPr lang="es-CO" sz="2400" b="1" spc="-35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400" b="1" noProof="0" dirty="0">
                <a:solidFill>
                  <a:srgbClr val="9A0000"/>
                </a:solidFill>
                <a:latin typeface="Verdana"/>
                <a:cs typeface="Verdana"/>
              </a:rPr>
              <a:t>proceso</a:t>
            </a:r>
            <a:r>
              <a:rPr lang="es-CO" sz="2400" b="1" spc="-70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400" b="1" noProof="0" dirty="0">
                <a:solidFill>
                  <a:srgbClr val="9A0000"/>
                </a:solidFill>
                <a:latin typeface="Verdana"/>
                <a:cs typeface="Verdana"/>
              </a:rPr>
              <a:t>de</a:t>
            </a:r>
            <a:r>
              <a:rPr lang="es-CO" sz="2400" b="1" spc="-45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400" b="1" spc="-25" noProof="0" dirty="0">
                <a:solidFill>
                  <a:srgbClr val="9A0000"/>
                </a:solidFill>
                <a:latin typeface="Verdana"/>
                <a:cs typeface="Verdana"/>
              </a:rPr>
              <a:t>KDD</a:t>
            </a:r>
            <a:endParaRPr lang="es-CO" sz="2400" noProof="0" dirty="0">
              <a:latin typeface="Verdana"/>
              <a:cs typeface="Verdana"/>
            </a:endParaRPr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A9A39A77-6271-8E41-F8C9-629568E2BD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7319" rIns="0" bIns="0" rtlCol="0">
            <a:spAutoFit/>
          </a:bodyPr>
          <a:lstStyle/>
          <a:p>
            <a:pPr marL="1729105">
              <a:lnSpc>
                <a:spcPct val="100000"/>
              </a:lnSpc>
              <a:spcBef>
                <a:spcPts val="95"/>
              </a:spcBef>
            </a:pP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Etapas</a:t>
            </a:r>
            <a:r>
              <a:rPr lang="es-CO" sz="2800" spc="-45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en</a:t>
            </a:r>
            <a:r>
              <a:rPr lang="es-CO" sz="2800" spc="-70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el</a:t>
            </a:r>
            <a:r>
              <a:rPr lang="es-CO" sz="2800" spc="-110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proceso</a:t>
            </a:r>
            <a:r>
              <a:rPr lang="es-CO" sz="2800" spc="5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de</a:t>
            </a:r>
            <a:r>
              <a:rPr lang="es-CO" sz="2800" spc="-80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spc="-25" noProof="0" dirty="0">
                <a:solidFill>
                  <a:srgbClr val="9A0000"/>
                </a:solidFill>
                <a:latin typeface="Verdana"/>
                <a:cs typeface="Verdana"/>
              </a:rPr>
              <a:t>KDD</a:t>
            </a:r>
            <a:endParaRPr lang="es-CO" sz="2800" noProof="0" dirty="0">
              <a:latin typeface="Verdana"/>
              <a:cs typeface="Verdana"/>
            </a:endParaRPr>
          </a:p>
        </p:txBody>
      </p:sp>
      <p:pic>
        <p:nvPicPr>
          <p:cNvPr id="3" name="Imagen 8">
            <a:extLst>
              <a:ext uri="{FF2B5EF4-FFF2-40B4-BE49-F238E27FC236}">
                <a16:creationId xmlns:a16="http://schemas.microsoft.com/office/drawing/2014/main" id="{0E8269DD-B9CC-7837-146B-2E9A9D921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0" y="2520672"/>
            <a:ext cx="1689320" cy="3173343"/>
          </a:xfrm>
          <a:prstGeom prst="rect">
            <a:avLst/>
          </a:prstGeom>
        </p:spPr>
      </p:pic>
      <p:pic>
        <p:nvPicPr>
          <p:cNvPr id="4" name="Imagen 10">
            <a:extLst>
              <a:ext uri="{FF2B5EF4-FFF2-40B4-BE49-F238E27FC236}">
                <a16:creationId xmlns:a16="http://schemas.microsoft.com/office/drawing/2014/main" id="{FA3FF395-70E3-7E7C-02A6-79CB3EFB7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3562114"/>
            <a:ext cx="2511945" cy="1090457"/>
          </a:xfrm>
          <a:prstGeom prst="rect">
            <a:avLst/>
          </a:prstGeom>
        </p:spPr>
      </p:pic>
      <p:pic>
        <p:nvPicPr>
          <p:cNvPr id="5" name="Imagen 12">
            <a:extLst>
              <a:ext uri="{FF2B5EF4-FFF2-40B4-BE49-F238E27FC236}">
                <a16:creationId xmlns:a16="http://schemas.microsoft.com/office/drawing/2014/main" id="{D69E289F-140C-6432-AE5A-121B52F9C4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00" y="5892244"/>
            <a:ext cx="7269010" cy="6667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B0E28D-2953-E89D-42E8-99D1131055EB}"/>
              </a:ext>
            </a:extLst>
          </p:cNvPr>
          <p:cNvSpPr txBox="1"/>
          <p:nvPr/>
        </p:nvSpPr>
        <p:spPr>
          <a:xfrm>
            <a:off x="1115130" y="3507177"/>
            <a:ext cx="2613687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noProof="0" dirty="0"/>
              <a:t>La minería de datos es el corazón del proceso de descubrimiento de conocimiento.</a:t>
            </a:r>
          </a:p>
        </p:txBody>
      </p:sp>
    </p:spTree>
    <p:extLst>
      <p:ext uri="{BB962C8B-B14F-4D97-AF65-F5344CB8AC3E}">
        <p14:creationId xmlns:p14="http://schemas.microsoft.com/office/powerpoint/2010/main" val="42823346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18716" y="1629155"/>
            <a:ext cx="8426450" cy="0"/>
          </a:xfrm>
          <a:custGeom>
            <a:avLst/>
            <a:gdLst/>
            <a:ahLst/>
            <a:cxnLst/>
            <a:rect l="l" t="t" r="r" b="b"/>
            <a:pathLst>
              <a:path w="8426450">
                <a:moveTo>
                  <a:pt x="0" y="0"/>
                </a:moveTo>
                <a:lnTo>
                  <a:pt x="8425941" y="0"/>
                </a:lnTo>
              </a:path>
            </a:pathLst>
          </a:custGeom>
          <a:ln w="76200">
            <a:solidFill>
              <a:srgbClr val="336699"/>
            </a:solidFill>
          </a:ln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3927" y="1772412"/>
            <a:ext cx="5945123" cy="424129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8831" rIns="0" bIns="0" rtlCol="0">
            <a:spAutoFit/>
          </a:bodyPr>
          <a:lstStyle/>
          <a:p>
            <a:pPr marL="1701800">
              <a:lnSpc>
                <a:spcPct val="100000"/>
              </a:lnSpc>
              <a:spcBef>
                <a:spcPts val="95"/>
              </a:spcBef>
            </a:pP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Etapas</a:t>
            </a:r>
            <a:r>
              <a:rPr lang="es-CO" sz="2800" spc="-50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en</a:t>
            </a:r>
            <a:r>
              <a:rPr lang="es-CO" sz="2800" spc="-70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el</a:t>
            </a:r>
            <a:r>
              <a:rPr lang="es-CO" sz="2800" spc="-105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proceso</a:t>
            </a:r>
            <a:r>
              <a:rPr lang="es-CO" sz="2800" spc="10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de</a:t>
            </a:r>
            <a:r>
              <a:rPr lang="es-CO" sz="2800" spc="-70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spc="-25" noProof="0" dirty="0">
                <a:solidFill>
                  <a:srgbClr val="9A0000"/>
                </a:solidFill>
                <a:latin typeface="Verdana"/>
                <a:cs typeface="Verdana"/>
              </a:rPr>
              <a:t>KDD</a:t>
            </a:r>
            <a:endParaRPr lang="es-CO" sz="2800" noProof="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45614" y="6100368"/>
            <a:ext cx="703707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6600" marR="5080" indent="-723900">
              <a:lnSpc>
                <a:spcPct val="100000"/>
              </a:lnSpc>
              <a:spcBef>
                <a:spcPts val="100"/>
              </a:spcBef>
            </a:pPr>
            <a:r>
              <a:rPr lang="es-CO" sz="2000" b="1" noProof="0" dirty="0">
                <a:solidFill>
                  <a:srgbClr val="0000FF"/>
                </a:solidFill>
                <a:latin typeface="Verdana"/>
                <a:cs typeface="Verdana"/>
              </a:rPr>
              <a:t>Tiempos</a:t>
            </a:r>
            <a:r>
              <a:rPr lang="es-CO" sz="2000" b="1" spc="-70" noProof="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lang="es-CO" sz="2000" b="1" noProof="0" dirty="0">
                <a:solidFill>
                  <a:srgbClr val="0000FF"/>
                </a:solidFill>
                <a:latin typeface="Verdana"/>
                <a:cs typeface="Verdana"/>
              </a:rPr>
              <a:t>estimados</a:t>
            </a:r>
            <a:r>
              <a:rPr lang="es-CO" sz="2000" b="1" spc="-60" noProof="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lang="es-CO" sz="2000" b="1" noProof="0" dirty="0">
                <a:solidFill>
                  <a:srgbClr val="0000FF"/>
                </a:solidFill>
                <a:latin typeface="Verdana"/>
                <a:cs typeface="Verdana"/>
              </a:rPr>
              <a:t>en</a:t>
            </a:r>
            <a:r>
              <a:rPr lang="es-CO" sz="2000" b="1" spc="-50" noProof="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lang="es-CO" sz="2000" b="1" noProof="0" dirty="0">
                <a:solidFill>
                  <a:srgbClr val="0000FF"/>
                </a:solidFill>
                <a:latin typeface="Verdana"/>
                <a:cs typeface="Verdana"/>
              </a:rPr>
              <a:t>el</a:t>
            </a:r>
            <a:r>
              <a:rPr lang="es-CO" sz="2000" b="1" spc="-35" noProof="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lang="es-CO" sz="2000" b="1" noProof="0" dirty="0">
                <a:solidFill>
                  <a:srgbClr val="0000FF"/>
                </a:solidFill>
                <a:latin typeface="Verdana"/>
                <a:cs typeface="Verdana"/>
              </a:rPr>
              <a:t>análisis</a:t>
            </a:r>
            <a:r>
              <a:rPr lang="es-CO" sz="2000" b="1" spc="-15" noProof="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lang="es-CO" sz="2000" b="1" noProof="0" dirty="0">
                <a:solidFill>
                  <a:srgbClr val="0000FF"/>
                </a:solidFill>
                <a:latin typeface="Verdana"/>
                <a:cs typeface="Verdana"/>
              </a:rPr>
              <a:t>de</a:t>
            </a:r>
            <a:r>
              <a:rPr lang="es-CO" sz="2000" b="1" spc="-30" noProof="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lang="es-CO" sz="2000" b="1" noProof="0" dirty="0">
                <a:solidFill>
                  <a:srgbClr val="0000FF"/>
                </a:solidFill>
                <a:latin typeface="Verdana"/>
                <a:cs typeface="Verdana"/>
              </a:rPr>
              <a:t>un</a:t>
            </a:r>
            <a:r>
              <a:rPr lang="es-CO" sz="2000" b="1" spc="-30" noProof="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lang="es-CO" sz="2000" b="1" spc="-10" noProof="0" dirty="0">
                <a:solidFill>
                  <a:srgbClr val="0000FF"/>
                </a:solidFill>
                <a:latin typeface="Verdana"/>
                <a:cs typeface="Verdana"/>
              </a:rPr>
              <a:t>problema </a:t>
            </a:r>
            <a:r>
              <a:rPr lang="es-CO" sz="2000" b="1" noProof="0" dirty="0">
                <a:solidFill>
                  <a:srgbClr val="0000FF"/>
                </a:solidFill>
                <a:latin typeface="Verdana"/>
                <a:cs typeface="Verdana"/>
              </a:rPr>
              <a:t>mediante</a:t>
            </a:r>
            <a:r>
              <a:rPr lang="es-CO" sz="2000" b="1" spc="-80" noProof="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lang="es-CO" sz="2000" b="1" noProof="0" dirty="0">
                <a:solidFill>
                  <a:srgbClr val="0000FF"/>
                </a:solidFill>
                <a:latin typeface="Verdana"/>
                <a:cs typeface="Verdana"/>
              </a:rPr>
              <a:t>técnicas</a:t>
            </a:r>
            <a:r>
              <a:rPr lang="es-CO" sz="2000" b="1" spc="-45" noProof="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lang="es-CO" sz="2000" b="1" noProof="0" dirty="0">
                <a:solidFill>
                  <a:srgbClr val="0000FF"/>
                </a:solidFill>
                <a:latin typeface="Verdana"/>
                <a:cs typeface="Verdana"/>
              </a:rPr>
              <a:t>de</a:t>
            </a:r>
            <a:r>
              <a:rPr lang="es-CO" sz="2000" b="1" spc="-30" noProof="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lang="es-CO" sz="2000" b="1" noProof="0" dirty="0">
                <a:solidFill>
                  <a:srgbClr val="0000FF"/>
                </a:solidFill>
                <a:latin typeface="Verdana"/>
                <a:cs typeface="Verdana"/>
              </a:rPr>
              <a:t>minería</a:t>
            </a:r>
            <a:r>
              <a:rPr lang="es-CO" sz="2000" b="1" spc="-25" noProof="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lang="es-CO" sz="2000" b="1" noProof="0" dirty="0">
                <a:solidFill>
                  <a:srgbClr val="0000FF"/>
                </a:solidFill>
                <a:latin typeface="Verdana"/>
                <a:cs typeface="Verdana"/>
              </a:rPr>
              <a:t>de</a:t>
            </a:r>
            <a:r>
              <a:rPr lang="es-CO" sz="2000" b="1" spc="-35" noProof="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lang="es-CO" sz="2000" b="1" spc="-10" noProof="0" dirty="0">
                <a:solidFill>
                  <a:srgbClr val="0000FF"/>
                </a:solidFill>
                <a:latin typeface="Verdana"/>
                <a:cs typeface="Verdana"/>
              </a:rPr>
              <a:t>datos</a:t>
            </a:r>
            <a:endParaRPr lang="es-CO" sz="2000" noProof="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B0B44-3C8D-4D92-93AB-DFAE0E163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D2C203E-ABA5-61FF-2933-28EF061C79D2}"/>
              </a:ext>
            </a:extLst>
          </p:cNvPr>
          <p:cNvSpPr/>
          <p:nvPr/>
        </p:nvSpPr>
        <p:spPr>
          <a:xfrm>
            <a:off x="1918716" y="1629155"/>
            <a:ext cx="8426450" cy="0"/>
          </a:xfrm>
          <a:custGeom>
            <a:avLst/>
            <a:gdLst/>
            <a:ahLst/>
            <a:cxnLst/>
            <a:rect l="l" t="t" r="r" b="b"/>
            <a:pathLst>
              <a:path w="8426450">
                <a:moveTo>
                  <a:pt x="0" y="0"/>
                </a:moveTo>
                <a:lnTo>
                  <a:pt x="8425941" y="0"/>
                </a:lnTo>
              </a:path>
            </a:pathLst>
          </a:custGeom>
          <a:ln w="76200">
            <a:solidFill>
              <a:srgbClr val="336699"/>
            </a:solidFill>
          </a:ln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ECD0CF7D-BF2C-4624-3278-71A3BBA9F4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904" y="229057"/>
            <a:ext cx="11734190" cy="680621"/>
          </a:xfrm>
          <a:prstGeom prst="rect">
            <a:avLst/>
          </a:prstGeom>
        </p:spPr>
        <p:txBody>
          <a:bodyPr vert="horz" wrap="square" lIns="0" tIns="247319" rIns="0" bIns="0" rtlCol="0">
            <a:spAutoFit/>
          </a:bodyPr>
          <a:lstStyle/>
          <a:p>
            <a:pPr marL="1729105">
              <a:lnSpc>
                <a:spcPct val="100000"/>
              </a:lnSpc>
              <a:spcBef>
                <a:spcPts val="95"/>
              </a:spcBef>
            </a:pP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Minería de datos</a:t>
            </a:r>
            <a:endParaRPr lang="es-CO" sz="2800" noProof="0" dirty="0">
              <a:latin typeface="Verdana"/>
              <a:cs typeface="Verdan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67912C-F6D7-3715-BDD9-3C0FA12B8500}"/>
              </a:ext>
            </a:extLst>
          </p:cNvPr>
          <p:cNvSpPr txBox="1"/>
          <p:nvPr/>
        </p:nvSpPr>
        <p:spPr>
          <a:xfrm>
            <a:off x="2560284" y="1905506"/>
            <a:ext cx="7071429" cy="30469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CO" sz="2400" noProof="0" dirty="0"/>
              <a:t>Extracción de información útil (</a:t>
            </a:r>
            <a:r>
              <a:rPr lang="es-CO" sz="2400" i="1" noProof="0" dirty="0"/>
              <a:t>patrones significativos y reglas</a:t>
            </a:r>
            <a:r>
              <a:rPr lang="es-CO" sz="2400" noProof="0" dirty="0"/>
              <a:t>) desde grandes conjuntos de datos, </a:t>
            </a:r>
            <a:r>
              <a:rPr lang="es-CO" sz="2400" i="1" noProof="0" dirty="0"/>
              <a:t>usando tecnologías, así como técnicas matemáticas y estadísticas.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CO" sz="2400" i="1" noProof="0" dirty="0"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CO" sz="2400" noProof="0" dirty="0"/>
              <a:t>Proceso de extraer conocimiento útil y comprensible, previamente desconocido, desde grandes cantidades de datos almacenados en distintos formatos.</a:t>
            </a:r>
          </a:p>
        </p:txBody>
      </p:sp>
    </p:spTree>
    <p:extLst>
      <p:ext uri="{BB962C8B-B14F-4D97-AF65-F5344CB8AC3E}">
        <p14:creationId xmlns:p14="http://schemas.microsoft.com/office/powerpoint/2010/main" val="24765776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18716" y="1629155"/>
            <a:ext cx="8426450" cy="0"/>
          </a:xfrm>
          <a:custGeom>
            <a:avLst/>
            <a:gdLst/>
            <a:ahLst/>
            <a:cxnLst/>
            <a:rect l="l" t="t" r="r" b="b"/>
            <a:pathLst>
              <a:path w="8426450">
                <a:moveTo>
                  <a:pt x="0" y="0"/>
                </a:moveTo>
                <a:lnTo>
                  <a:pt x="8425941" y="0"/>
                </a:lnTo>
              </a:path>
            </a:pathLst>
          </a:custGeom>
          <a:ln w="76200">
            <a:solidFill>
              <a:srgbClr val="336699"/>
            </a:solidFill>
          </a:ln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3" name="object 3"/>
          <p:cNvSpPr txBox="1"/>
          <p:nvPr/>
        </p:nvSpPr>
        <p:spPr>
          <a:xfrm>
            <a:off x="1888363" y="1670348"/>
            <a:ext cx="7557134" cy="239331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85"/>
              </a:spcBef>
              <a:buClr>
                <a:srgbClr val="9A0000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lang="es-CO" sz="2400" noProof="0" dirty="0">
                <a:solidFill>
                  <a:srgbClr val="3333CC"/>
                </a:solidFill>
                <a:latin typeface="Verdana"/>
                <a:cs typeface="Verdana"/>
              </a:rPr>
              <a:t>Métodos</a:t>
            </a:r>
            <a:r>
              <a:rPr lang="es-CO" sz="2400" spc="-185" noProof="0" dirty="0">
                <a:solidFill>
                  <a:srgbClr val="3333CC"/>
                </a:solidFill>
                <a:latin typeface="Verdana"/>
                <a:cs typeface="Verdana"/>
              </a:rPr>
              <a:t> </a:t>
            </a:r>
            <a:r>
              <a:rPr lang="es-CO" sz="2400" spc="-10" noProof="0" dirty="0">
                <a:solidFill>
                  <a:srgbClr val="3333CC"/>
                </a:solidFill>
                <a:latin typeface="Verdana"/>
                <a:cs typeface="Verdana"/>
              </a:rPr>
              <a:t>predictivos</a:t>
            </a:r>
            <a:endParaRPr lang="es-CO" sz="2400" noProof="0" dirty="0">
              <a:latin typeface="Verdana"/>
              <a:cs typeface="Verdana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lr>
                <a:srgbClr val="003366"/>
              </a:buClr>
              <a:buSzPct val="70000"/>
              <a:buFont typeface="Wingdings"/>
              <a:buChar char=""/>
              <a:tabLst>
                <a:tab pos="756285" algn="l"/>
              </a:tabLst>
            </a:pPr>
            <a:r>
              <a:rPr lang="es-CO" sz="2000" noProof="0" dirty="0">
                <a:latin typeface="Verdana"/>
                <a:cs typeface="Verdana"/>
              </a:rPr>
              <a:t>Se</a:t>
            </a:r>
            <a:r>
              <a:rPr lang="es-CO" sz="2000" spc="-7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utilizan</a:t>
            </a:r>
            <a:r>
              <a:rPr lang="es-CO" sz="2000" spc="-10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algunas</a:t>
            </a:r>
            <a:r>
              <a:rPr lang="es-CO" sz="2000" spc="-10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variables</a:t>
            </a:r>
            <a:r>
              <a:rPr lang="es-CO" sz="2000" spc="-9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para</a:t>
            </a:r>
            <a:r>
              <a:rPr lang="es-CO" sz="2000" spc="-7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predecir</a:t>
            </a:r>
            <a:r>
              <a:rPr lang="es-CO" sz="2000" spc="-100" noProof="0" dirty="0">
                <a:latin typeface="Verdana"/>
                <a:cs typeface="Verdana"/>
              </a:rPr>
              <a:t> </a:t>
            </a:r>
            <a:r>
              <a:rPr lang="es-CO" sz="2000" spc="-10" noProof="0" dirty="0">
                <a:latin typeface="Verdana"/>
                <a:cs typeface="Verdana"/>
              </a:rPr>
              <a:t>valores</a:t>
            </a:r>
            <a:endParaRPr lang="es-CO" sz="2000" noProof="0" dirty="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lang="es-CO" sz="2000" noProof="0" dirty="0">
                <a:latin typeface="Verdana"/>
                <a:cs typeface="Verdana"/>
              </a:rPr>
              <a:t>desconocidos</a:t>
            </a:r>
            <a:r>
              <a:rPr lang="es-CO" sz="2000" spc="-12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de</a:t>
            </a:r>
            <a:r>
              <a:rPr lang="es-CO" sz="2000" spc="-8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otras</a:t>
            </a:r>
            <a:r>
              <a:rPr lang="es-CO" sz="2000" spc="-95" noProof="0" dirty="0">
                <a:latin typeface="Verdana"/>
                <a:cs typeface="Verdana"/>
              </a:rPr>
              <a:t> </a:t>
            </a:r>
            <a:r>
              <a:rPr lang="es-CO" sz="2000" spc="-10" noProof="0" dirty="0">
                <a:latin typeface="Verdana"/>
                <a:cs typeface="Verdana"/>
              </a:rPr>
              <a:t>variables</a:t>
            </a:r>
            <a:endParaRPr lang="es-CO" sz="2000" noProof="0" dirty="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700"/>
              </a:spcBef>
              <a:buClr>
                <a:srgbClr val="9A0000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lang="es-CO" sz="2400" noProof="0" dirty="0">
                <a:solidFill>
                  <a:srgbClr val="3333CC"/>
                </a:solidFill>
                <a:latin typeface="Verdana"/>
                <a:cs typeface="Verdana"/>
              </a:rPr>
              <a:t>Métodos</a:t>
            </a:r>
            <a:r>
              <a:rPr lang="es-CO" sz="2400" spc="-150" noProof="0" dirty="0">
                <a:solidFill>
                  <a:srgbClr val="3333CC"/>
                </a:solidFill>
                <a:latin typeface="Verdana"/>
                <a:cs typeface="Verdana"/>
              </a:rPr>
              <a:t> </a:t>
            </a:r>
            <a:r>
              <a:rPr lang="es-CO" sz="2400" spc="-10" noProof="0" dirty="0">
                <a:solidFill>
                  <a:srgbClr val="3333CC"/>
                </a:solidFill>
                <a:latin typeface="Verdana"/>
                <a:cs typeface="Verdana"/>
              </a:rPr>
              <a:t>descriptivos</a:t>
            </a:r>
            <a:endParaRPr lang="es-CO" sz="2400" noProof="0" dirty="0">
              <a:latin typeface="Verdana"/>
              <a:cs typeface="Verdana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lr>
                <a:srgbClr val="003366"/>
              </a:buClr>
              <a:buSzPct val="70000"/>
              <a:buFont typeface="Wingdings"/>
              <a:buChar char=""/>
              <a:tabLst>
                <a:tab pos="756285" algn="l"/>
              </a:tabLst>
            </a:pPr>
            <a:r>
              <a:rPr lang="es-CO" sz="2000" noProof="0" dirty="0">
                <a:latin typeface="Verdana"/>
                <a:cs typeface="Verdana"/>
              </a:rPr>
              <a:t>Encuentran</a:t>
            </a:r>
            <a:r>
              <a:rPr lang="es-CO" sz="2000" spc="-12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patrones</a:t>
            </a:r>
            <a:r>
              <a:rPr lang="es-CO" sz="2000" spc="-12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interpretables</a:t>
            </a:r>
            <a:r>
              <a:rPr lang="es-CO" sz="2000" spc="-125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que</a:t>
            </a:r>
            <a:r>
              <a:rPr lang="es-CO" sz="2000" spc="-80" noProof="0" dirty="0">
                <a:latin typeface="Verdana"/>
                <a:cs typeface="Verdana"/>
              </a:rPr>
              <a:t> </a:t>
            </a:r>
            <a:r>
              <a:rPr lang="es-CO" sz="2000" noProof="0" dirty="0">
                <a:latin typeface="Verdana"/>
                <a:cs typeface="Verdana"/>
              </a:rPr>
              <a:t>describen</a:t>
            </a:r>
            <a:r>
              <a:rPr lang="es-CO" sz="2000" spc="-110" noProof="0" dirty="0">
                <a:latin typeface="Verdana"/>
                <a:cs typeface="Verdana"/>
              </a:rPr>
              <a:t> </a:t>
            </a:r>
            <a:r>
              <a:rPr lang="es-CO" sz="2000" spc="-25" noProof="0" dirty="0">
                <a:latin typeface="Verdana"/>
                <a:cs typeface="Verdana"/>
              </a:rPr>
              <a:t>los</a:t>
            </a:r>
            <a:endParaRPr lang="es-CO" sz="2000" noProof="0" dirty="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</a:pPr>
            <a:r>
              <a:rPr lang="es-CO" sz="2000" spc="-10" noProof="0" dirty="0">
                <a:latin typeface="Verdana"/>
                <a:cs typeface="Verdana"/>
              </a:rPr>
              <a:t>datos</a:t>
            </a:r>
            <a:endParaRPr lang="es-CO" sz="2000" noProof="0" dirty="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630167" y="3963923"/>
            <a:ext cx="6641465" cy="2679065"/>
            <a:chOff x="3630167" y="3963923"/>
            <a:chExt cx="6641465" cy="26790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66743" y="4049267"/>
              <a:ext cx="6565392" cy="25298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649217" y="3982973"/>
              <a:ext cx="6603365" cy="2640965"/>
            </a:xfrm>
            <a:custGeom>
              <a:avLst/>
              <a:gdLst/>
              <a:ahLst/>
              <a:cxnLst/>
              <a:rect l="l" t="t" r="r" b="b"/>
              <a:pathLst>
                <a:path w="6603365" h="2640965">
                  <a:moveTo>
                    <a:pt x="0" y="2640584"/>
                  </a:moveTo>
                  <a:lnTo>
                    <a:pt x="6602984" y="2640584"/>
                  </a:lnTo>
                  <a:lnTo>
                    <a:pt x="6602984" y="0"/>
                  </a:lnTo>
                  <a:lnTo>
                    <a:pt x="0" y="0"/>
                  </a:lnTo>
                  <a:lnTo>
                    <a:pt x="0" y="2640584"/>
                  </a:lnTo>
                  <a:close/>
                </a:path>
              </a:pathLst>
            </a:custGeom>
            <a:ln w="38100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9382" rIns="0" bIns="0" rtlCol="0">
            <a:spAutoFit/>
          </a:bodyPr>
          <a:lstStyle/>
          <a:p>
            <a:pPr marL="1600200">
              <a:lnSpc>
                <a:spcPct val="100000"/>
              </a:lnSpc>
              <a:spcBef>
                <a:spcPts val="95"/>
              </a:spcBef>
            </a:pP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Técnicas</a:t>
            </a:r>
            <a:r>
              <a:rPr lang="es-CO" sz="2800" spc="-55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de</a:t>
            </a:r>
            <a:r>
              <a:rPr lang="es-CO" sz="2800" spc="-120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Minería</a:t>
            </a:r>
            <a:r>
              <a:rPr lang="es-CO" sz="2800" spc="-35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noProof="0" dirty="0">
                <a:solidFill>
                  <a:srgbClr val="9A0000"/>
                </a:solidFill>
                <a:latin typeface="Verdana"/>
                <a:cs typeface="Verdana"/>
              </a:rPr>
              <a:t>de</a:t>
            </a:r>
            <a:r>
              <a:rPr lang="es-CO" sz="2800" spc="-125" noProof="0" dirty="0">
                <a:solidFill>
                  <a:srgbClr val="9A0000"/>
                </a:solidFill>
                <a:latin typeface="Verdana"/>
                <a:cs typeface="Verdana"/>
              </a:rPr>
              <a:t> </a:t>
            </a:r>
            <a:r>
              <a:rPr lang="es-CO" sz="2800" spc="-10" noProof="0" dirty="0">
                <a:solidFill>
                  <a:srgbClr val="9A0000"/>
                </a:solidFill>
                <a:latin typeface="Verdana"/>
                <a:cs typeface="Verdana"/>
              </a:rPr>
              <a:t>Datos</a:t>
            </a:r>
            <a:endParaRPr lang="es-CO" sz="2800" noProof="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427" rIns="0" bIns="0" rtlCol="0">
            <a:spAutoFit/>
          </a:bodyPr>
          <a:lstStyle/>
          <a:p>
            <a:pPr marL="678815">
              <a:lnSpc>
                <a:spcPct val="100000"/>
              </a:lnSpc>
              <a:spcBef>
                <a:spcPts val="105"/>
              </a:spcBef>
            </a:pPr>
            <a:r>
              <a:rPr lang="es-CO" spc="-275" noProof="0" dirty="0"/>
              <a:t>Extracción</a:t>
            </a:r>
            <a:r>
              <a:rPr lang="es-CO" spc="-254" noProof="0" dirty="0"/>
              <a:t> </a:t>
            </a:r>
            <a:r>
              <a:rPr lang="es-CO" noProof="0" dirty="0"/>
              <a:t>de</a:t>
            </a:r>
            <a:r>
              <a:rPr lang="es-CO" spc="-130" noProof="0" dirty="0"/>
              <a:t> </a:t>
            </a:r>
            <a:r>
              <a:rPr lang="es-CO" spc="-305" noProof="0" dirty="0"/>
              <a:t>Conocimiento</a:t>
            </a:r>
            <a:r>
              <a:rPr lang="es-CO" spc="-340" noProof="0" dirty="0"/>
              <a:t> </a:t>
            </a:r>
            <a:r>
              <a:rPr lang="es-CO" spc="-270" noProof="0" dirty="0"/>
              <a:t>(proceso</a:t>
            </a:r>
            <a:r>
              <a:rPr lang="es-CO" spc="-300" noProof="0" dirty="0"/>
              <a:t> </a:t>
            </a:r>
            <a:r>
              <a:rPr lang="es-CO" spc="-365" noProof="0" dirty="0"/>
              <a:t>KDD)</a:t>
            </a:r>
          </a:p>
        </p:txBody>
      </p:sp>
      <p:pic>
        <p:nvPicPr>
          <p:cNvPr id="9" name="Imagen 5">
            <a:extLst>
              <a:ext uri="{FF2B5EF4-FFF2-40B4-BE49-F238E27FC236}">
                <a16:creationId xmlns:a16="http://schemas.microsoft.com/office/drawing/2014/main" id="{2756EEBC-C5D5-5422-0FC5-AC185BD99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291" y="1981200"/>
            <a:ext cx="8937415" cy="445991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1FDB3-F026-6427-458B-6A4C7F7D0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6AE487A-D1BA-0AA3-32CB-B5656D5EF3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427" rIns="0" bIns="0" rtlCol="0">
            <a:spAutoFit/>
          </a:bodyPr>
          <a:lstStyle/>
          <a:p>
            <a:pPr marL="678815">
              <a:lnSpc>
                <a:spcPct val="100000"/>
              </a:lnSpc>
              <a:spcBef>
                <a:spcPts val="105"/>
              </a:spcBef>
            </a:pPr>
            <a:r>
              <a:rPr lang="es-CO" spc="-275" noProof="0" dirty="0"/>
              <a:t>Extracción</a:t>
            </a:r>
            <a:r>
              <a:rPr lang="es-CO" spc="-254" noProof="0" dirty="0"/>
              <a:t> </a:t>
            </a:r>
            <a:r>
              <a:rPr lang="es-CO" noProof="0" dirty="0"/>
              <a:t>de</a:t>
            </a:r>
            <a:r>
              <a:rPr lang="es-CO" spc="-130" noProof="0" dirty="0"/>
              <a:t> </a:t>
            </a:r>
            <a:r>
              <a:rPr lang="es-CO" spc="-305" noProof="0" dirty="0"/>
              <a:t>Conocimiento</a:t>
            </a:r>
            <a:r>
              <a:rPr lang="es-CO" spc="-340" noProof="0" dirty="0"/>
              <a:t> </a:t>
            </a:r>
            <a:r>
              <a:rPr lang="es-CO" spc="-270" noProof="0" dirty="0"/>
              <a:t>(proceso</a:t>
            </a:r>
            <a:r>
              <a:rPr lang="es-CO" spc="-300" noProof="0" dirty="0"/>
              <a:t> </a:t>
            </a:r>
            <a:r>
              <a:rPr lang="es-CO" spc="-365" noProof="0" dirty="0"/>
              <a:t>KDD)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7B9FA40-0E9B-7D9F-CAA1-A5AF98B0BA4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4483" y="2080260"/>
            <a:ext cx="10754868" cy="1732788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EB794C0A-F53D-5A2E-0C7D-458CE5303D25}"/>
              </a:ext>
            </a:extLst>
          </p:cNvPr>
          <p:cNvSpPr txBox="1"/>
          <p:nvPr/>
        </p:nvSpPr>
        <p:spPr>
          <a:xfrm>
            <a:off x="10202671" y="3701288"/>
            <a:ext cx="11855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1400" b="1" spc="-20" noProof="0" dirty="0">
                <a:latin typeface="Arial"/>
                <a:cs typeface="Arial"/>
              </a:rPr>
              <a:t>Fayyad</a:t>
            </a:r>
            <a:r>
              <a:rPr lang="es-CO" sz="1400" b="1" spc="-45" noProof="0" dirty="0">
                <a:latin typeface="Arial"/>
                <a:cs typeface="Arial"/>
              </a:rPr>
              <a:t> </a:t>
            </a:r>
            <a:r>
              <a:rPr lang="es-CO" sz="1400" b="1" spc="-10" noProof="0" dirty="0">
                <a:latin typeface="Arial"/>
                <a:cs typeface="Arial"/>
              </a:rPr>
              <a:t>(1996)</a:t>
            </a:r>
            <a:endParaRPr lang="es-CO" sz="1400" noProof="0"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D1B3C80-6814-D240-774C-1386D207B8FE}"/>
              </a:ext>
            </a:extLst>
          </p:cNvPr>
          <p:cNvSpPr txBox="1"/>
          <p:nvPr/>
        </p:nvSpPr>
        <p:spPr>
          <a:xfrm>
            <a:off x="845921" y="4259707"/>
            <a:ext cx="7910830" cy="139128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05"/>
              </a:spcBef>
              <a:buClr>
                <a:srgbClr val="DD8046"/>
              </a:buClr>
              <a:buSzPct val="60416"/>
              <a:buFont typeface="Wingdings"/>
              <a:buChar char=""/>
              <a:tabLst>
                <a:tab pos="332105" algn="l"/>
              </a:tabLst>
            </a:pPr>
            <a:r>
              <a:rPr lang="es-CO" sz="2400" spc="-140" noProof="0" dirty="0">
                <a:latin typeface="Microsoft Sans Serif"/>
                <a:cs typeface="Microsoft Sans Serif"/>
              </a:rPr>
              <a:t>Generalmente</a:t>
            </a:r>
            <a:r>
              <a:rPr lang="es-CO" sz="2400" spc="-114" noProof="0" dirty="0">
                <a:latin typeface="Microsoft Sans Serif"/>
                <a:cs typeface="Microsoft Sans Serif"/>
              </a:rPr>
              <a:t> </a:t>
            </a:r>
            <a:r>
              <a:rPr lang="es-CO" sz="2400" spc="-80" noProof="0" dirty="0">
                <a:latin typeface="Microsoft Sans Serif"/>
                <a:cs typeface="Microsoft Sans Serif"/>
              </a:rPr>
              <a:t>registrado </a:t>
            </a:r>
            <a:r>
              <a:rPr lang="es-CO" sz="2400" spc="-130" noProof="0" dirty="0">
                <a:latin typeface="Microsoft Sans Serif"/>
                <a:cs typeface="Microsoft Sans Serif"/>
              </a:rPr>
              <a:t>en</a:t>
            </a:r>
            <a:r>
              <a:rPr lang="es-CO" sz="2400" spc="-175" noProof="0" dirty="0">
                <a:latin typeface="Microsoft Sans Serif"/>
                <a:cs typeface="Microsoft Sans Serif"/>
              </a:rPr>
              <a:t> </a:t>
            </a:r>
            <a:r>
              <a:rPr lang="es-CO" sz="2400" spc="-85" noProof="0" dirty="0">
                <a:latin typeface="Microsoft Sans Serif"/>
                <a:cs typeface="Microsoft Sans Serif"/>
              </a:rPr>
              <a:t>forma</a:t>
            </a:r>
            <a:r>
              <a:rPr lang="es-CO" sz="2400" spc="-90" noProof="0" dirty="0">
                <a:latin typeface="Microsoft Sans Serif"/>
                <a:cs typeface="Microsoft Sans Serif"/>
              </a:rPr>
              <a:t> </a:t>
            </a:r>
            <a:r>
              <a:rPr lang="es-CO" sz="2400" spc="-40" noProof="0" dirty="0">
                <a:latin typeface="Microsoft Sans Serif"/>
                <a:cs typeface="Microsoft Sans Serif"/>
              </a:rPr>
              <a:t>previa</a:t>
            </a:r>
            <a:r>
              <a:rPr lang="es-CO" sz="2400" spc="-30" noProof="0" dirty="0">
                <a:latin typeface="Microsoft Sans Serif"/>
                <a:cs typeface="Microsoft Sans Serif"/>
              </a:rPr>
              <a:t> </a:t>
            </a:r>
            <a:r>
              <a:rPr lang="es-CO" sz="2400" noProof="0" dirty="0">
                <a:latin typeface="Microsoft Sans Serif"/>
                <a:cs typeface="Microsoft Sans Serif"/>
              </a:rPr>
              <a:t>al</a:t>
            </a:r>
            <a:r>
              <a:rPr lang="es-CO" sz="2400" spc="-15" noProof="0" dirty="0">
                <a:latin typeface="Microsoft Sans Serif"/>
                <a:cs typeface="Microsoft Sans Serif"/>
              </a:rPr>
              <a:t> </a:t>
            </a:r>
            <a:r>
              <a:rPr lang="es-CO" sz="2400" spc="-165" noProof="0" dirty="0">
                <a:latin typeface="Microsoft Sans Serif"/>
                <a:cs typeface="Microsoft Sans Serif"/>
              </a:rPr>
              <a:t>proceso</a:t>
            </a:r>
            <a:r>
              <a:rPr lang="es-CO" sz="2400" spc="-114" noProof="0" dirty="0">
                <a:latin typeface="Microsoft Sans Serif"/>
                <a:cs typeface="Microsoft Sans Serif"/>
              </a:rPr>
              <a:t> </a:t>
            </a:r>
            <a:r>
              <a:rPr lang="es-CO" sz="2400" noProof="0" dirty="0">
                <a:latin typeface="Microsoft Sans Serif"/>
                <a:cs typeface="Microsoft Sans Serif"/>
              </a:rPr>
              <a:t>de</a:t>
            </a:r>
            <a:r>
              <a:rPr lang="es-CO" sz="2400" spc="-65" noProof="0" dirty="0">
                <a:latin typeface="Microsoft Sans Serif"/>
                <a:cs typeface="Microsoft Sans Serif"/>
              </a:rPr>
              <a:t> </a:t>
            </a:r>
            <a:r>
              <a:rPr lang="es-CO" sz="2400" spc="-320" noProof="0" dirty="0">
                <a:latin typeface="Microsoft Sans Serif"/>
                <a:cs typeface="Microsoft Sans Serif"/>
              </a:rPr>
              <a:t>KDD.</a:t>
            </a:r>
            <a:endParaRPr lang="es-CO" sz="2400" noProof="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416"/>
              <a:buFont typeface="Wingdings"/>
              <a:buChar char=""/>
              <a:tabLst>
                <a:tab pos="332105" algn="l"/>
              </a:tabLst>
            </a:pPr>
            <a:r>
              <a:rPr lang="es-CO" sz="2400" spc="-170" noProof="0" dirty="0">
                <a:latin typeface="Microsoft Sans Serif"/>
                <a:cs typeface="Microsoft Sans Serif"/>
              </a:rPr>
              <a:t>Almacena</a:t>
            </a:r>
            <a:r>
              <a:rPr lang="es-CO" sz="2400" spc="-40" noProof="0" dirty="0">
                <a:latin typeface="Microsoft Sans Serif"/>
                <a:cs typeface="Microsoft Sans Serif"/>
              </a:rPr>
              <a:t> </a:t>
            </a:r>
            <a:r>
              <a:rPr lang="es-CO" sz="2400" spc="-140" noProof="0" dirty="0">
                <a:latin typeface="Microsoft Sans Serif"/>
                <a:cs typeface="Microsoft Sans Serif"/>
              </a:rPr>
              <a:t>información</a:t>
            </a:r>
            <a:r>
              <a:rPr lang="es-CO" sz="2400" spc="-45" noProof="0" dirty="0">
                <a:latin typeface="Microsoft Sans Serif"/>
                <a:cs typeface="Microsoft Sans Serif"/>
              </a:rPr>
              <a:t> </a:t>
            </a:r>
            <a:r>
              <a:rPr lang="es-CO" sz="2400" spc="-10" noProof="0" dirty="0">
                <a:latin typeface="Microsoft Sans Serif"/>
                <a:cs typeface="Microsoft Sans Serif"/>
              </a:rPr>
              <a:t>histórica</a:t>
            </a:r>
            <a:endParaRPr lang="es-CO" sz="2400" noProof="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416"/>
              <a:buFont typeface="Wingdings"/>
              <a:buChar char=""/>
              <a:tabLst>
                <a:tab pos="332105" algn="l"/>
              </a:tabLst>
            </a:pPr>
            <a:r>
              <a:rPr lang="es-CO" sz="2400" spc="-95" noProof="0" dirty="0">
                <a:latin typeface="Microsoft Sans Serif"/>
                <a:cs typeface="Microsoft Sans Serif"/>
              </a:rPr>
              <a:t>No</a:t>
            </a:r>
            <a:r>
              <a:rPr lang="es-CO" sz="2400" spc="-90" noProof="0" dirty="0">
                <a:latin typeface="Microsoft Sans Serif"/>
                <a:cs typeface="Microsoft Sans Serif"/>
              </a:rPr>
              <a:t> </a:t>
            </a:r>
            <a:r>
              <a:rPr lang="es-CO" sz="2400" spc="-165" noProof="0" dirty="0">
                <a:latin typeface="Microsoft Sans Serif"/>
                <a:cs typeface="Microsoft Sans Serif"/>
              </a:rPr>
              <a:t>necesariamente</a:t>
            </a:r>
            <a:r>
              <a:rPr lang="es-CO" sz="2400" spc="-75" noProof="0" dirty="0">
                <a:latin typeface="Microsoft Sans Serif"/>
                <a:cs typeface="Microsoft Sans Serif"/>
              </a:rPr>
              <a:t> </a:t>
            </a:r>
            <a:r>
              <a:rPr lang="es-CO" sz="2400" spc="-10" noProof="0" dirty="0">
                <a:latin typeface="Microsoft Sans Serif"/>
                <a:cs typeface="Microsoft Sans Serif"/>
              </a:rPr>
              <a:t>centralizada</a:t>
            </a:r>
            <a:endParaRPr lang="es-CO" sz="2400" noProof="0" dirty="0">
              <a:latin typeface="Microsoft Sans Serif"/>
              <a:cs typeface="Microsoft Sans Serif"/>
            </a:endParaRPr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635AA950-E727-99D0-3B9F-07F7079C669C}"/>
              </a:ext>
            </a:extLst>
          </p:cNvPr>
          <p:cNvGrpSpPr/>
          <p:nvPr/>
        </p:nvGrpSpPr>
        <p:grpSpPr>
          <a:xfrm>
            <a:off x="1378839" y="1662303"/>
            <a:ext cx="367665" cy="331470"/>
            <a:chOff x="1378839" y="1662303"/>
            <a:chExt cx="367665" cy="331470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DB002829-BEEF-537F-021E-4A22ED919F86}"/>
                </a:ext>
              </a:extLst>
            </p:cNvPr>
            <p:cNvSpPr/>
            <p:nvPr/>
          </p:nvSpPr>
          <p:spPr>
            <a:xfrm>
              <a:off x="1388364" y="1671827"/>
              <a:ext cx="348615" cy="312420"/>
            </a:xfrm>
            <a:custGeom>
              <a:avLst/>
              <a:gdLst/>
              <a:ahLst/>
              <a:cxnLst/>
              <a:rect l="l" t="t" r="r" b="b"/>
              <a:pathLst>
                <a:path w="348614" h="312419">
                  <a:moveTo>
                    <a:pt x="261366" y="0"/>
                  </a:moveTo>
                  <a:lnTo>
                    <a:pt x="87122" y="0"/>
                  </a:lnTo>
                  <a:lnTo>
                    <a:pt x="87122" y="156210"/>
                  </a:lnTo>
                  <a:lnTo>
                    <a:pt x="0" y="156210"/>
                  </a:lnTo>
                  <a:lnTo>
                    <a:pt x="174244" y="312420"/>
                  </a:lnTo>
                  <a:lnTo>
                    <a:pt x="348488" y="156210"/>
                  </a:lnTo>
                  <a:lnTo>
                    <a:pt x="261366" y="156210"/>
                  </a:lnTo>
                  <a:lnTo>
                    <a:pt x="26136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B1A346D6-F93C-0C6D-D728-44C205A8106D}"/>
                </a:ext>
              </a:extLst>
            </p:cNvPr>
            <p:cNvSpPr/>
            <p:nvPr/>
          </p:nvSpPr>
          <p:spPr>
            <a:xfrm>
              <a:off x="1388364" y="1671827"/>
              <a:ext cx="348615" cy="312420"/>
            </a:xfrm>
            <a:custGeom>
              <a:avLst/>
              <a:gdLst/>
              <a:ahLst/>
              <a:cxnLst/>
              <a:rect l="l" t="t" r="r" b="b"/>
              <a:pathLst>
                <a:path w="348614" h="312419">
                  <a:moveTo>
                    <a:pt x="348488" y="156210"/>
                  </a:moveTo>
                  <a:lnTo>
                    <a:pt x="174244" y="312420"/>
                  </a:lnTo>
                  <a:lnTo>
                    <a:pt x="0" y="156210"/>
                  </a:lnTo>
                  <a:lnTo>
                    <a:pt x="87122" y="156210"/>
                  </a:lnTo>
                  <a:lnTo>
                    <a:pt x="87122" y="0"/>
                  </a:lnTo>
                  <a:lnTo>
                    <a:pt x="261366" y="0"/>
                  </a:lnTo>
                  <a:lnTo>
                    <a:pt x="261366" y="156210"/>
                  </a:lnTo>
                  <a:lnTo>
                    <a:pt x="348488" y="156210"/>
                  </a:lnTo>
                  <a:close/>
                </a:path>
              </a:pathLst>
            </a:custGeom>
            <a:ln w="19048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666321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427" rIns="0" bIns="0" rtlCol="0">
            <a:spAutoFit/>
          </a:bodyPr>
          <a:lstStyle/>
          <a:p>
            <a:pPr marL="678815">
              <a:lnSpc>
                <a:spcPct val="100000"/>
              </a:lnSpc>
              <a:spcBef>
                <a:spcPts val="105"/>
              </a:spcBef>
            </a:pPr>
            <a:r>
              <a:rPr lang="es-CO" spc="-275" noProof="0" dirty="0"/>
              <a:t>Extracción</a:t>
            </a:r>
            <a:r>
              <a:rPr lang="es-CO" spc="-254" noProof="0" dirty="0"/>
              <a:t> </a:t>
            </a:r>
            <a:r>
              <a:rPr lang="es-CO" noProof="0" dirty="0"/>
              <a:t>de</a:t>
            </a:r>
            <a:r>
              <a:rPr lang="es-CO" spc="-130" noProof="0" dirty="0"/>
              <a:t> </a:t>
            </a:r>
            <a:r>
              <a:rPr lang="es-CO" spc="-305" noProof="0" dirty="0"/>
              <a:t>Conocimiento</a:t>
            </a:r>
            <a:r>
              <a:rPr lang="es-CO" spc="-340" noProof="0" dirty="0"/>
              <a:t> </a:t>
            </a:r>
            <a:r>
              <a:rPr lang="es-CO" spc="-270" noProof="0" dirty="0"/>
              <a:t>(proceso</a:t>
            </a:r>
            <a:r>
              <a:rPr lang="es-CO" spc="-300" noProof="0" dirty="0"/>
              <a:t> </a:t>
            </a:r>
            <a:r>
              <a:rPr lang="es-CO" spc="-365" noProof="0" dirty="0"/>
              <a:t>KDD)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4483" y="2080260"/>
            <a:ext cx="10754868" cy="17327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202671" y="3701288"/>
            <a:ext cx="11855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1400" b="1" spc="-20" noProof="0" dirty="0">
                <a:latin typeface="Arial"/>
                <a:cs typeface="Arial"/>
              </a:rPr>
              <a:t>Fayyad</a:t>
            </a:r>
            <a:r>
              <a:rPr lang="es-CO" sz="1400" b="1" spc="-45" noProof="0" dirty="0">
                <a:latin typeface="Arial"/>
                <a:cs typeface="Arial"/>
              </a:rPr>
              <a:t> </a:t>
            </a:r>
            <a:r>
              <a:rPr lang="es-CO" sz="1400" b="1" spc="-10" noProof="0" dirty="0">
                <a:latin typeface="Arial"/>
                <a:cs typeface="Arial"/>
              </a:rPr>
              <a:t>(1996)</a:t>
            </a:r>
            <a:endParaRPr lang="es-CO" sz="1400" noProof="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206876" y="1701164"/>
            <a:ext cx="366395" cy="331470"/>
            <a:chOff x="3206876" y="1701164"/>
            <a:chExt cx="366395" cy="331470"/>
          </a:xfrm>
        </p:grpSpPr>
        <p:sp>
          <p:nvSpPr>
            <p:cNvPr id="6" name="object 6"/>
            <p:cNvSpPr/>
            <p:nvPr/>
          </p:nvSpPr>
          <p:spPr>
            <a:xfrm>
              <a:off x="3215639" y="1709927"/>
              <a:ext cx="347345" cy="312420"/>
            </a:xfrm>
            <a:custGeom>
              <a:avLst/>
              <a:gdLst/>
              <a:ahLst/>
              <a:cxnLst/>
              <a:rect l="l" t="t" r="r" b="b"/>
              <a:pathLst>
                <a:path w="347345" h="312419">
                  <a:moveTo>
                    <a:pt x="260476" y="0"/>
                  </a:moveTo>
                  <a:lnTo>
                    <a:pt x="86868" y="0"/>
                  </a:lnTo>
                  <a:lnTo>
                    <a:pt x="86868" y="156210"/>
                  </a:lnTo>
                  <a:lnTo>
                    <a:pt x="0" y="156210"/>
                  </a:lnTo>
                  <a:lnTo>
                    <a:pt x="173609" y="312420"/>
                  </a:lnTo>
                  <a:lnTo>
                    <a:pt x="347345" y="156210"/>
                  </a:lnTo>
                  <a:lnTo>
                    <a:pt x="260476" y="156210"/>
                  </a:lnTo>
                  <a:lnTo>
                    <a:pt x="26047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3216401" y="1710689"/>
              <a:ext cx="347345" cy="312420"/>
            </a:xfrm>
            <a:custGeom>
              <a:avLst/>
              <a:gdLst/>
              <a:ahLst/>
              <a:cxnLst/>
              <a:rect l="l" t="t" r="r" b="b"/>
              <a:pathLst>
                <a:path w="347345" h="312419">
                  <a:moveTo>
                    <a:pt x="347345" y="156210"/>
                  </a:moveTo>
                  <a:lnTo>
                    <a:pt x="173609" y="312420"/>
                  </a:lnTo>
                  <a:lnTo>
                    <a:pt x="0" y="156210"/>
                  </a:lnTo>
                  <a:lnTo>
                    <a:pt x="86868" y="156210"/>
                  </a:lnTo>
                  <a:lnTo>
                    <a:pt x="86868" y="0"/>
                  </a:lnTo>
                  <a:lnTo>
                    <a:pt x="260476" y="0"/>
                  </a:lnTo>
                  <a:lnTo>
                    <a:pt x="260476" y="156210"/>
                  </a:lnTo>
                  <a:lnTo>
                    <a:pt x="347345" y="156210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358388" y="4269914"/>
            <a:ext cx="4575811" cy="932307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10"/>
              </a:spcBef>
              <a:buClr>
                <a:srgbClr val="DD8046"/>
              </a:buClr>
              <a:buSzPct val="60416"/>
              <a:buFont typeface="Wingdings"/>
              <a:buChar char=""/>
              <a:tabLst>
                <a:tab pos="332105" algn="l"/>
              </a:tabLst>
            </a:pPr>
            <a:r>
              <a:rPr lang="es-CO" sz="2400" spc="-160" noProof="0" dirty="0">
                <a:latin typeface="Microsoft Sans Serif"/>
                <a:cs typeface="Microsoft Sans Serif"/>
              </a:rPr>
              <a:t>Elegidos</a:t>
            </a:r>
            <a:r>
              <a:rPr lang="es-CO" sz="2400" spc="-105" noProof="0" dirty="0">
                <a:latin typeface="Microsoft Sans Serif"/>
                <a:cs typeface="Microsoft Sans Serif"/>
              </a:rPr>
              <a:t> </a:t>
            </a:r>
            <a:r>
              <a:rPr lang="es-CO" sz="2400" spc="-135" noProof="0" dirty="0">
                <a:latin typeface="Microsoft Sans Serif"/>
                <a:cs typeface="Microsoft Sans Serif"/>
              </a:rPr>
              <a:t>con</a:t>
            </a:r>
            <a:r>
              <a:rPr lang="es-CO" sz="2400" spc="-190" noProof="0" dirty="0">
                <a:latin typeface="Microsoft Sans Serif"/>
                <a:cs typeface="Microsoft Sans Serif"/>
              </a:rPr>
              <a:t> </a:t>
            </a:r>
            <a:r>
              <a:rPr lang="es-CO" sz="2400" spc="-100" noProof="0" dirty="0">
                <a:latin typeface="Microsoft Sans Serif"/>
                <a:cs typeface="Microsoft Sans Serif"/>
              </a:rPr>
              <a:t>base</a:t>
            </a:r>
            <a:r>
              <a:rPr lang="es-CO" sz="2400" spc="-235" noProof="0" dirty="0">
                <a:latin typeface="Microsoft Sans Serif"/>
                <a:cs typeface="Microsoft Sans Serif"/>
              </a:rPr>
              <a:t> </a:t>
            </a:r>
            <a:r>
              <a:rPr lang="es-CO" sz="2400" noProof="0" dirty="0">
                <a:latin typeface="Microsoft Sans Serif"/>
                <a:cs typeface="Microsoft Sans Serif"/>
              </a:rPr>
              <a:t>al</a:t>
            </a:r>
            <a:r>
              <a:rPr lang="es-CO" sz="2400" spc="25" noProof="0" dirty="0">
                <a:latin typeface="Microsoft Sans Serif"/>
                <a:cs typeface="Microsoft Sans Serif"/>
              </a:rPr>
              <a:t> </a:t>
            </a:r>
            <a:r>
              <a:rPr lang="es-CO" sz="2400" spc="-10" noProof="0" dirty="0">
                <a:latin typeface="Microsoft Sans Serif"/>
                <a:cs typeface="Microsoft Sans Serif"/>
              </a:rPr>
              <a:t>problema</a:t>
            </a:r>
            <a:endParaRPr lang="es-CO" sz="2400" noProof="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715"/>
              </a:spcBef>
              <a:buClr>
                <a:srgbClr val="DD8046"/>
              </a:buClr>
              <a:buSzPct val="60416"/>
              <a:buFont typeface="Wingdings"/>
              <a:buChar char=""/>
              <a:tabLst>
                <a:tab pos="332105" algn="l"/>
              </a:tabLst>
            </a:pPr>
            <a:r>
              <a:rPr lang="es-CO" sz="2400" spc="-80" noProof="0" dirty="0">
                <a:latin typeface="Microsoft Sans Serif"/>
                <a:cs typeface="Microsoft Sans Serif"/>
              </a:rPr>
              <a:t>Medidas</a:t>
            </a:r>
            <a:r>
              <a:rPr lang="es-CO" sz="2400" spc="-290" noProof="0" dirty="0">
                <a:latin typeface="Microsoft Sans Serif"/>
                <a:cs typeface="Microsoft Sans Serif"/>
              </a:rPr>
              <a:t> </a:t>
            </a:r>
            <a:r>
              <a:rPr lang="es-CO" sz="2400" spc="-150" noProof="0" dirty="0">
                <a:latin typeface="Microsoft Sans Serif"/>
                <a:cs typeface="Microsoft Sans Serif"/>
              </a:rPr>
              <a:t>subjetivas</a:t>
            </a:r>
            <a:r>
              <a:rPr lang="es-CO" sz="2400" spc="-110" noProof="0" dirty="0">
                <a:latin typeface="Microsoft Sans Serif"/>
                <a:cs typeface="Microsoft Sans Serif"/>
              </a:rPr>
              <a:t> </a:t>
            </a:r>
            <a:r>
              <a:rPr lang="es-CO" sz="2400" noProof="0" dirty="0">
                <a:latin typeface="Microsoft Sans Serif"/>
                <a:cs typeface="Microsoft Sans Serif"/>
              </a:rPr>
              <a:t>y</a:t>
            </a:r>
            <a:r>
              <a:rPr lang="es-CO" sz="2400" spc="65" noProof="0" dirty="0">
                <a:latin typeface="Microsoft Sans Serif"/>
                <a:cs typeface="Microsoft Sans Serif"/>
              </a:rPr>
              <a:t> </a:t>
            </a:r>
            <a:r>
              <a:rPr lang="es-CO" sz="2400" spc="-90" noProof="0" dirty="0">
                <a:latin typeface="Microsoft Sans Serif"/>
                <a:cs typeface="Microsoft Sans Serif"/>
              </a:rPr>
              <a:t>objetivas</a:t>
            </a:r>
            <a:endParaRPr lang="es-CO" sz="2400" noProof="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427" rIns="0" bIns="0" rtlCol="0">
            <a:spAutoFit/>
          </a:bodyPr>
          <a:lstStyle/>
          <a:p>
            <a:pPr marL="678815">
              <a:lnSpc>
                <a:spcPct val="100000"/>
              </a:lnSpc>
              <a:spcBef>
                <a:spcPts val="105"/>
              </a:spcBef>
            </a:pPr>
            <a:r>
              <a:rPr lang="es-CO" spc="-275" noProof="0" dirty="0"/>
              <a:t>Extracción</a:t>
            </a:r>
            <a:r>
              <a:rPr lang="es-CO" spc="-254" noProof="0" dirty="0"/>
              <a:t> </a:t>
            </a:r>
            <a:r>
              <a:rPr lang="es-CO" noProof="0" dirty="0"/>
              <a:t>de</a:t>
            </a:r>
            <a:r>
              <a:rPr lang="es-CO" spc="-130" noProof="0" dirty="0"/>
              <a:t> </a:t>
            </a:r>
            <a:r>
              <a:rPr lang="es-CO" spc="-305" noProof="0" dirty="0"/>
              <a:t>Conocimiento</a:t>
            </a:r>
            <a:r>
              <a:rPr lang="es-CO" spc="-340" noProof="0" dirty="0"/>
              <a:t> </a:t>
            </a:r>
            <a:r>
              <a:rPr lang="es-CO" spc="-270" noProof="0" dirty="0"/>
              <a:t>(proceso</a:t>
            </a:r>
            <a:r>
              <a:rPr lang="es-CO" spc="-300" noProof="0" dirty="0"/>
              <a:t> </a:t>
            </a:r>
            <a:r>
              <a:rPr lang="es-CO" spc="-365" noProof="0" dirty="0"/>
              <a:t>KDD)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4483" y="2080260"/>
            <a:ext cx="10754868" cy="17327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202671" y="3701288"/>
            <a:ext cx="11855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1400" b="1" spc="-20" noProof="0" dirty="0">
                <a:latin typeface="Arial"/>
                <a:cs typeface="Arial"/>
              </a:rPr>
              <a:t>Fayyad</a:t>
            </a:r>
            <a:r>
              <a:rPr lang="es-CO" sz="1400" b="1" spc="-45" noProof="0" dirty="0">
                <a:latin typeface="Arial"/>
                <a:cs typeface="Arial"/>
              </a:rPr>
              <a:t> </a:t>
            </a:r>
            <a:r>
              <a:rPr lang="es-CO" sz="1400" b="1" spc="-10" noProof="0" dirty="0">
                <a:latin typeface="Arial"/>
                <a:cs typeface="Arial"/>
              </a:rPr>
              <a:t>(1996)</a:t>
            </a:r>
            <a:endParaRPr lang="es-CO" sz="1400" noProof="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84929" y="1644776"/>
            <a:ext cx="3378200" cy="565150"/>
            <a:chOff x="3884929" y="1644776"/>
            <a:chExt cx="3378200" cy="565150"/>
          </a:xfrm>
        </p:grpSpPr>
        <p:sp>
          <p:nvSpPr>
            <p:cNvPr id="6" name="object 6"/>
            <p:cNvSpPr/>
            <p:nvPr/>
          </p:nvSpPr>
          <p:spPr>
            <a:xfrm>
              <a:off x="5519927" y="1653539"/>
              <a:ext cx="347345" cy="312420"/>
            </a:xfrm>
            <a:custGeom>
              <a:avLst/>
              <a:gdLst/>
              <a:ahLst/>
              <a:cxnLst/>
              <a:rect l="l" t="t" r="r" b="b"/>
              <a:pathLst>
                <a:path w="347345" h="312419">
                  <a:moveTo>
                    <a:pt x="260476" y="0"/>
                  </a:moveTo>
                  <a:lnTo>
                    <a:pt x="86868" y="0"/>
                  </a:lnTo>
                  <a:lnTo>
                    <a:pt x="86868" y="156083"/>
                  </a:lnTo>
                  <a:lnTo>
                    <a:pt x="0" y="156083"/>
                  </a:lnTo>
                  <a:lnTo>
                    <a:pt x="173609" y="312165"/>
                  </a:lnTo>
                  <a:lnTo>
                    <a:pt x="347345" y="156083"/>
                  </a:lnTo>
                  <a:lnTo>
                    <a:pt x="260476" y="156083"/>
                  </a:lnTo>
                  <a:lnTo>
                    <a:pt x="26047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5520689" y="1654301"/>
              <a:ext cx="347345" cy="312420"/>
            </a:xfrm>
            <a:custGeom>
              <a:avLst/>
              <a:gdLst/>
              <a:ahLst/>
              <a:cxnLst/>
              <a:rect l="l" t="t" r="r" b="b"/>
              <a:pathLst>
                <a:path w="347345" h="312419">
                  <a:moveTo>
                    <a:pt x="347345" y="156083"/>
                  </a:moveTo>
                  <a:lnTo>
                    <a:pt x="173609" y="312165"/>
                  </a:lnTo>
                  <a:lnTo>
                    <a:pt x="0" y="156083"/>
                  </a:lnTo>
                  <a:lnTo>
                    <a:pt x="86868" y="156083"/>
                  </a:lnTo>
                  <a:lnTo>
                    <a:pt x="86868" y="0"/>
                  </a:lnTo>
                  <a:lnTo>
                    <a:pt x="260476" y="0"/>
                  </a:lnTo>
                  <a:lnTo>
                    <a:pt x="260476" y="156083"/>
                  </a:lnTo>
                  <a:lnTo>
                    <a:pt x="347345" y="156083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8" name="object 8"/>
            <p:cNvSpPr/>
            <p:nvPr/>
          </p:nvSpPr>
          <p:spPr>
            <a:xfrm>
              <a:off x="3897629" y="2021585"/>
              <a:ext cx="3352800" cy="175260"/>
            </a:xfrm>
            <a:custGeom>
              <a:avLst/>
              <a:gdLst/>
              <a:ahLst/>
              <a:cxnLst/>
              <a:rect l="l" t="t" r="r" b="b"/>
              <a:pathLst>
                <a:path w="3352800" h="175260">
                  <a:moveTo>
                    <a:pt x="0" y="175260"/>
                  </a:moveTo>
                  <a:lnTo>
                    <a:pt x="1143" y="107061"/>
                  </a:lnTo>
                  <a:lnTo>
                    <a:pt x="4318" y="51308"/>
                  </a:lnTo>
                  <a:lnTo>
                    <a:pt x="8890" y="13715"/>
                  </a:lnTo>
                  <a:lnTo>
                    <a:pt x="14605" y="0"/>
                  </a:lnTo>
                  <a:lnTo>
                    <a:pt x="3337941" y="0"/>
                  </a:lnTo>
                  <a:lnTo>
                    <a:pt x="3343655" y="13715"/>
                  </a:lnTo>
                  <a:lnTo>
                    <a:pt x="3348228" y="51308"/>
                  </a:lnTo>
                  <a:lnTo>
                    <a:pt x="3351403" y="107061"/>
                  </a:lnTo>
                  <a:lnTo>
                    <a:pt x="3352546" y="17526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303014" y="4137325"/>
            <a:ext cx="5526786" cy="1850507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10"/>
              </a:spcBef>
              <a:buClr>
                <a:srgbClr val="DD8046"/>
              </a:buClr>
              <a:buSzPct val="60416"/>
              <a:buFont typeface="Wingdings"/>
              <a:buChar char=""/>
              <a:tabLst>
                <a:tab pos="332105" algn="l"/>
              </a:tabLst>
            </a:pPr>
            <a:r>
              <a:rPr lang="es-CO" sz="2400" spc="-114" noProof="0" dirty="0">
                <a:latin typeface="Microsoft Sans Serif"/>
                <a:cs typeface="Microsoft Sans Serif"/>
              </a:rPr>
              <a:t>Uniformar</a:t>
            </a:r>
            <a:r>
              <a:rPr lang="es-CO" sz="2400" spc="-140" noProof="0" dirty="0">
                <a:latin typeface="Microsoft Sans Serif"/>
                <a:cs typeface="Microsoft Sans Serif"/>
              </a:rPr>
              <a:t> </a:t>
            </a:r>
            <a:r>
              <a:rPr lang="es-CO" sz="2400" noProof="0" dirty="0">
                <a:latin typeface="Microsoft Sans Serif"/>
                <a:cs typeface="Microsoft Sans Serif"/>
              </a:rPr>
              <a:t>la</a:t>
            </a:r>
            <a:r>
              <a:rPr lang="es-CO" sz="2400" spc="15" noProof="0" dirty="0">
                <a:latin typeface="Microsoft Sans Serif"/>
                <a:cs typeface="Microsoft Sans Serif"/>
              </a:rPr>
              <a:t> </a:t>
            </a:r>
            <a:r>
              <a:rPr lang="es-CO" sz="2400" spc="-35" noProof="0" dirty="0">
                <a:latin typeface="Microsoft Sans Serif"/>
                <a:cs typeface="Microsoft Sans Serif"/>
              </a:rPr>
              <a:t>notación.</a:t>
            </a:r>
            <a:endParaRPr lang="es-CO" sz="2400" noProof="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715"/>
              </a:spcBef>
              <a:buClr>
                <a:srgbClr val="DD8046"/>
              </a:buClr>
              <a:buSzPct val="60416"/>
              <a:buFont typeface="Wingdings"/>
              <a:buChar char=""/>
              <a:tabLst>
                <a:tab pos="332105" algn="l"/>
              </a:tabLst>
            </a:pPr>
            <a:r>
              <a:rPr lang="es-CO" sz="2400" spc="-150" noProof="0" dirty="0">
                <a:latin typeface="Microsoft Sans Serif"/>
                <a:cs typeface="Microsoft Sans Serif"/>
              </a:rPr>
              <a:t>Datos</a:t>
            </a:r>
            <a:r>
              <a:rPr lang="es-CO" sz="2400" spc="-130" noProof="0" dirty="0">
                <a:latin typeface="Microsoft Sans Serif"/>
                <a:cs typeface="Microsoft Sans Serif"/>
              </a:rPr>
              <a:t> </a:t>
            </a:r>
            <a:r>
              <a:rPr lang="es-CO" sz="2400" spc="-10" noProof="0" dirty="0">
                <a:latin typeface="Microsoft Sans Serif"/>
                <a:cs typeface="Microsoft Sans Serif"/>
              </a:rPr>
              <a:t>faltantes.</a:t>
            </a:r>
            <a:endParaRPr lang="es-CO" sz="2400" noProof="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416"/>
              <a:buFont typeface="Wingdings"/>
              <a:buChar char=""/>
              <a:tabLst>
                <a:tab pos="332105" algn="l"/>
              </a:tabLst>
            </a:pPr>
            <a:r>
              <a:rPr lang="es-CO" sz="2400" spc="-185" noProof="0" dirty="0">
                <a:latin typeface="Microsoft Sans Serif"/>
                <a:cs typeface="Microsoft Sans Serif"/>
              </a:rPr>
              <a:t>Fuera</a:t>
            </a:r>
            <a:r>
              <a:rPr lang="es-CO" sz="2400" spc="10" noProof="0" dirty="0">
                <a:latin typeface="Microsoft Sans Serif"/>
                <a:cs typeface="Microsoft Sans Serif"/>
              </a:rPr>
              <a:t> </a:t>
            </a:r>
            <a:r>
              <a:rPr lang="es-CO" sz="2400" noProof="0" dirty="0">
                <a:latin typeface="Microsoft Sans Serif"/>
                <a:cs typeface="Microsoft Sans Serif"/>
              </a:rPr>
              <a:t>de</a:t>
            </a:r>
            <a:r>
              <a:rPr lang="es-CO" sz="2400" spc="-25" noProof="0" dirty="0">
                <a:latin typeface="Microsoft Sans Serif"/>
                <a:cs typeface="Microsoft Sans Serif"/>
              </a:rPr>
              <a:t> </a:t>
            </a:r>
            <a:r>
              <a:rPr lang="es-CO" sz="2400" spc="-140" noProof="0" dirty="0">
                <a:latin typeface="Microsoft Sans Serif"/>
                <a:cs typeface="Microsoft Sans Serif"/>
              </a:rPr>
              <a:t>los</a:t>
            </a:r>
            <a:r>
              <a:rPr lang="es-CO" sz="2400" spc="-160" noProof="0" dirty="0">
                <a:latin typeface="Microsoft Sans Serif"/>
                <a:cs typeface="Microsoft Sans Serif"/>
              </a:rPr>
              <a:t> </a:t>
            </a:r>
            <a:r>
              <a:rPr lang="es-CO" sz="2400" spc="-125" noProof="0" dirty="0">
                <a:latin typeface="Microsoft Sans Serif"/>
                <a:cs typeface="Microsoft Sans Serif"/>
              </a:rPr>
              <a:t>rangos</a:t>
            </a:r>
            <a:r>
              <a:rPr lang="es-CO" sz="2400" spc="-204" noProof="0" dirty="0">
                <a:latin typeface="Microsoft Sans Serif"/>
                <a:cs typeface="Microsoft Sans Serif"/>
              </a:rPr>
              <a:t> </a:t>
            </a:r>
            <a:r>
              <a:rPr lang="es-CO" sz="2400" spc="-140" noProof="0" dirty="0">
                <a:latin typeface="Microsoft Sans Serif"/>
                <a:cs typeface="Microsoft Sans Serif"/>
              </a:rPr>
              <a:t>esperados</a:t>
            </a:r>
            <a:r>
              <a:rPr lang="es-CO" sz="2400" spc="-185" noProof="0" dirty="0">
                <a:latin typeface="Microsoft Sans Serif"/>
                <a:cs typeface="Microsoft Sans Serif"/>
              </a:rPr>
              <a:t> </a:t>
            </a:r>
            <a:r>
              <a:rPr lang="es-CO" sz="2400" spc="-105" noProof="0" dirty="0">
                <a:latin typeface="Microsoft Sans Serif"/>
                <a:cs typeface="Microsoft Sans Serif"/>
              </a:rPr>
              <a:t>(</a:t>
            </a:r>
            <a:r>
              <a:rPr lang="es-CO" sz="2400" spc="-105" noProof="0" dirty="0" err="1">
                <a:latin typeface="Microsoft Sans Serif"/>
                <a:cs typeface="Microsoft Sans Serif"/>
              </a:rPr>
              <a:t>outliers</a:t>
            </a:r>
            <a:r>
              <a:rPr lang="es-CO" sz="2400" spc="-105" noProof="0" dirty="0">
                <a:latin typeface="Microsoft Sans Serif"/>
                <a:cs typeface="Microsoft Sans Serif"/>
              </a:rPr>
              <a:t>).</a:t>
            </a: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416"/>
              <a:buFont typeface="Wingdings"/>
              <a:buChar char=""/>
              <a:tabLst>
                <a:tab pos="332105" algn="l"/>
              </a:tabLst>
            </a:pPr>
            <a:r>
              <a:rPr lang="es-CO" sz="2400" spc="-105" noProof="0" dirty="0">
                <a:latin typeface="Microsoft Sans Serif"/>
                <a:cs typeface="Microsoft Sans Serif"/>
              </a:rPr>
              <a:t>…</a:t>
            </a:r>
            <a:endParaRPr lang="es-CO" sz="2400" noProof="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427" rIns="0" bIns="0" rtlCol="0">
            <a:spAutoFit/>
          </a:bodyPr>
          <a:lstStyle/>
          <a:p>
            <a:pPr marL="678815">
              <a:lnSpc>
                <a:spcPct val="100000"/>
              </a:lnSpc>
              <a:spcBef>
                <a:spcPts val="105"/>
              </a:spcBef>
            </a:pPr>
            <a:r>
              <a:rPr lang="es-CO" spc="-275" noProof="0" dirty="0"/>
              <a:t>Extracción</a:t>
            </a:r>
            <a:r>
              <a:rPr lang="es-CO" spc="-254" noProof="0" dirty="0"/>
              <a:t> </a:t>
            </a:r>
            <a:r>
              <a:rPr lang="es-CO" noProof="0" dirty="0"/>
              <a:t>de</a:t>
            </a:r>
            <a:r>
              <a:rPr lang="es-CO" spc="-130" noProof="0" dirty="0"/>
              <a:t> </a:t>
            </a:r>
            <a:r>
              <a:rPr lang="es-CO" spc="-305" noProof="0" dirty="0"/>
              <a:t>Conocimiento</a:t>
            </a:r>
            <a:r>
              <a:rPr lang="es-CO" spc="-340" noProof="0" dirty="0"/>
              <a:t> </a:t>
            </a:r>
            <a:r>
              <a:rPr lang="es-CO" spc="-270" noProof="0" dirty="0"/>
              <a:t>(proceso</a:t>
            </a:r>
            <a:r>
              <a:rPr lang="es-CO" spc="-300" noProof="0" dirty="0"/>
              <a:t> </a:t>
            </a:r>
            <a:r>
              <a:rPr lang="es-CO" spc="-365" noProof="0" dirty="0"/>
              <a:t>KDD)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4483" y="2080260"/>
            <a:ext cx="10754868" cy="17327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202671" y="3701288"/>
            <a:ext cx="11855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1400" b="1" spc="-20" noProof="0" dirty="0">
                <a:latin typeface="Arial"/>
                <a:cs typeface="Arial"/>
              </a:rPr>
              <a:t>Fayyad</a:t>
            </a:r>
            <a:r>
              <a:rPr lang="es-CO" sz="1400" b="1" spc="-45" noProof="0" dirty="0">
                <a:latin typeface="Arial"/>
                <a:cs typeface="Arial"/>
              </a:rPr>
              <a:t> </a:t>
            </a:r>
            <a:r>
              <a:rPr lang="es-CO" sz="1400" b="1" spc="-10" noProof="0" dirty="0">
                <a:latin typeface="Arial"/>
                <a:cs typeface="Arial"/>
              </a:rPr>
              <a:t>(1996)</a:t>
            </a:r>
            <a:endParaRPr lang="es-CO" sz="1400" noProof="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528941" y="1682876"/>
            <a:ext cx="365125" cy="331470"/>
            <a:chOff x="7528941" y="1682876"/>
            <a:chExt cx="365125" cy="331470"/>
          </a:xfrm>
        </p:grpSpPr>
        <p:sp>
          <p:nvSpPr>
            <p:cNvPr id="6" name="object 6"/>
            <p:cNvSpPr/>
            <p:nvPr/>
          </p:nvSpPr>
          <p:spPr>
            <a:xfrm>
              <a:off x="7537704" y="1691639"/>
              <a:ext cx="346075" cy="312420"/>
            </a:xfrm>
            <a:custGeom>
              <a:avLst/>
              <a:gdLst/>
              <a:ahLst/>
              <a:cxnLst/>
              <a:rect l="l" t="t" r="r" b="b"/>
              <a:pathLst>
                <a:path w="346075" h="312419">
                  <a:moveTo>
                    <a:pt x="259334" y="0"/>
                  </a:moveTo>
                  <a:lnTo>
                    <a:pt x="86487" y="0"/>
                  </a:lnTo>
                  <a:lnTo>
                    <a:pt x="86487" y="156210"/>
                  </a:lnTo>
                  <a:lnTo>
                    <a:pt x="0" y="156210"/>
                  </a:lnTo>
                  <a:lnTo>
                    <a:pt x="172847" y="312420"/>
                  </a:lnTo>
                  <a:lnTo>
                    <a:pt x="345821" y="156210"/>
                  </a:lnTo>
                  <a:lnTo>
                    <a:pt x="259334" y="156210"/>
                  </a:lnTo>
                  <a:lnTo>
                    <a:pt x="25933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7538466" y="1692401"/>
              <a:ext cx="346075" cy="312420"/>
            </a:xfrm>
            <a:custGeom>
              <a:avLst/>
              <a:gdLst/>
              <a:ahLst/>
              <a:cxnLst/>
              <a:rect l="l" t="t" r="r" b="b"/>
              <a:pathLst>
                <a:path w="346075" h="312419">
                  <a:moveTo>
                    <a:pt x="345820" y="156210"/>
                  </a:moveTo>
                  <a:lnTo>
                    <a:pt x="172847" y="312420"/>
                  </a:lnTo>
                  <a:lnTo>
                    <a:pt x="0" y="156210"/>
                  </a:lnTo>
                  <a:lnTo>
                    <a:pt x="86486" y="156210"/>
                  </a:lnTo>
                  <a:lnTo>
                    <a:pt x="86486" y="0"/>
                  </a:lnTo>
                  <a:lnTo>
                    <a:pt x="259333" y="0"/>
                  </a:lnTo>
                  <a:lnTo>
                    <a:pt x="259333" y="156210"/>
                  </a:lnTo>
                  <a:lnTo>
                    <a:pt x="345820" y="156210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206195" y="4007865"/>
            <a:ext cx="484759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10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z="2900" b="1" spc="-254" noProof="0" dirty="0">
                <a:solidFill>
                  <a:srgbClr val="C00000"/>
                </a:solidFill>
                <a:latin typeface="Arial"/>
                <a:cs typeface="Arial"/>
              </a:rPr>
              <a:t>Técnicas</a:t>
            </a:r>
            <a:r>
              <a:rPr lang="es-CO" sz="2900" b="1" spc="-380" noProof="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s-CO" sz="2900" b="1" spc="-114" noProof="0" dirty="0">
                <a:solidFill>
                  <a:srgbClr val="C00000"/>
                </a:solidFill>
                <a:latin typeface="Arial"/>
                <a:cs typeface="Arial"/>
              </a:rPr>
              <a:t>de</a:t>
            </a:r>
            <a:r>
              <a:rPr lang="es-CO" sz="2900" b="1" spc="-250" noProof="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s-CO" sz="2900" b="1" spc="-135" noProof="0" dirty="0">
                <a:solidFill>
                  <a:srgbClr val="C00000"/>
                </a:solidFill>
                <a:latin typeface="Arial"/>
                <a:cs typeface="Arial"/>
              </a:rPr>
              <a:t>Minería</a:t>
            </a:r>
            <a:r>
              <a:rPr lang="es-CO" sz="2900" b="1" spc="-185" noProof="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s-CO" sz="2900" b="1" spc="-114" noProof="0" dirty="0">
                <a:solidFill>
                  <a:srgbClr val="C00000"/>
                </a:solidFill>
                <a:latin typeface="Arial"/>
                <a:cs typeface="Arial"/>
              </a:rPr>
              <a:t>de</a:t>
            </a:r>
            <a:r>
              <a:rPr lang="es-CO" sz="2900" b="1" spc="-254" noProof="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s-CO" sz="2900" b="1" spc="-120" noProof="0" dirty="0">
                <a:solidFill>
                  <a:srgbClr val="C00000"/>
                </a:solidFill>
                <a:latin typeface="Arial"/>
                <a:cs typeface="Arial"/>
              </a:rPr>
              <a:t>Datos</a:t>
            </a:r>
            <a:endParaRPr lang="es-CO" sz="2900" noProof="0" dirty="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30551" y="4652771"/>
            <a:ext cx="7391400" cy="1905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2A87FD6-E4A2-DF92-4512-041969C07CC5}"/>
              </a:ext>
            </a:extLst>
          </p:cNvPr>
          <p:cNvSpPr txBox="1"/>
          <p:nvPr/>
        </p:nvSpPr>
        <p:spPr>
          <a:xfrm rot="16200000">
            <a:off x="1029578" y="5420605"/>
            <a:ext cx="1205779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s-CO" noProof="0" dirty="0"/>
              <a:t>Predictivas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EC7B96-0E62-189A-27D7-AF94C40F9ADF}"/>
              </a:ext>
            </a:extLst>
          </p:cNvPr>
          <p:cNvSpPr txBox="1"/>
          <p:nvPr/>
        </p:nvSpPr>
        <p:spPr>
          <a:xfrm rot="5400000">
            <a:off x="9893113" y="5420605"/>
            <a:ext cx="131959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s-CO" noProof="0" dirty="0"/>
              <a:t>Descriptivas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427" rIns="0" bIns="0" rtlCol="0">
            <a:spAutoFit/>
          </a:bodyPr>
          <a:lstStyle/>
          <a:p>
            <a:pPr marL="678815">
              <a:lnSpc>
                <a:spcPct val="100000"/>
              </a:lnSpc>
              <a:spcBef>
                <a:spcPts val="105"/>
              </a:spcBef>
            </a:pPr>
            <a:r>
              <a:rPr lang="es-CO" spc="-275" noProof="0" dirty="0"/>
              <a:t>Extracción</a:t>
            </a:r>
            <a:r>
              <a:rPr lang="es-CO" spc="-254" noProof="0" dirty="0"/>
              <a:t> </a:t>
            </a:r>
            <a:r>
              <a:rPr lang="es-CO" noProof="0" dirty="0"/>
              <a:t>de</a:t>
            </a:r>
            <a:r>
              <a:rPr lang="es-CO" spc="-130" noProof="0" dirty="0"/>
              <a:t> </a:t>
            </a:r>
            <a:r>
              <a:rPr lang="es-CO" spc="-305" noProof="0" dirty="0"/>
              <a:t>Conocimiento</a:t>
            </a:r>
            <a:r>
              <a:rPr lang="es-CO" spc="-340" noProof="0" dirty="0"/>
              <a:t> </a:t>
            </a:r>
            <a:r>
              <a:rPr lang="es-CO" spc="-270" noProof="0" dirty="0"/>
              <a:t>(proceso</a:t>
            </a:r>
            <a:r>
              <a:rPr lang="es-CO" spc="-300" noProof="0" dirty="0"/>
              <a:t> </a:t>
            </a:r>
            <a:r>
              <a:rPr lang="es-CO" spc="-365" noProof="0" dirty="0"/>
              <a:t>KDD)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4483" y="2080260"/>
            <a:ext cx="10754868" cy="17327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202671" y="3701288"/>
            <a:ext cx="11855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1400" b="1" spc="-20" noProof="0" dirty="0">
                <a:latin typeface="Arial"/>
                <a:cs typeface="Arial"/>
              </a:rPr>
              <a:t>Fayyad</a:t>
            </a:r>
            <a:r>
              <a:rPr lang="es-CO" sz="1400" b="1" spc="-45" noProof="0" dirty="0">
                <a:latin typeface="Arial"/>
                <a:cs typeface="Arial"/>
              </a:rPr>
              <a:t> </a:t>
            </a:r>
            <a:r>
              <a:rPr lang="es-CO" sz="1400" b="1" spc="-10" noProof="0" dirty="0">
                <a:latin typeface="Arial"/>
                <a:cs typeface="Arial"/>
              </a:rPr>
              <a:t>(1996)</a:t>
            </a:r>
            <a:endParaRPr lang="es-CO" sz="1400" noProof="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697336" y="1763648"/>
            <a:ext cx="365125" cy="330200"/>
            <a:chOff x="10697336" y="1763648"/>
            <a:chExt cx="365125" cy="330200"/>
          </a:xfrm>
        </p:grpSpPr>
        <p:sp>
          <p:nvSpPr>
            <p:cNvPr id="6" name="object 6"/>
            <p:cNvSpPr/>
            <p:nvPr/>
          </p:nvSpPr>
          <p:spPr>
            <a:xfrm>
              <a:off x="10706099" y="1772411"/>
              <a:ext cx="346075" cy="311150"/>
            </a:xfrm>
            <a:custGeom>
              <a:avLst/>
              <a:gdLst/>
              <a:ahLst/>
              <a:cxnLst/>
              <a:rect l="l" t="t" r="r" b="b"/>
              <a:pathLst>
                <a:path w="346075" h="311150">
                  <a:moveTo>
                    <a:pt x="259333" y="0"/>
                  </a:moveTo>
                  <a:lnTo>
                    <a:pt x="86486" y="0"/>
                  </a:lnTo>
                  <a:lnTo>
                    <a:pt x="86486" y="155321"/>
                  </a:lnTo>
                  <a:lnTo>
                    <a:pt x="0" y="155321"/>
                  </a:lnTo>
                  <a:lnTo>
                    <a:pt x="172847" y="310641"/>
                  </a:lnTo>
                  <a:lnTo>
                    <a:pt x="345821" y="155321"/>
                  </a:lnTo>
                  <a:lnTo>
                    <a:pt x="259333" y="155321"/>
                  </a:lnTo>
                  <a:lnTo>
                    <a:pt x="25933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10706861" y="1773173"/>
              <a:ext cx="346075" cy="311150"/>
            </a:xfrm>
            <a:custGeom>
              <a:avLst/>
              <a:gdLst/>
              <a:ahLst/>
              <a:cxnLst/>
              <a:rect l="l" t="t" r="r" b="b"/>
              <a:pathLst>
                <a:path w="346075" h="311150">
                  <a:moveTo>
                    <a:pt x="345821" y="155321"/>
                  </a:moveTo>
                  <a:lnTo>
                    <a:pt x="172847" y="310641"/>
                  </a:lnTo>
                  <a:lnTo>
                    <a:pt x="0" y="155321"/>
                  </a:lnTo>
                  <a:lnTo>
                    <a:pt x="86487" y="155321"/>
                  </a:lnTo>
                  <a:lnTo>
                    <a:pt x="86487" y="0"/>
                  </a:lnTo>
                  <a:lnTo>
                    <a:pt x="259334" y="0"/>
                  </a:lnTo>
                  <a:lnTo>
                    <a:pt x="259334" y="155321"/>
                  </a:lnTo>
                  <a:lnTo>
                    <a:pt x="345821" y="155321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43316" y="4236720"/>
            <a:ext cx="3000755" cy="2406395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7989569" y="4714494"/>
            <a:ext cx="196215" cy="995044"/>
          </a:xfrm>
          <a:custGeom>
            <a:avLst/>
            <a:gdLst/>
            <a:ahLst/>
            <a:cxnLst/>
            <a:rect l="l" t="t" r="r" b="b"/>
            <a:pathLst>
              <a:path w="196215" h="995045">
                <a:moveTo>
                  <a:pt x="196087" y="994663"/>
                </a:moveTo>
                <a:lnTo>
                  <a:pt x="119760" y="993381"/>
                </a:lnTo>
                <a:lnTo>
                  <a:pt x="57403" y="989901"/>
                </a:lnTo>
                <a:lnTo>
                  <a:pt x="15366" y="984745"/>
                </a:lnTo>
                <a:lnTo>
                  <a:pt x="0" y="978420"/>
                </a:lnTo>
                <a:lnTo>
                  <a:pt x="0" y="16255"/>
                </a:lnTo>
                <a:lnTo>
                  <a:pt x="15366" y="9905"/>
                </a:lnTo>
                <a:lnTo>
                  <a:pt x="57403" y="4698"/>
                </a:lnTo>
                <a:lnTo>
                  <a:pt x="119760" y="1269"/>
                </a:lnTo>
                <a:lnTo>
                  <a:pt x="196087" y="0"/>
                </a:lnTo>
              </a:path>
            </a:pathLst>
          </a:custGeom>
          <a:ln w="9998">
            <a:solidFill>
              <a:srgbClr val="92B6D2"/>
            </a:solidFill>
          </a:ln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10" name="object 10"/>
          <p:cNvSpPr/>
          <p:nvPr/>
        </p:nvSpPr>
        <p:spPr>
          <a:xfrm>
            <a:off x="7989569" y="5791961"/>
            <a:ext cx="196215" cy="766445"/>
          </a:xfrm>
          <a:custGeom>
            <a:avLst/>
            <a:gdLst/>
            <a:ahLst/>
            <a:cxnLst/>
            <a:rect l="l" t="t" r="r" b="b"/>
            <a:pathLst>
              <a:path w="196215" h="766445">
                <a:moveTo>
                  <a:pt x="196087" y="766444"/>
                </a:moveTo>
                <a:lnTo>
                  <a:pt x="119760" y="765162"/>
                </a:lnTo>
                <a:lnTo>
                  <a:pt x="57403" y="761669"/>
                </a:lnTo>
                <a:lnTo>
                  <a:pt x="15366" y="756500"/>
                </a:lnTo>
                <a:lnTo>
                  <a:pt x="0" y="750163"/>
                </a:lnTo>
                <a:lnTo>
                  <a:pt x="0" y="16281"/>
                </a:lnTo>
                <a:lnTo>
                  <a:pt x="15366" y="9944"/>
                </a:lnTo>
                <a:lnTo>
                  <a:pt x="57403" y="4762"/>
                </a:lnTo>
                <a:lnTo>
                  <a:pt x="119760" y="1282"/>
                </a:lnTo>
                <a:lnTo>
                  <a:pt x="196087" y="0"/>
                </a:lnTo>
              </a:path>
            </a:pathLst>
          </a:custGeom>
          <a:ln w="9998">
            <a:solidFill>
              <a:srgbClr val="92B6D2"/>
            </a:solidFill>
          </a:ln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11" name="object 11"/>
          <p:cNvSpPr txBox="1"/>
          <p:nvPr/>
        </p:nvSpPr>
        <p:spPr>
          <a:xfrm>
            <a:off x="4858639" y="5077205"/>
            <a:ext cx="2815590" cy="1146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lang="es-CO" sz="1800" spc="-10" noProof="0" dirty="0">
                <a:latin typeface="Arial MT"/>
                <a:cs typeface="Arial MT"/>
              </a:rPr>
              <a:t>Análisis</a:t>
            </a:r>
            <a:r>
              <a:rPr lang="es-CO" sz="1800" spc="-70" noProof="0" dirty="0">
                <a:latin typeface="Arial MT"/>
                <a:cs typeface="Arial MT"/>
              </a:rPr>
              <a:t> </a:t>
            </a:r>
            <a:r>
              <a:rPr lang="es-CO" sz="1800" spc="-10" noProof="0" dirty="0">
                <a:latin typeface="Arial MT"/>
                <a:cs typeface="Arial MT"/>
              </a:rPr>
              <a:t>inteligente</a:t>
            </a:r>
            <a:endParaRPr lang="es-CO" sz="1800" noProof="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lang="es-CO" sz="1800" noProof="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s-CO" sz="1800" noProof="0" dirty="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</a:pPr>
            <a:r>
              <a:rPr lang="es-CO" sz="1800" noProof="0" dirty="0">
                <a:latin typeface="Arial MT"/>
                <a:cs typeface="Arial MT"/>
              </a:rPr>
              <a:t>Técnicas</a:t>
            </a:r>
            <a:r>
              <a:rPr lang="es-CO" sz="1800" spc="-95" noProof="0" dirty="0">
                <a:latin typeface="Arial MT"/>
                <a:cs typeface="Arial MT"/>
              </a:rPr>
              <a:t> </a:t>
            </a:r>
            <a:r>
              <a:rPr lang="es-CO" sz="1800" noProof="0" dirty="0">
                <a:latin typeface="Arial MT"/>
                <a:cs typeface="Arial MT"/>
              </a:rPr>
              <a:t>de</a:t>
            </a:r>
            <a:r>
              <a:rPr lang="es-CO" sz="1800" spc="-60" noProof="0" dirty="0">
                <a:latin typeface="Arial MT"/>
                <a:cs typeface="Arial MT"/>
              </a:rPr>
              <a:t> </a:t>
            </a:r>
            <a:r>
              <a:rPr lang="es-CO" sz="1800" spc="-10" noProof="0" dirty="0">
                <a:latin typeface="Arial MT"/>
                <a:cs typeface="Arial MT"/>
              </a:rPr>
              <a:t>representación</a:t>
            </a:r>
            <a:endParaRPr lang="es-CO" sz="1800" noProof="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427" rIns="0" bIns="0" rtlCol="0">
            <a:spAutoFit/>
          </a:bodyPr>
          <a:lstStyle/>
          <a:p>
            <a:pPr marL="629285">
              <a:lnSpc>
                <a:spcPct val="100000"/>
              </a:lnSpc>
              <a:spcBef>
                <a:spcPts val="105"/>
              </a:spcBef>
            </a:pPr>
            <a:r>
              <a:rPr lang="es-CO" spc="-150" noProof="0" dirty="0"/>
              <a:t>Minería</a:t>
            </a:r>
            <a:r>
              <a:rPr lang="es-CO" spc="-160" noProof="0" dirty="0"/>
              <a:t> </a:t>
            </a:r>
            <a:r>
              <a:rPr lang="es-CO" noProof="0" dirty="0"/>
              <a:t>de</a:t>
            </a:r>
            <a:r>
              <a:rPr lang="es-CO" spc="-145" noProof="0" dirty="0"/>
              <a:t> </a:t>
            </a:r>
            <a:r>
              <a:rPr lang="es-CO" spc="-254" noProof="0" dirty="0"/>
              <a:t>Datos</a:t>
            </a:r>
            <a:r>
              <a:rPr lang="es-CO" spc="-280" noProof="0" dirty="0"/>
              <a:t> </a:t>
            </a:r>
            <a:r>
              <a:rPr lang="es-CO" spc="-500" noProof="0" dirty="0"/>
              <a:t>v</a:t>
            </a:r>
            <a:r>
              <a:rPr lang="es-CO" noProof="0" dirty="0"/>
              <a:t>s</a:t>
            </a:r>
            <a:r>
              <a:rPr lang="es-CO" spc="-480" noProof="0" dirty="0"/>
              <a:t> </a:t>
            </a:r>
            <a:r>
              <a:rPr lang="es-CO" spc="-155" noProof="0" dirty="0"/>
              <a:t>otras</a:t>
            </a:r>
            <a:r>
              <a:rPr lang="es-CO" spc="-340" noProof="0" dirty="0"/>
              <a:t> </a:t>
            </a:r>
            <a:r>
              <a:rPr lang="es-CO" spc="-210" noProof="0" dirty="0"/>
              <a:t>disciplinas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0170" y="3267964"/>
            <a:ext cx="60325" cy="1714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0170" y="4136897"/>
            <a:ext cx="60325" cy="1714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78535" y="1603628"/>
            <a:ext cx="10003155" cy="4291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94615" indent="-320040" algn="just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lang="es-CO" sz="2900" spc="-250" noProof="0" dirty="0">
                <a:latin typeface="Microsoft Sans Serif"/>
                <a:cs typeface="Microsoft Sans Serif"/>
              </a:rPr>
              <a:t>Los sistemas</a:t>
            </a:r>
            <a:r>
              <a:rPr lang="es-CO" sz="2900" spc="-245" noProof="0" dirty="0">
                <a:latin typeface="Microsoft Sans Serif"/>
                <a:cs typeface="Microsoft Sans Serif"/>
              </a:rPr>
              <a:t> </a:t>
            </a:r>
            <a:r>
              <a:rPr lang="es-CO" sz="2900" spc="-125" noProof="0" dirty="0">
                <a:latin typeface="Microsoft Sans Serif"/>
                <a:cs typeface="Microsoft Sans Serif"/>
              </a:rPr>
              <a:t>tradicionales</a:t>
            </a:r>
            <a:r>
              <a:rPr lang="es-CO" sz="2900" spc="-15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40" noProof="0" dirty="0">
                <a:latin typeface="Microsoft Sans Serif"/>
                <a:cs typeface="Microsoft Sans Serif"/>
              </a:rPr>
              <a:t> </a:t>
            </a:r>
            <a:r>
              <a:rPr lang="es-CO" sz="2900" spc="-120" noProof="0" dirty="0">
                <a:latin typeface="Microsoft Sans Serif"/>
                <a:cs typeface="Microsoft Sans Serif"/>
              </a:rPr>
              <a:t>explotación</a:t>
            </a:r>
            <a:r>
              <a:rPr lang="es-CO" sz="2900" spc="-14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50" noProof="0" dirty="0">
                <a:latin typeface="Microsoft Sans Serif"/>
                <a:cs typeface="Microsoft Sans Serif"/>
              </a:rPr>
              <a:t> </a:t>
            </a:r>
            <a:r>
              <a:rPr lang="es-CO" sz="2900" spc="-114" noProof="0" dirty="0">
                <a:latin typeface="Microsoft Sans Serif"/>
                <a:cs typeface="Microsoft Sans Serif"/>
              </a:rPr>
              <a:t>datos</a:t>
            </a:r>
            <a:r>
              <a:rPr lang="es-CO" sz="2900" spc="-125" noProof="0" dirty="0">
                <a:latin typeface="Microsoft Sans Serif"/>
                <a:cs typeface="Microsoft Sans Serif"/>
              </a:rPr>
              <a:t> </a:t>
            </a:r>
            <a:r>
              <a:rPr lang="es-CO" sz="2900" spc="-175" noProof="0" dirty="0">
                <a:latin typeface="Microsoft Sans Serif"/>
                <a:cs typeface="Microsoft Sans Serif"/>
              </a:rPr>
              <a:t>están</a:t>
            </a:r>
            <a:r>
              <a:rPr lang="es-CO" sz="2900" spc="-215" noProof="0" dirty="0">
                <a:latin typeface="Microsoft Sans Serif"/>
                <a:cs typeface="Microsoft Sans Serif"/>
              </a:rPr>
              <a:t> </a:t>
            </a:r>
            <a:r>
              <a:rPr lang="es-CO" sz="2900" spc="-114" noProof="0" dirty="0">
                <a:latin typeface="Microsoft Sans Serif"/>
                <a:cs typeface="Microsoft Sans Serif"/>
              </a:rPr>
              <a:t>basados </a:t>
            </a:r>
            <a:r>
              <a:rPr lang="es-CO" sz="2900" spc="-125" noProof="0" dirty="0">
                <a:latin typeface="Microsoft Sans Serif"/>
                <a:cs typeface="Microsoft Sans Serif"/>
              </a:rPr>
              <a:t>en</a:t>
            </a:r>
            <a:r>
              <a:rPr lang="es-CO" sz="2900" spc="-23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la</a:t>
            </a:r>
            <a:r>
              <a:rPr lang="es-CO" sz="2900" spc="25" noProof="0" dirty="0">
                <a:latin typeface="Microsoft Sans Serif"/>
                <a:cs typeface="Microsoft Sans Serif"/>
              </a:rPr>
              <a:t>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existencia</a:t>
            </a:r>
            <a:r>
              <a:rPr lang="es-CO" sz="2900" spc="-15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50" noProof="0" dirty="0">
                <a:latin typeface="Microsoft Sans Serif"/>
                <a:cs typeface="Microsoft Sans Serif"/>
              </a:rPr>
              <a:t> </a:t>
            </a:r>
            <a:r>
              <a:rPr lang="es-CO" sz="2900" spc="-180" noProof="0" dirty="0">
                <a:latin typeface="Microsoft Sans Serif"/>
                <a:cs typeface="Microsoft Sans Serif"/>
              </a:rPr>
              <a:t>hipótesis</a:t>
            </a:r>
            <a:r>
              <a:rPr lang="es-CO" sz="2900" spc="-20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o</a:t>
            </a:r>
            <a:r>
              <a:rPr lang="es-CO" sz="2900" spc="-125" noProof="0" dirty="0">
                <a:latin typeface="Microsoft Sans Serif"/>
                <a:cs typeface="Microsoft Sans Serif"/>
              </a:rPr>
              <a:t> </a:t>
            </a:r>
            <a:r>
              <a:rPr lang="es-CO" sz="2900" spc="-195" noProof="0" dirty="0">
                <a:latin typeface="Microsoft Sans Serif"/>
                <a:cs typeface="Microsoft Sans Serif"/>
              </a:rPr>
              <a:t>modelos</a:t>
            </a:r>
            <a:r>
              <a:rPr lang="es-CO" sz="2900" spc="-215" noProof="0" dirty="0">
                <a:latin typeface="Microsoft Sans Serif"/>
                <a:cs typeface="Microsoft Sans Serif"/>
              </a:rPr>
              <a:t> </a:t>
            </a:r>
            <a:r>
              <a:rPr lang="es-CO" sz="2900" spc="-10" noProof="0" dirty="0">
                <a:latin typeface="Microsoft Sans Serif"/>
                <a:cs typeface="Microsoft Sans Serif"/>
              </a:rPr>
              <a:t>previos.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332105" indent="-319405" algn="just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z="2900" spc="-90" noProof="0" dirty="0">
                <a:latin typeface="Microsoft Sans Serif"/>
                <a:cs typeface="Microsoft Sans Serif"/>
              </a:rPr>
              <a:t>Problemas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652780" marR="1068705" indent="-102235" algn="just">
              <a:lnSpc>
                <a:spcPct val="100000"/>
              </a:lnSpc>
              <a:spcBef>
                <a:spcPts val="600"/>
              </a:spcBef>
            </a:pPr>
            <a:r>
              <a:rPr lang="es-CO" sz="2600" spc="-140" noProof="0" dirty="0">
                <a:latin typeface="Microsoft Sans Serif"/>
                <a:cs typeface="Microsoft Sans Serif"/>
              </a:rPr>
              <a:t>Quien</a:t>
            </a:r>
            <a:r>
              <a:rPr lang="es-CO" sz="2600" spc="-340" noProof="0" dirty="0">
                <a:latin typeface="Microsoft Sans Serif"/>
                <a:cs typeface="Microsoft Sans Serif"/>
              </a:rPr>
              <a:t> </a:t>
            </a:r>
            <a:r>
              <a:rPr lang="es-CO" sz="2600" spc="-105" noProof="0" dirty="0">
                <a:latin typeface="Microsoft Sans Serif"/>
                <a:cs typeface="Microsoft Sans Serif"/>
              </a:rPr>
              <a:t>formula</a:t>
            </a:r>
            <a:r>
              <a:rPr lang="es-CO" sz="2600" spc="-180" noProof="0" dirty="0">
                <a:latin typeface="Microsoft Sans Serif"/>
                <a:cs typeface="Microsoft Sans Serif"/>
              </a:rPr>
              <a:t> </a:t>
            </a:r>
            <a:r>
              <a:rPr lang="es-CO" sz="2600" noProof="0" dirty="0">
                <a:latin typeface="Microsoft Sans Serif"/>
                <a:cs typeface="Microsoft Sans Serif"/>
              </a:rPr>
              <a:t>la</a:t>
            </a:r>
            <a:r>
              <a:rPr lang="es-CO" sz="2600" spc="-25" noProof="0" dirty="0">
                <a:latin typeface="Microsoft Sans Serif"/>
                <a:cs typeface="Microsoft Sans Serif"/>
              </a:rPr>
              <a:t> </a:t>
            </a:r>
            <a:r>
              <a:rPr lang="es-CO" sz="2600" spc="-165" noProof="0" dirty="0">
                <a:latin typeface="Microsoft Sans Serif"/>
                <a:cs typeface="Microsoft Sans Serif"/>
              </a:rPr>
              <a:t>hipótesis</a:t>
            </a:r>
            <a:r>
              <a:rPr lang="es-CO" sz="2600" spc="-355" noProof="0" dirty="0">
                <a:latin typeface="Microsoft Sans Serif"/>
                <a:cs typeface="Microsoft Sans Serif"/>
              </a:rPr>
              <a:t> </a:t>
            </a:r>
            <a:r>
              <a:rPr lang="es-CO" sz="2600" spc="-95" noProof="0" dirty="0">
                <a:latin typeface="Microsoft Sans Serif"/>
                <a:cs typeface="Microsoft Sans Serif"/>
              </a:rPr>
              <a:t>debe</a:t>
            </a:r>
            <a:r>
              <a:rPr lang="es-CO" sz="2600" spc="-145" noProof="0" dirty="0">
                <a:latin typeface="Microsoft Sans Serif"/>
                <a:cs typeface="Microsoft Sans Serif"/>
              </a:rPr>
              <a:t> </a:t>
            </a:r>
            <a:r>
              <a:rPr lang="es-CO" sz="2600" spc="-110" noProof="0" dirty="0">
                <a:latin typeface="Microsoft Sans Serif"/>
                <a:cs typeface="Microsoft Sans Serif"/>
              </a:rPr>
              <a:t>saber</a:t>
            </a:r>
            <a:r>
              <a:rPr lang="es-CO" sz="2600" spc="-245" noProof="0" dirty="0">
                <a:latin typeface="Microsoft Sans Serif"/>
                <a:cs typeface="Microsoft Sans Serif"/>
              </a:rPr>
              <a:t> </a:t>
            </a:r>
            <a:r>
              <a:rPr lang="es-CO" sz="2600" spc="-130" noProof="0" dirty="0">
                <a:latin typeface="Microsoft Sans Serif"/>
                <a:cs typeface="Microsoft Sans Serif"/>
              </a:rPr>
              <a:t>cuál</a:t>
            </a:r>
            <a:r>
              <a:rPr lang="es-CO" sz="2600" spc="-330" noProof="0" dirty="0">
                <a:latin typeface="Microsoft Sans Serif"/>
                <a:cs typeface="Microsoft Sans Serif"/>
              </a:rPr>
              <a:t> </a:t>
            </a:r>
            <a:r>
              <a:rPr lang="es-CO" sz="2600" spc="-25" noProof="0" dirty="0">
                <a:latin typeface="Microsoft Sans Serif"/>
                <a:cs typeface="Microsoft Sans Serif"/>
              </a:rPr>
              <a:t>es la</a:t>
            </a:r>
            <a:r>
              <a:rPr lang="es-CO" sz="2600" spc="-10" noProof="0" dirty="0">
                <a:latin typeface="Microsoft Sans Serif"/>
                <a:cs typeface="Microsoft Sans Serif"/>
              </a:rPr>
              <a:t> </a:t>
            </a:r>
            <a:r>
              <a:rPr lang="es-CO" sz="2600" spc="-145" noProof="0" dirty="0">
                <a:latin typeface="Microsoft Sans Serif"/>
                <a:cs typeface="Microsoft Sans Serif"/>
              </a:rPr>
              <a:t>información</a:t>
            </a:r>
            <a:r>
              <a:rPr lang="es-CO" sz="2600" spc="-305" noProof="0" dirty="0">
                <a:latin typeface="Microsoft Sans Serif"/>
                <a:cs typeface="Microsoft Sans Serif"/>
              </a:rPr>
              <a:t> </a:t>
            </a:r>
            <a:r>
              <a:rPr lang="es-CO" sz="2600" spc="-25" noProof="0" dirty="0">
                <a:latin typeface="Microsoft Sans Serif"/>
                <a:cs typeface="Microsoft Sans Serif"/>
              </a:rPr>
              <a:t>que </a:t>
            </a:r>
            <a:r>
              <a:rPr lang="es-CO" sz="2600" spc="-50" noProof="0" dirty="0">
                <a:latin typeface="Microsoft Sans Serif"/>
                <a:cs typeface="Microsoft Sans Serif"/>
              </a:rPr>
              <a:t>necesita.</a:t>
            </a:r>
            <a:endParaRPr lang="es-CO" sz="2600" noProof="0" dirty="0">
              <a:latin typeface="Microsoft Sans Serif"/>
              <a:cs typeface="Microsoft Sans Serif"/>
            </a:endParaRPr>
          </a:p>
          <a:p>
            <a:pPr marL="652780" marR="109220" indent="-102235" algn="just">
              <a:lnSpc>
                <a:spcPct val="100000"/>
              </a:lnSpc>
              <a:spcBef>
                <a:spcPts val="600"/>
              </a:spcBef>
            </a:pPr>
            <a:r>
              <a:rPr lang="es-CO" sz="2600" spc="-135" noProof="0" dirty="0">
                <a:latin typeface="Microsoft Sans Serif"/>
                <a:cs typeface="Microsoft Sans Serif"/>
              </a:rPr>
              <a:t>La</a:t>
            </a:r>
            <a:r>
              <a:rPr lang="es-CO" sz="2600" spc="-459" noProof="0" dirty="0">
                <a:latin typeface="Microsoft Sans Serif"/>
                <a:cs typeface="Microsoft Sans Serif"/>
              </a:rPr>
              <a:t> </a:t>
            </a:r>
            <a:r>
              <a:rPr lang="es-CO" sz="2600" spc="-110" noProof="0" dirty="0">
                <a:latin typeface="Microsoft Sans Serif"/>
                <a:cs typeface="Microsoft Sans Serif"/>
              </a:rPr>
              <a:t>complejidad</a:t>
            </a:r>
            <a:r>
              <a:rPr lang="es-CO" sz="2600" spc="-235" noProof="0" dirty="0">
                <a:latin typeface="Microsoft Sans Serif"/>
                <a:cs typeface="Microsoft Sans Serif"/>
              </a:rPr>
              <a:t> </a:t>
            </a:r>
            <a:r>
              <a:rPr lang="es-CO" sz="2600" spc="-60" noProof="0" dirty="0">
                <a:latin typeface="Microsoft Sans Serif"/>
                <a:cs typeface="Microsoft Sans Serif"/>
              </a:rPr>
              <a:t>de</a:t>
            </a:r>
            <a:r>
              <a:rPr lang="es-CO" sz="2600" spc="-155" noProof="0" dirty="0">
                <a:latin typeface="Microsoft Sans Serif"/>
                <a:cs typeface="Microsoft Sans Serif"/>
              </a:rPr>
              <a:t> </a:t>
            </a:r>
            <a:r>
              <a:rPr lang="es-CO" sz="2600" spc="-145" noProof="0" dirty="0">
                <a:latin typeface="Microsoft Sans Serif"/>
                <a:cs typeface="Microsoft Sans Serif"/>
              </a:rPr>
              <a:t>los</a:t>
            </a:r>
            <a:r>
              <a:rPr lang="es-CO" sz="2600" spc="-405" noProof="0" dirty="0">
                <a:latin typeface="Microsoft Sans Serif"/>
                <a:cs typeface="Microsoft Sans Serif"/>
              </a:rPr>
              <a:t> </a:t>
            </a:r>
            <a:r>
              <a:rPr lang="es-CO" sz="2600" spc="-110" noProof="0" dirty="0">
                <a:latin typeface="Microsoft Sans Serif"/>
                <a:cs typeface="Microsoft Sans Serif"/>
              </a:rPr>
              <a:t>datos</a:t>
            </a:r>
            <a:r>
              <a:rPr lang="es-CO" sz="2600" spc="-275" noProof="0" dirty="0">
                <a:latin typeface="Microsoft Sans Serif"/>
                <a:cs typeface="Microsoft Sans Serif"/>
              </a:rPr>
              <a:t> </a:t>
            </a:r>
            <a:r>
              <a:rPr lang="es-CO" sz="2600" spc="-140" noProof="0" dirty="0">
                <a:latin typeface="Microsoft Sans Serif"/>
                <a:cs typeface="Microsoft Sans Serif"/>
              </a:rPr>
              <a:t>almacenados</a:t>
            </a:r>
            <a:r>
              <a:rPr lang="es-CO" sz="2600" spc="190" noProof="0" dirty="0">
                <a:latin typeface="Microsoft Sans Serif"/>
                <a:cs typeface="Microsoft Sans Serif"/>
              </a:rPr>
              <a:t> </a:t>
            </a:r>
            <a:r>
              <a:rPr lang="es-CO" sz="2600" noProof="0" dirty="0">
                <a:latin typeface="Microsoft Sans Serif"/>
                <a:cs typeface="Microsoft Sans Serif"/>
              </a:rPr>
              <a:t>y</a:t>
            </a:r>
            <a:r>
              <a:rPr lang="es-CO" sz="2600" spc="5" noProof="0" dirty="0">
                <a:latin typeface="Microsoft Sans Serif"/>
                <a:cs typeface="Microsoft Sans Serif"/>
              </a:rPr>
              <a:t> </a:t>
            </a:r>
            <a:r>
              <a:rPr lang="es-CO" sz="2600" spc="-270" noProof="0" dirty="0">
                <a:latin typeface="Microsoft Sans Serif"/>
                <a:cs typeface="Microsoft Sans Serif"/>
              </a:rPr>
              <a:t>sus</a:t>
            </a:r>
            <a:r>
              <a:rPr lang="es-CO" sz="2600" spc="-204" noProof="0" dirty="0">
                <a:latin typeface="Microsoft Sans Serif"/>
                <a:cs typeface="Microsoft Sans Serif"/>
              </a:rPr>
              <a:t> </a:t>
            </a:r>
            <a:r>
              <a:rPr lang="es-CO" sz="2600" spc="-140" noProof="0" dirty="0">
                <a:latin typeface="Microsoft Sans Serif"/>
                <a:cs typeface="Microsoft Sans Serif"/>
              </a:rPr>
              <a:t>interrelaciones</a:t>
            </a:r>
            <a:r>
              <a:rPr lang="es-CO" sz="2600" spc="-310" noProof="0" dirty="0">
                <a:latin typeface="Microsoft Sans Serif"/>
                <a:cs typeface="Microsoft Sans Serif"/>
              </a:rPr>
              <a:t> </a:t>
            </a:r>
            <a:r>
              <a:rPr lang="es-CO" sz="2600" spc="-10" noProof="0" dirty="0">
                <a:latin typeface="Microsoft Sans Serif"/>
                <a:cs typeface="Microsoft Sans Serif"/>
              </a:rPr>
              <a:t>dificulta </a:t>
            </a:r>
            <a:r>
              <a:rPr lang="es-CO" sz="2600" noProof="0" dirty="0">
                <a:latin typeface="Microsoft Sans Serif"/>
                <a:cs typeface="Microsoft Sans Serif"/>
              </a:rPr>
              <a:t>la</a:t>
            </a:r>
            <a:r>
              <a:rPr lang="es-CO" sz="2600" spc="-80" noProof="0" dirty="0">
                <a:latin typeface="Microsoft Sans Serif"/>
                <a:cs typeface="Microsoft Sans Serif"/>
              </a:rPr>
              <a:t> </a:t>
            </a:r>
            <a:r>
              <a:rPr lang="es-CO" sz="2600" spc="-114" noProof="0" dirty="0">
                <a:latin typeface="Microsoft Sans Serif"/>
                <a:cs typeface="Microsoft Sans Serif"/>
              </a:rPr>
              <a:t>verificación</a:t>
            </a:r>
            <a:r>
              <a:rPr lang="es-CO" sz="2600" spc="-120" noProof="0" dirty="0">
                <a:latin typeface="Microsoft Sans Serif"/>
                <a:cs typeface="Microsoft Sans Serif"/>
              </a:rPr>
              <a:t> </a:t>
            </a:r>
            <a:r>
              <a:rPr lang="es-CO" sz="2600" noProof="0" dirty="0">
                <a:latin typeface="Microsoft Sans Serif"/>
                <a:cs typeface="Microsoft Sans Serif"/>
              </a:rPr>
              <a:t>del</a:t>
            </a:r>
            <a:r>
              <a:rPr lang="es-CO" sz="2600" spc="-80" noProof="0" dirty="0">
                <a:latin typeface="Microsoft Sans Serif"/>
                <a:cs typeface="Microsoft Sans Serif"/>
              </a:rPr>
              <a:t> </a:t>
            </a:r>
            <a:r>
              <a:rPr lang="es-CO" sz="2600" spc="-10" noProof="0" dirty="0">
                <a:latin typeface="Microsoft Sans Serif"/>
                <a:cs typeface="Microsoft Sans Serif"/>
              </a:rPr>
              <a:t>modelo.</a:t>
            </a:r>
            <a:endParaRPr lang="es-CO" sz="2600" noProof="0" dirty="0">
              <a:latin typeface="Microsoft Sans Serif"/>
              <a:cs typeface="Microsoft Sans Serif"/>
            </a:endParaRPr>
          </a:p>
          <a:p>
            <a:pPr marL="332740" marR="5080" indent="-320040" algn="just">
              <a:lnSpc>
                <a:spcPct val="100000"/>
              </a:lnSpc>
              <a:spcBef>
                <a:spcPts val="179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lang="es-CO" sz="2900" spc="-125" noProof="0" dirty="0">
                <a:latin typeface="Microsoft Sans Serif"/>
                <a:cs typeface="Microsoft Sans Serif"/>
              </a:rPr>
              <a:t>La</a:t>
            </a:r>
            <a:r>
              <a:rPr lang="es-CO" sz="2900" spc="-240" noProof="0" dirty="0">
                <a:latin typeface="Microsoft Sans Serif"/>
                <a:cs typeface="Microsoft Sans Serif"/>
              </a:rPr>
              <a:t> </a:t>
            </a:r>
            <a:r>
              <a:rPr lang="es-CO" sz="2900" spc="-100" noProof="0" dirty="0">
                <a:latin typeface="Microsoft Sans Serif"/>
                <a:cs typeface="Microsoft Sans Serif"/>
              </a:rPr>
              <a:t>Minería</a:t>
            </a:r>
            <a:r>
              <a:rPr lang="es-CO" sz="2900" spc="-10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165" noProof="0" dirty="0">
                <a:latin typeface="Microsoft Sans Serif"/>
                <a:cs typeface="Microsoft Sans Serif"/>
              </a:rPr>
              <a:t> </a:t>
            </a:r>
            <a:r>
              <a:rPr lang="es-CO" sz="2900" spc="-185" noProof="0" dirty="0">
                <a:latin typeface="Microsoft Sans Serif"/>
                <a:cs typeface="Microsoft Sans Serif"/>
              </a:rPr>
              <a:t>Datos</a:t>
            </a:r>
            <a:r>
              <a:rPr lang="es-CO" sz="2900" spc="-190" noProof="0" dirty="0">
                <a:latin typeface="Microsoft Sans Serif"/>
                <a:cs typeface="Microsoft Sans Serif"/>
              </a:rPr>
              <a:t> </a:t>
            </a:r>
            <a:r>
              <a:rPr lang="es-CO" sz="2900" spc="-200" noProof="0" dirty="0">
                <a:latin typeface="Microsoft Sans Serif"/>
                <a:cs typeface="Microsoft Sans Serif"/>
              </a:rPr>
              <a:t>busca</a:t>
            </a:r>
            <a:r>
              <a:rPr lang="es-CO" sz="2900" spc="-229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el</a:t>
            </a:r>
            <a:r>
              <a:rPr lang="es-CO" sz="2900" spc="-95" noProof="0" dirty="0">
                <a:latin typeface="Microsoft Sans Serif"/>
                <a:cs typeface="Microsoft Sans Serif"/>
              </a:rPr>
              <a:t> </a:t>
            </a:r>
            <a:r>
              <a:rPr lang="es-CO" sz="2900" spc="-175" noProof="0" dirty="0">
                <a:latin typeface="Microsoft Sans Serif"/>
                <a:cs typeface="Microsoft Sans Serif"/>
              </a:rPr>
              <a:t>descubrimiento</a:t>
            </a:r>
            <a:r>
              <a:rPr lang="es-CO" sz="2900" spc="-22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del</a:t>
            </a:r>
            <a:r>
              <a:rPr lang="es-CO" sz="2900" spc="-75" noProof="0" dirty="0">
                <a:latin typeface="Microsoft Sans Serif"/>
                <a:cs typeface="Microsoft Sans Serif"/>
              </a:rPr>
              <a:t> </a:t>
            </a:r>
            <a:r>
              <a:rPr lang="es-CO" sz="2900" spc="-210" noProof="0" dirty="0">
                <a:latin typeface="Microsoft Sans Serif"/>
                <a:cs typeface="Microsoft Sans Serif"/>
              </a:rPr>
              <a:t>conocimiento</a:t>
            </a:r>
            <a:r>
              <a:rPr lang="es-CO" sz="2900" spc="-180" noProof="0" dirty="0">
                <a:latin typeface="Microsoft Sans Serif"/>
                <a:cs typeface="Microsoft Sans Serif"/>
              </a:rPr>
              <a:t> </a:t>
            </a:r>
            <a:r>
              <a:rPr lang="es-CO" sz="2900" b="1" spc="-35" noProof="0" dirty="0">
                <a:latin typeface="Arial"/>
                <a:cs typeface="Arial"/>
              </a:rPr>
              <a:t>sin </a:t>
            </a:r>
            <a:r>
              <a:rPr lang="es-CO" sz="2900" b="1" spc="-185" noProof="0" dirty="0">
                <a:latin typeface="Arial"/>
                <a:cs typeface="Arial"/>
              </a:rPr>
              <a:t>una</a:t>
            </a:r>
            <a:r>
              <a:rPr lang="es-CO" sz="2900" b="1" spc="-55" noProof="0" dirty="0">
                <a:latin typeface="Arial"/>
                <a:cs typeface="Arial"/>
              </a:rPr>
              <a:t> </a:t>
            </a:r>
            <a:r>
              <a:rPr lang="es-CO" sz="2900" b="1" spc="-210" noProof="0" dirty="0">
                <a:latin typeface="Arial"/>
                <a:cs typeface="Arial"/>
              </a:rPr>
              <a:t>hipótesis</a:t>
            </a:r>
            <a:r>
              <a:rPr lang="es-CO" sz="2900" b="1" spc="-315" noProof="0" dirty="0">
                <a:latin typeface="Arial"/>
                <a:cs typeface="Arial"/>
              </a:rPr>
              <a:t> </a:t>
            </a:r>
            <a:r>
              <a:rPr lang="es-CO" sz="2900" spc="-65" noProof="0" dirty="0">
                <a:latin typeface="Microsoft Sans Serif"/>
                <a:cs typeface="Microsoft Sans Serif"/>
              </a:rPr>
              <a:t>preconcebida.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427" rIns="0" bIns="0" rtlCol="0">
            <a:spAutoFit/>
          </a:bodyPr>
          <a:lstStyle/>
          <a:p>
            <a:pPr marL="675005">
              <a:lnSpc>
                <a:spcPct val="100000"/>
              </a:lnSpc>
              <a:spcBef>
                <a:spcPts val="105"/>
              </a:spcBef>
            </a:pPr>
            <a:r>
              <a:rPr lang="es-CO" spc="-295" noProof="0" dirty="0"/>
              <a:t>Ej.</a:t>
            </a:r>
            <a:r>
              <a:rPr lang="es-CO" spc="-405" noProof="0" dirty="0"/>
              <a:t> </a:t>
            </a:r>
            <a:r>
              <a:rPr lang="es-CO" noProof="0" dirty="0"/>
              <a:t>1:</a:t>
            </a:r>
            <a:r>
              <a:rPr lang="es-CO" spc="-295" noProof="0" dirty="0"/>
              <a:t> </a:t>
            </a:r>
            <a:r>
              <a:rPr lang="es-CO" spc="-1130" noProof="0" dirty="0"/>
              <a:t>R</a:t>
            </a:r>
            <a:r>
              <a:rPr lang="es-CO" spc="-240" noProof="0" dirty="0"/>
              <a:t>e</a:t>
            </a:r>
            <a:r>
              <a:rPr lang="es-CO" spc="-235" noProof="0" dirty="0"/>
              <a:t>s</a:t>
            </a:r>
            <a:r>
              <a:rPr lang="es-CO" spc="-240" noProof="0" dirty="0"/>
              <a:t>u</a:t>
            </a:r>
            <a:r>
              <a:rPr lang="es-CO" spc="-235" noProof="0" dirty="0"/>
              <a:t>l</a:t>
            </a:r>
            <a:r>
              <a:rPr lang="es-CO" spc="-245" noProof="0" dirty="0"/>
              <a:t>t</a:t>
            </a:r>
            <a:r>
              <a:rPr lang="es-CO" spc="-240" noProof="0" dirty="0"/>
              <a:t>a</a:t>
            </a:r>
            <a:r>
              <a:rPr lang="es-CO" spc="-315" noProof="0" dirty="0"/>
              <a:t>d</a:t>
            </a:r>
            <a:r>
              <a:rPr lang="es-CO" spc="-10" noProof="0" dirty="0"/>
              <a:t>o</a:t>
            </a:r>
            <a:r>
              <a:rPr lang="es-CO" spc="-215" noProof="0" dirty="0"/>
              <a:t> </a:t>
            </a:r>
            <a:r>
              <a:rPr lang="es-CO" noProof="0" dirty="0"/>
              <a:t>de</a:t>
            </a:r>
            <a:r>
              <a:rPr lang="es-CO" spc="-120" noProof="0" dirty="0"/>
              <a:t> </a:t>
            </a:r>
            <a:r>
              <a:rPr lang="es-CO" spc="-520" noProof="0" dirty="0"/>
              <a:t>u</a:t>
            </a:r>
            <a:r>
              <a:rPr lang="es-CO" noProof="0" dirty="0"/>
              <a:t>n</a:t>
            </a:r>
            <a:r>
              <a:rPr lang="es-CO" spc="-480" noProof="0" dirty="0"/>
              <a:t> </a:t>
            </a:r>
            <a:r>
              <a:rPr lang="es-CO" spc="-380" noProof="0" dirty="0"/>
              <a:t>curso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779471"/>
              </p:ext>
            </p:extLst>
          </p:nvPr>
        </p:nvGraphicFramePr>
        <p:xfrm>
          <a:off x="2133600" y="1601787"/>
          <a:ext cx="7437118" cy="4871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3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0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4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8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07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7655">
                <a:tc>
                  <a:txBody>
                    <a:bodyPr/>
                    <a:lstStyle/>
                    <a:p>
                      <a:pPr marL="41275">
                        <a:lnSpc>
                          <a:spcPts val="2095"/>
                        </a:lnSpc>
                      </a:pPr>
                      <a:r>
                        <a:rPr lang="es-CO" sz="1800" spc="-110" noProof="0" dirty="0">
                          <a:latin typeface="Microsoft Sans Serif"/>
                          <a:cs typeface="Microsoft Sans Serif"/>
                        </a:rPr>
                        <a:t>ASISTENCIA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D2E0EB"/>
                    </a:soli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95"/>
                        </a:lnSpc>
                      </a:pPr>
                      <a:r>
                        <a:rPr lang="es-CO" sz="1800" spc="-70" noProof="0" dirty="0">
                          <a:latin typeface="Microsoft Sans Serif"/>
                          <a:cs typeface="Microsoft Sans Serif"/>
                        </a:rPr>
                        <a:t>TRABAJA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D2E0EB"/>
                    </a:solidFill>
                  </a:tcPr>
                </a:tc>
                <a:tc>
                  <a:txBody>
                    <a:bodyPr/>
                    <a:lstStyle/>
                    <a:p>
                      <a:pPr marR="337185" algn="ctr">
                        <a:lnSpc>
                          <a:spcPts val="2095"/>
                        </a:lnSpc>
                      </a:pPr>
                      <a:r>
                        <a:rPr lang="es-CO" sz="1800" spc="-40" noProof="0" dirty="0">
                          <a:latin typeface="Microsoft Sans Serif"/>
                          <a:cs typeface="Microsoft Sans Serif"/>
                        </a:rPr>
                        <a:t>INGRESO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D2E0EB"/>
                    </a:solidFill>
                  </a:tcPr>
                </a:tc>
                <a:tc>
                  <a:txBody>
                    <a:bodyPr/>
                    <a:lstStyle/>
                    <a:p>
                      <a:pPr marL="430530">
                        <a:lnSpc>
                          <a:spcPts val="2095"/>
                        </a:lnSpc>
                      </a:pPr>
                      <a:r>
                        <a:rPr lang="es-CO" sz="1800" spc="-20" noProof="0" dirty="0">
                          <a:latin typeface="Microsoft Sans Serif"/>
                          <a:cs typeface="Microsoft Sans Serif"/>
                        </a:rPr>
                        <a:t>FORO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D2E0EB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r">
                        <a:lnSpc>
                          <a:spcPts val="2095"/>
                        </a:lnSpc>
                      </a:pPr>
                      <a:r>
                        <a:rPr lang="es-CO" sz="1800" spc="-160" noProof="0" dirty="0">
                          <a:latin typeface="Microsoft Sans Serif"/>
                          <a:cs typeface="Microsoft Sans Serif"/>
                        </a:rPr>
                        <a:t>RESULTADO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D2E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marL="469265">
                        <a:lnSpc>
                          <a:spcPts val="215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15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115">
                        <a:lnSpc>
                          <a:spcPts val="2155"/>
                        </a:lnSpc>
                      </a:pPr>
                      <a:r>
                        <a:rPr lang="es-CO" sz="1800" spc="-50" noProof="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3375" algn="ctr">
                        <a:lnSpc>
                          <a:spcPts val="2155"/>
                        </a:lnSpc>
                      </a:pPr>
                      <a:r>
                        <a:rPr lang="es-CO" sz="1800" spc="-40" noProof="0" dirty="0">
                          <a:latin typeface="Microsoft Sans Serif"/>
                          <a:cs typeface="Microsoft Sans Serif"/>
                        </a:rPr>
                        <a:t>DESAP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9275">
                        <a:lnSpc>
                          <a:spcPts val="215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NO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ts val="2155"/>
                        </a:lnSpc>
                      </a:pPr>
                      <a:r>
                        <a:rPr lang="es-CO" sz="1800" spc="-40" noProof="0" dirty="0">
                          <a:latin typeface="Microsoft Sans Serif"/>
                          <a:cs typeface="Microsoft Sans Serif"/>
                        </a:rPr>
                        <a:t>DESAP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830">
                <a:tc>
                  <a:txBody>
                    <a:bodyPr/>
                    <a:lstStyle/>
                    <a:p>
                      <a:pPr marL="469265">
                        <a:lnSpc>
                          <a:spcPts val="215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15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4020">
                        <a:lnSpc>
                          <a:spcPts val="2155"/>
                        </a:lnSpc>
                      </a:pPr>
                      <a:r>
                        <a:rPr lang="es-CO" sz="1800" spc="-50" noProof="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3375" algn="ctr">
                        <a:lnSpc>
                          <a:spcPts val="2155"/>
                        </a:lnSpc>
                      </a:pPr>
                      <a:r>
                        <a:rPr lang="es-CO" sz="1800" spc="-40" noProof="0" dirty="0">
                          <a:latin typeface="Microsoft Sans Serif"/>
                          <a:cs typeface="Microsoft Sans Serif"/>
                        </a:rPr>
                        <a:t>DESAP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16535" algn="ctr">
                        <a:lnSpc>
                          <a:spcPts val="215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SI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ts val="2155"/>
                        </a:lnSpc>
                      </a:pPr>
                      <a:r>
                        <a:rPr lang="es-CO" sz="1800" spc="-40" noProof="0" dirty="0">
                          <a:latin typeface="Microsoft Sans Serif"/>
                          <a:cs typeface="Microsoft Sans Serif"/>
                        </a:rPr>
                        <a:t>DESAP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pPr marL="469265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20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115">
                        <a:lnSpc>
                          <a:spcPts val="2135"/>
                        </a:lnSpc>
                      </a:pPr>
                      <a:r>
                        <a:rPr lang="es-CO" sz="1800" spc="-50" noProof="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4645" algn="ctr">
                        <a:lnSpc>
                          <a:spcPts val="2135"/>
                        </a:lnSpc>
                      </a:pPr>
                      <a:r>
                        <a:rPr lang="es-CO" sz="1800" spc="-10" noProof="0" dirty="0">
                          <a:latin typeface="Microsoft Sans Serif"/>
                          <a:cs typeface="Microsoft Sans Serif"/>
                        </a:rPr>
                        <a:t>APROB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9275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NO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1785">
                        <a:lnSpc>
                          <a:spcPts val="2135"/>
                        </a:lnSpc>
                      </a:pPr>
                      <a:r>
                        <a:rPr lang="es-CO" sz="1800" spc="-10" noProof="0" dirty="0">
                          <a:latin typeface="Microsoft Sans Serif"/>
                          <a:cs typeface="Microsoft Sans Serif"/>
                        </a:rPr>
                        <a:t>APROB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655">
                <a:tc>
                  <a:txBody>
                    <a:bodyPr/>
                    <a:lstStyle/>
                    <a:p>
                      <a:pPr marL="532130">
                        <a:lnSpc>
                          <a:spcPts val="2135"/>
                        </a:lnSpc>
                      </a:pPr>
                      <a:r>
                        <a:rPr lang="es-CO" sz="1800" spc="-50" noProof="0" dirty="0">
                          <a:latin typeface="Microsoft Sans Serif"/>
                          <a:cs typeface="Microsoft Sans Serif"/>
                        </a:rPr>
                        <a:t>5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115">
                        <a:lnSpc>
                          <a:spcPts val="2135"/>
                        </a:lnSpc>
                      </a:pPr>
                      <a:r>
                        <a:rPr lang="es-CO" sz="1800" spc="-50" noProof="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4645" algn="ctr">
                        <a:lnSpc>
                          <a:spcPts val="2135"/>
                        </a:lnSpc>
                      </a:pPr>
                      <a:r>
                        <a:rPr lang="es-CO" sz="1800" spc="-10" noProof="0" dirty="0">
                          <a:latin typeface="Microsoft Sans Serif"/>
                          <a:cs typeface="Microsoft Sans Serif"/>
                        </a:rPr>
                        <a:t>APROB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16535" algn="ctr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SI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1785">
                        <a:lnSpc>
                          <a:spcPts val="2135"/>
                        </a:lnSpc>
                      </a:pPr>
                      <a:r>
                        <a:rPr lang="es-CO" sz="1800" spc="-10" noProof="0" dirty="0">
                          <a:latin typeface="Microsoft Sans Serif"/>
                          <a:cs typeface="Microsoft Sans Serif"/>
                        </a:rPr>
                        <a:t>APROB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655">
                <a:tc>
                  <a:txBody>
                    <a:bodyPr/>
                    <a:lstStyle/>
                    <a:p>
                      <a:pPr marL="469265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20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23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3375" algn="ctr">
                        <a:lnSpc>
                          <a:spcPts val="2135"/>
                        </a:lnSpc>
                      </a:pPr>
                      <a:r>
                        <a:rPr lang="es-CO" sz="1800" spc="-40" noProof="0" dirty="0">
                          <a:latin typeface="Microsoft Sans Serif"/>
                          <a:cs typeface="Microsoft Sans Serif"/>
                        </a:rPr>
                        <a:t>DESAP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9275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NO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ts val="2135"/>
                        </a:lnSpc>
                      </a:pPr>
                      <a:r>
                        <a:rPr lang="es-CO" sz="1800" spc="-40" noProof="0" dirty="0">
                          <a:latin typeface="Microsoft Sans Serif"/>
                          <a:cs typeface="Microsoft Sans Serif"/>
                        </a:rPr>
                        <a:t>DESAP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7655">
                <a:tc>
                  <a:txBody>
                    <a:bodyPr/>
                    <a:lstStyle/>
                    <a:p>
                      <a:pPr marL="469265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10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10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3375" algn="ctr">
                        <a:lnSpc>
                          <a:spcPts val="2135"/>
                        </a:lnSpc>
                      </a:pPr>
                      <a:r>
                        <a:rPr lang="es-CO" sz="1800" spc="-40" noProof="0" dirty="0">
                          <a:latin typeface="Microsoft Sans Serif"/>
                          <a:cs typeface="Microsoft Sans Serif"/>
                        </a:rPr>
                        <a:t>DESAP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16535" algn="ctr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SI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ts val="2135"/>
                        </a:lnSpc>
                      </a:pPr>
                      <a:r>
                        <a:rPr lang="es-CO" sz="1800" spc="-40" noProof="0" dirty="0">
                          <a:latin typeface="Microsoft Sans Serif"/>
                          <a:cs typeface="Microsoft Sans Serif"/>
                        </a:rPr>
                        <a:t>DESAP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7655">
                <a:tc>
                  <a:txBody>
                    <a:bodyPr/>
                    <a:lstStyle/>
                    <a:p>
                      <a:pPr marL="532130">
                        <a:lnSpc>
                          <a:spcPts val="2135"/>
                        </a:lnSpc>
                      </a:pPr>
                      <a:r>
                        <a:rPr lang="es-CO" sz="1800" spc="-50" noProof="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50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4645" algn="ctr">
                        <a:lnSpc>
                          <a:spcPts val="2135"/>
                        </a:lnSpc>
                      </a:pPr>
                      <a:r>
                        <a:rPr lang="es-CO" sz="1800" spc="-10" noProof="0" dirty="0">
                          <a:latin typeface="Microsoft Sans Serif"/>
                          <a:cs typeface="Microsoft Sans Serif"/>
                        </a:rPr>
                        <a:t>APROB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9275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NO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1785">
                        <a:lnSpc>
                          <a:spcPts val="2135"/>
                        </a:lnSpc>
                      </a:pPr>
                      <a:r>
                        <a:rPr lang="es-CO" sz="1800" spc="-10" noProof="0" dirty="0">
                          <a:latin typeface="Microsoft Sans Serif"/>
                          <a:cs typeface="Microsoft Sans Serif"/>
                        </a:rPr>
                        <a:t>APROB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7655">
                <a:tc>
                  <a:txBody>
                    <a:bodyPr/>
                    <a:lstStyle/>
                    <a:p>
                      <a:pPr marL="469265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12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40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4645" algn="ctr">
                        <a:lnSpc>
                          <a:spcPts val="2135"/>
                        </a:lnSpc>
                      </a:pPr>
                      <a:r>
                        <a:rPr lang="es-CO" sz="1800" spc="-10" noProof="0" dirty="0">
                          <a:latin typeface="Microsoft Sans Serif"/>
                          <a:cs typeface="Microsoft Sans Serif"/>
                        </a:rPr>
                        <a:t>APROB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16535" algn="ctr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SI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1785">
                        <a:lnSpc>
                          <a:spcPts val="2135"/>
                        </a:lnSpc>
                      </a:pPr>
                      <a:r>
                        <a:rPr lang="es-CO" sz="1800" spc="-10" noProof="0" dirty="0">
                          <a:latin typeface="Microsoft Sans Serif"/>
                          <a:cs typeface="Microsoft Sans Serif"/>
                        </a:rPr>
                        <a:t>APROB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pPr marL="469265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65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115">
                        <a:lnSpc>
                          <a:spcPts val="2135"/>
                        </a:lnSpc>
                      </a:pPr>
                      <a:r>
                        <a:rPr lang="es-CO" sz="1800" spc="-50" noProof="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3375" algn="ctr">
                        <a:lnSpc>
                          <a:spcPts val="2135"/>
                        </a:lnSpc>
                      </a:pPr>
                      <a:r>
                        <a:rPr lang="es-CO" sz="1800" spc="-40" noProof="0" dirty="0">
                          <a:latin typeface="Microsoft Sans Serif"/>
                          <a:cs typeface="Microsoft Sans Serif"/>
                        </a:rPr>
                        <a:t>DESAP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9275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NO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ts val="2135"/>
                        </a:lnSpc>
                      </a:pPr>
                      <a:r>
                        <a:rPr lang="es-CO" sz="1800" spc="-40" noProof="0" dirty="0">
                          <a:latin typeface="Microsoft Sans Serif"/>
                          <a:cs typeface="Microsoft Sans Serif"/>
                        </a:rPr>
                        <a:t>DESAP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7655">
                <a:tc>
                  <a:txBody>
                    <a:bodyPr/>
                    <a:lstStyle/>
                    <a:p>
                      <a:pPr marL="469265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75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115">
                        <a:lnSpc>
                          <a:spcPts val="2135"/>
                        </a:lnSpc>
                      </a:pPr>
                      <a:r>
                        <a:rPr lang="es-CO" sz="1800" spc="-50" noProof="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3375" algn="ctr">
                        <a:lnSpc>
                          <a:spcPts val="2135"/>
                        </a:lnSpc>
                      </a:pPr>
                      <a:r>
                        <a:rPr lang="es-CO" sz="1800" spc="-40" noProof="0" dirty="0">
                          <a:latin typeface="Microsoft Sans Serif"/>
                          <a:cs typeface="Microsoft Sans Serif"/>
                        </a:rPr>
                        <a:t>DESAP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16535" algn="ctr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SI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1785">
                        <a:lnSpc>
                          <a:spcPts val="2135"/>
                        </a:lnSpc>
                      </a:pPr>
                      <a:r>
                        <a:rPr lang="es-CO" sz="1800" spc="-10" noProof="0" dirty="0">
                          <a:latin typeface="Microsoft Sans Serif"/>
                          <a:cs typeface="Microsoft Sans Serif"/>
                        </a:rPr>
                        <a:t>APROB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7655">
                <a:tc>
                  <a:txBody>
                    <a:bodyPr/>
                    <a:lstStyle/>
                    <a:p>
                      <a:pPr marL="469265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60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30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4645" algn="ctr">
                        <a:lnSpc>
                          <a:spcPts val="2135"/>
                        </a:lnSpc>
                      </a:pPr>
                      <a:r>
                        <a:rPr lang="es-CO" sz="1800" spc="-10" noProof="0" dirty="0">
                          <a:latin typeface="Microsoft Sans Serif"/>
                          <a:cs typeface="Microsoft Sans Serif"/>
                        </a:rPr>
                        <a:t>APROB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9275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NO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1785">
                        <a:lnSpc>
                          <a:spcPts val="2135"/>
                        </a:lnSpc>
                      </a:pPr>
                      <a:r>
                        <a:rPr lang="es-CO" sz="1800" spc="-10" noProof="0" dirty="0">
                          <a:latin typeface="Microsoft Sans Serif"/>
                          <a:cs typeface="Microsoft Sans Serif"/>
                        </a:rPr>
                        <a:t>APROB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7655">
                <a:tc>
                  <a:txBody>
                    <a:bodyPr/>
                    <a:lstStyle/>
                    <a:p>
                      <a:pPr marL="469265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55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40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4645" algn="ctr">
                        <a:lnSpc>
                          <a:spcPts val="2135"/>
                        </a:lnSpc>
                      </a:pPr>
                      <a:r>
                        <a:rPr lang="es-CO" sz="1800" spc="-10" noProof="0" dirty="0">
                          <a:latin typeface="Microsoft Sans Serif"/>
                          <a:cs typeface="Microsoft Sans Serif"/>
                        </a:rPr>
                        <a:t>APROB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16535" algn="ctr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SI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1785">
                        <a:lnSpc>
                          <a:spcPts val="2135"/>
                        </a:lnSpc>
                      </a:pPr>
                      <a:r>
                        <a:rPr lang="es-CO" sz="1800" spc="-10" noProof="0" dirty="0">
                          <a:latin typeface="Microsoft Sans Serif"/>
                          <a:cs typeface="Microsoft Sans Serif"/>
                        </a:rPr>
                        <a:t>APROB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7655">
                <a:tc>
                  <a:txBody>
                    <a:bodyPr/>
                    <a:lstStyle/>
                    <a:p>
                      <a:pPr marL="400685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100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15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3375" algn="ctr">
                        <a:lnSpc>
                          <a:spcPts val="2135"/>
                        </a:lnSpc>
                      </a:pPr>
                      <a:r>
                        <a:rPr lang="es-CO" sz="1800" spc="-40" noProof="0" dirty="0">
                          <a:latin typeface="Microsoft Sans Serif"/>
                          <a:cs typeface="Microsoft Sans Serif"/>
                        </a:rPr>
                        <a:t>DESAP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9275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NO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ts val="2135"/>
                        </a:lnSpc>
                      </a:pPr>
                      <a:r>
                        <a:rPr lang="es-CO" sz="1800" spc="-40" noProof="0" dirty="0">
                          <a:latin typeface="Microsoft Sans Serif"/>
                          <a:cs typeface="Microsoft Sans Serif"/>
                        </a:rPr>
                        <a:t>DESAP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7655">
                <a:tc>
                  <a:txBody>
                    <a:bodyPr/>
                    <a:lstStyle/>
                    <a:p>
                      <a:pPr marL="469265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80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15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3375" algn="ctr">
                        <a:lnSpc>
                          <a:spcPts val="2135"/>
                        </a:lnSpc>
                      </a:pPr>
                      <a:r>
                        <a:rPr lang="es-CO" sz="1800" spc="-40" noProof="0" dirty="0">
                          <a:latin typeface="Microsoft Sans Serif"/>
                          <a:cs typeface="Microsoft Sans Serif"/>
                        </a:rPr>
                        <a:t>DESAP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16535" algn="ctr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SI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1785">
                        <a:lnSpc>
                          <a:spcPts val="2135"/>
                        </a:lnSpc>
                      </a:pPr>
                      <a:r>
                        <a:rPr lang="es-CO" sz="1800" spc="-10" noProof="0" dirty="0">
                          <a:latin typeface="Microsoft Sans Serif"/>
                          <a:cs typeface="Microsoft Sans Serif"/>
                        </a:rPr>
                        <a:t>APROB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1305">
                <a:tc>
                  <a:txBody>
                    <a:bodyPr/>
                    <a:lstStyle/>
                    <a:p>
                      <a:pPr marL="469265">
                        <a:lnSpc>
                          <a:spcPts val="211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75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ts val="211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20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4645" algn="ctr">
                        <a:lnSpc>
                          <a:spcPts val="2115"/>
                        </a:lnSpc>
                      </a:pPr>
                      <a:r>
                        <a:rPr lang="es-CO" sz="1800" spc="-10" noProof="0" dirty="0">
                          <a:latin typeface="Microsoft Sans Serif"/>
                          <a:cs typeface="Microsoft Sans Serif"/>
                        </a:rPr>
                        <a:t>APROB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9275">
                        <a:lnSpc>
                          <a:spcPts val="211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NO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1785">
                        <a:lnSpc>
                          <a:spcPts val="2115"/>
                        </a:lnSpc>
                      </a:pPr>
                      <a:r>
                        <a:rPr lang="es-CO" sz="1800" spc="-10" noProof="0" dirty="0">
                          <a:latin typeface="Microsoft Sans Serif"/>
                          <a:cs typeface="Microsoft Sans Serif"/>
                        </a:rPr>
                        <a:t>APROB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tabLst>
                          <a:tab pos="462915" algn="l"/>
                          <a:tab pos="1645285" algn="l"/>
                        </a:tabLst>
                      </a:pPr>
                      <a:r>
                        <a:rPr lang="es-CO" sz="1800" u="heavy" noProof="0" dirty="0">
                          <a:uFill>
                            <a:solidFill>
                              <a:srgbClr val="000000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lang="es-CO" sz="1800" u="heavy" spc="-25" noProof="0" dirty="0">
                          <a:uFill>
                            <a:solidFill>
                              <a:srgbClr val="000000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78</a:t>
                      </a:r>
                      <a:r>
                        <a:rPr lang="es-CO" sz="1800" u="heavy" noProof="0" dirty="0">
                          <a:uFill>
                            <a:solidFill>
                              <a:srgbClr val="000000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	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4805">
                        <a:lnSpc>
                          <a:spcPts val="2000"/>
                        </a:lnSpc>
                        <a:tabLst>
                          <a:tab pos="1323975" algn="l"/>
                        </a:tabLst>
                      </a:pPr>
                      <a:r>
                        <a:rPr lang="es-CO" sz="1800" u="heavy" spc="-25" noProof="0" dirty="0">
                          <a:uFill>
                            <a:solidFill>
                              <a:srgbClr val="000000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12</a:t>
                      </a:r>
                      <a:r>
                        <a:rPr lang="es-CO" sz="1800" u="heavy" noProof="0" dirty="0">
                          <a:uFill>
                            <a:solidFill>
                              <a:srgbClr val="000000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	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4645" algn="ctr">
                        <a:lnSpc>
                          <a:spcPts val="2000"/>
                        </a:lnSpc>
                      </a:pPr>
                      <a:r>
                        <a:rPr lang="es-CO" sz="1800" u="heavy" spc="-10" noProof="0" dirty="0">
                          <a:uFill>
                            <a:solidFill>
                              <a:srgbClr val="000000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APROB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1825">
                        <a:lnSpc>
                          <a:spcPts val="2000"/>
                        </a:lnSpc>
                        <a:tabLst>
                          <a:tab pos="1566545" algn="l"/>
                        </a:tabLst>
                      </a:pPr>
                      <a:r>
                        <a:rPr lang="es-CO" sz="1800" u="heavy" spc="-25" noProof="0" dirty="0">
                          <a:uFill>
                            <a:solidFill>
                              <a:srgbClr val="000000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SI</a:t>
                      </a:r>
                      <a:r>
                        <a:rPr lang="es-CO" sz="1800" u="heavy" noProof="0" dirty="0">
                          <a:uFill>
                            <a:solidFill>
                              <a:srgbClr val="000000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	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ts val="2000"/>
                        </a:lnSpc>
                        <a:tabLst>
                          <a:tab pos="917575" algn="l"/>
                        </a:tabLst>
                      </a:pPr>
                      <a:r>
                        <a:rPr lang="es-CO" sz="1800" u="heavy" spc="-10" noProof="0" dirty="0">
                          <a:uFill>
                            <a:solidFill>
                              <a:srgbClr val="000000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APROB</a:t>
                      </a:r>
                      <a:r>
                        <a:rPr lang="es-CO" sz="1800" u="heavy" noProof="0" dirty="0">
                          <a:uFill>
                            <a:solidFill>
                              <a:srgbClr val="000000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	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427" rIns="0" bIns="0" rtlCol="0">
            <a:spAutoFit/>
          </a:bodyPr>
          <a:lstStyle/>
          <a:p>
            <a:pPr marL="675005">
              <a:lnSpc>
                <a:spcPct val="100000"/>
              </a:lnSpc>
              <a:spcBef>
                <a:spcPts val="105"/>
              </a:spcBef>
            </a:pPr>
            <a:r>
              <a:rPr lang="es-CO" spc="-295" noProof="0" dirty="0"/>
              <a:t>Ej.</a:t>
            </a:r>
            <a:r>
              <a:rPr lang="es-CO" spc="-405" noProof="0" dirty="0"/>
              <a:t> </a:t>
            </a:r>
            <a:r>
              <a:rPr lang="es-CO" noProof="0" dirty="0"/>
              <a:t>1:</a:t>
            </a:r>
            <a:r>
              <a:rPr lang="es-CO" spc="-295" noProof="0" dirty="0"/>
              <a:t> </a:t>
            </a:r>
            <a:r>
              <a:rPr lang="es-CO" spc="-1130" noProof="0" dirty="0"/>
              <a:t>R</a:t>
            </a:r>
            <a:r>
              <a:rPr lang="es-CO" spc="-240" noProof="0" dirty="0"/>
              <a:t>e</a:t>
            </a:r>
            <a:r>
              <a:rPr lang="es-CO" spc="-235" noProof="0" dirty="0"/>
              <a:t>s</a:t>
            </a:r>
            <a:r>
              <a:rPr lang="es-CO" spc="-240" noProof="0" dirty="0"/>
              <a:t>u</a:t>
            </a:r>
            <a:r>
              <a:rPr lang="es-CO" spc="-235" noProof="0" dirty="0"/>
              <a:t>l</a:t>
            </a:r>
            <a:r>
              <a:rPr lang="es-CO" spc="-245" noProof="0" dirty="0"/>
              <a:t>t</a:t>
            </a:r>
            <a:r>
              <a:rPr lang="es-CO" spc="-240" noProof="0" dirty="0"/>
              <a:t>a</a:t>
            </a:r>
            <a:r>
              <a:rPr lang="es-CO" spc="-315" noProof="0" dirty="0"/>
              <a:t>d</a:t>
            </a:r>
            <a:r>
              <a:rPr lang="es-CO" spc="-10" noProof="0" dirty="0"/>
              <a:t>o</a:t>
            </a:r>
            <a:r>
              <a:rPr lang="es-CO" spc="-215" noProof="0" dirty="0"/>
              <a:t> </a:t>
            </a:r>
            <a:r>
              <a:rPr lang="es-CO" noProof="0" dirty="0"/>
              <a:t>de</a:t>
            </a:r>
            <a:r>
              <a:rPr lang="es-CO" spc="-120" noProof="0" dirty="0"/>
              <a:t> </a:t>
            </a:r>
            <a:r>
              <a:rPr lang="es-CO" spc="-520" noProof="0" dirty="0"/>
              <a:t>u</a:t>
            </a:r>
            <a:r>
              <a:rPr lang="es-CO" noProof="0" dirty="0"/>
              <a:t>n</a:t>
            </a:r>
            <a:r>
              <a:rPr lang="es-CO" spc="-480" noProof="0" dirty="0"/>
              <a:t> </a:t>
            </a:r>
            <a:r>
              <a:rPr lang="es-CO" spc="-380" noProof="0" dirty="0"/>
              <a:t>curso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79773" y="3373961"/>
            <a:ext cx="1403985" cy="2590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0"/>
              </a:lnSpc>
              <a:tabLst>
                <a:tab pos="1003935" algn="l"/>
              </a:tabLst>
            </a:pPr>
            <a:r>
              <a:rPr lang="es-CO" sz="1800" spc="-25" noProof="0" dirty="0">
                <a:latin typeface="Microsoft Sans Serif"/>
                <a:cs typeface="Microsoft Sans Serif"/>
              </a:rPr>
              <a:t>10</a:t>
            </a:r>
            <a:r>
              <a:rPr lang="es-CO" sz="1800" noProof="0" dirty="0">
                <a:latin typeface="Microsoft Sans Serif"/>
                <a:cs typeface="Microsoft Sans Serif"/>
              </a:rPr>
              <a:t>	</a:t>
            </a:r>
            <a:r>
              <a:rPr lang="es-CO" sz="1800" spc="-200" noProof="0" dirty="0">
                <a:latin typeface="Microsoft Sans Serif"/>
                <a:cs typeface="Microsoft Sans Serif"/>
              </a:rPr>
              <a:t>DES</a:t>
            </a:r>
            <a:endParaRPr lang="es-CO" sz="1800" noProof="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8249" y="3373961"/>
            <a:ext cx="1202690" cy="2590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0"/>
              </a:lnSpc>
              <a:tabLst>
                <a:tab pos="1038225" algn="l"/>
              </a:tabLst>
            </a:pPr>
            <a:r>
              <a:rPr lang="es-CO" sz="1800" spc="-25" noProof="0" dirty="0">
                <a:latin typeface="Microsoft Sans Serif"/>
                <a:cs typeface="Microsoft Sans Serif"/>
              </a:rPr>
              <a:t>AP</a:t>
            </a:r>
            <a:r>
              <a:rPr lang="es-CO" sz="1800" noProof="0" dirty="0">
                <a:latin typeface="Microsoft Sans Serif"/>
                <a:cs typeface="Microsoft Sans Serif"/>
              </a:rPr>
              <a:t>	</a:t>
            </a:r>
            <a:r>
              <a:rPr lang="es-CO" sz="1800" spc="-235" noProof="0" dirty="0">
                <a:latin typeface="Microsoft Sans Serif"/>
                <a:cs typeface="Microsoft Sans Serif"/>
              </a:rPr>
              <a:t>SI</a:t>
            </a:r>
            <a:endParaRPr lang="es-CO" sz="1800" noProof="0" dirty="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46670" y="3373961"/>
            <a:ext cx="634365" cy="2590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0"/>
              </a:lnSpc>
            </a:pPr>
            <a:r>
              <a:rPr lang="es-CO" sz="1800" spc="-240" noProof="0" dirty="0">
                <a:latin typeface="Microsoft Sans Serif"/>
                <a:cs typeface="Microsoft Sans Serif"/>
              </a:rPr>
              <a:t>DESAP</a:t>
            </a:r>
            <a:endParaRPr lang="es-CO" sz="1800" noProof="0" dirty="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79773" y="3660192"/>
            <a:ext cx="1370965" cy="2590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0"/>
              </a:lnSpc>
              <a:tabLst>
                <a:tab pos="977900" algn="l"/>
              </a:tabLst>
            </a:pPr>
            <a:r>
              <a:rPr lang="es-CO" sz="1800" spc="-25" noProof="0" dirty="0">
                <a:latin typeface="Microsoft Sans Serif"/>
                <a:cs typeface="Microsoft Sans Serif"/>
              </a:rPr>
              <a:t>50</a:t>
            </a:r>
            <a:r>
              <a:rPr lang="es-CO" sz="1800" noProof="0" dirty="0">
                <a:latin typeface="Microsoft Sans Serif"/>
                <a:cs typeface="Microsoft Sans Serif"/>
              </a:rPr>
              <a:t>	</a:t>
            </a:r>
            <a:r>
              <a:rPr lang="es-CO" sz="1800" spc="-225" noProof="0" dirty="0">
                <a:latin typeface="Microsoft Sans Serif"/>
                <a:cs typeface="Microsoft Sans Serif"/>
              </a:rPr>
              <a:t>APR</a:t>
            </a:r>
            <a:endParaRPr lang="es-CO" sz="1800" noProof="0" dirty="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49850" y="3660192"/>
            <a:ext cx="1281430" cy="2590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0"/>
              </a:lnSpc>
              <a:tabLst>
                <a:tab pos="953769" algn="l"/>
              </a:tabLst>
            </a:pPr>
            <a:r>
              <a:rPr lang="es-CO" sz="1800" spc="-25" noProof="0" dirty="0">
                <a:latin typeface="Microsoft Sans Serif"/>
                <a:cs typeface="Microsoft Sans Serif"/>
              </a:rPr>
              <a:t>OB</a:t>
            </a:r>
            <a:r>
              <a:rPr lang="es-CO" sz="1800" noProof="0" dirty="0">
                <a:latin typeface="Microsoft Sans Serif"/>
                <a:cs typeface="Microsoft Sans Serif"/>
              </a:rPr>
              <a:t>	</a:t>
            </a:r>
            <a:r>
              <a:rPr lang="es-CO" sz="1800" spc="-85" noProof="0" dirty="0">
                <a:latin typeface="Microsoft Sans Serif"/>
                <a:cs typeface="Microsoft Sans Serif"/>
              </a:rPr>
              <a:t>NO</a:t>
            </a:r>
            <a:endParaRPr lang="es-CO" sz="1800" noProof="0" dirty="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22286" y="3660192"/>
            <a:ext cx="694055" cy="2590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0"/>
              </a:lnSpc>
            </a:pPr>
            <a:r>
              <a:rPr lang="es-CO" sz="1800" spc="-185" noProof="0" dirty="0">
                <a:latin typeface="Microsoft Sans Serif"/>
                <a:cs typeface="Microsoft Sans Serif"/>
              </a:rPr>
              <a:t>APROB</a:t>
            </a:r>
            <a:endParaRPr lang="es-CO" sz="1800" noProof="0" dirty="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79773" y="3948890"/>
            <a:ext cx="1390650" cy="2590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0"/>
              </a:lnSpc>
              <a:tabLst>
                <a:tab pos="977900" algn="l"/>
              </a:tabLst>
            </a:pPr>
            <a:r>
              <a:rPr lang="es-CO" sz="1800" spc="-25" noProof="0" dirty="0">
                <a:latin typeface="Microsoft Sans Serif"/>
                <a:cs typeface="Microsoft Sans Serif"/>
              </a:rPr>
              <a:t>40</a:t>
            </a:r>
            <a:r>
              <a:rPr lang="es-CO" sz="1800" noProof="0" dirty="0">
                <a:latin typeface="Microsoft Sans Serif"/>
                <a:cs typeface="Microsoft Sans Serif"/>
              </a:rPr>
              <a:t>	</a:t>
            </a:r>
            <a:r>
              <a:rPr lang="es-CO" sz="1800" spc="-175" noProof="0" dirty="0">
                <a:latin typeface="Microsoft Sans Serif"/>
                <a:cs typeface="Microsoft Sans Serif"/>
              </a:rPr>
              <a:t>APR</a:t>
            </a:r>
            <a:endParaRPr lang="es-CO" sz="1800" noProof="0" dirty="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40629" y="3948890"/>
            <a:ext cx="1224280" cy="2590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0"/>
              </a:lnSpc>
              <a:tabLst>
                <a:tab pos="1045844" algn="l"/>
              </a:tabLst>
            </a:pPr>
            <a:r>
              <a:rPr lang="es-CO" sz="1800" spc="-25" noProof="0" dirty="0">
                <a:latin typeface="Microsoft Sans Serif"/>
                <a:cs typeface="Microsoft Sans Serif"/>
              </a:rPr>
              <a:t>OB</a:t>
            </a:r>
            <a:r>
              <a:rPr lang="es-CO" sz="1800" noProof="0" dirty="0">
                <a:latin typeface="Microsoft Sans Serif"/>
                <a:cs typeface="Microsoft Sans Serif"/>
              </a:rPr>
              <a:t>	</a:t>
            </a:r>
            <a:r>
              <a:rPr lang="es-CO" sz="1800" spc="-180" noProof="0" dirty="0">
                <a:latin typeface="Microsoft Sans Serif"/>
                <a:cs typeface="Microsoft Sans Serif"/>
              </a:rPr>
              <a:t>SI</a:t>
            </a:r>
            <a:endParaRPr lang="es-CO" sz="1800" noProof="0" dirty="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22286" y="3948890"/>
            <a:ext cx="684530" cy="2590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0"/>
              </a:lnSpc>
            </a:pPr>
            <a:r>
              <a:rPr lang="es-CO" sz="1800" spc="-200" noProof="0" dirty="0">
                <a:latin typeface="Microsoft Sans Serif"/>
                <a:cs typeface="Microsoft Sans Serif"/>
              </a:rPr>
              <a:t>APROB</a:t>
            </a:r>
            <a:endParaRPr lang="es-CO" sz="1800" noProof="0" dirty="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43782" y="4235402"/>
            <a:ext cx="1339850" cy="2590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0"/>
              </a:lnSpc>
              <a:tabLst>
                <a:tab pos="939800" algn="l"/>
              </a:tabLst>
            </a:pPr>
            <a:r>
              <a:rPr lang="es-CO" sz="1800" spc="-50" noProof="0" dirty="0">
                <a:latin typeface="Microsoft Sans Serif"/>
                <a:cs typeface="Microsoft Sans Serif"/>
              </a:rPr>
              <a:t>0</a:t>
            </a:r>
            <a:r>
              <a:rPr lang="es-CO" sz="1800" noProof="0" dirty="0">
                <a:latin typeface="Microsoft Sans Serif"/>
                <a:cs typeface="Microsoft Sans Serif"/>
              </a:rPr>
              <a:t>	</a:t>
            </a:r>
            <a:r>
              <a:rPr lang="es-CO" sz="1800" spc="-200" noProof="0" dirty="0">
                <a:latin typeface="Microsoft Sans Serif"/>
                <a:cs typeface="Microsoft Sans Serif"/>
              </a:rPr>
              <a:t>DES</a:t>
            </a:r>
            <a:endParaRPr lang="es-CO" sz="1800" noProof="0" dirty="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48249" y="4235402"/>
            <a:ext cx="1283335" cy="2590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0"/>
              </a:lnSpc>
              <a:tabLst>
                <a:tab pos="955675" algn="l"/>
              </a:tabLst>
            </a:pPr>
            <a:r>
              <a:rPr lang="es-CO" sz="1800" spc="-25" noProof="0" dirty="0">
                <a:latin typeface="Microsoft Sans Serif"/>
                <a:cs typeface="Microsoft Sans Serif"/>
              </a:rPr>
              <a:t>AP</a:t>
            </a:r>
            <a:r>
              <a:rPr lang="es-CO" sz="1800" noProof="0" dirty="0">
                <a:latin typeface="Microsoft Sans Serif"/>
                <a:cs typeface="Microsoft Sans Serif"/>
              </a:rPr>
              <a:t>	</a:t>
            </a:r>
            <a:r>
              <a:rPr lang="es-CO" sz="1800" spc="-85" noProof="0" dirty="0">
                <a:latin typeface="Microsoft Sans Serif"/>
                <a:cs typeface="Microsoft Sans Serif"/>
              </a:rPr>
              <a:t>NO</a:t>
            </a:r>
            <a:endParaRPr lang="es-CO" sz="1800" noProof="0" dirty="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46670" y="4235402"/>
            <a:ext cx="634365" cy="2590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0"/>
              </a:lnSpc>
            </a:pPr>
            <a:r>
              <a:rPr lang="es-CO" sz="1800" spc="-240" noProof="0" dirty="0">
                <a:latin typeface="Microsoft Sans Serif"/>
                <a:cs typeface="Microsoft Sans Serif"/>
              </a:rPr>
              <a:t>DESAP</a:t>
            </a:r>
            <a:endParaRPr lang="es-CO" sz="1800" noProof="0" dirty="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43782" y="4521914"/>
            <a:ext cx="1300480" cy="2590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0"/>
              </a:lnSpc>
              <a:tabLst>
                <a:tab pos="939800" algn="l"/>
              </a:tabLst>
            </a:pPr>
            <a:r>
              <a:rPr lang="es-CO" sz="1800" spc="-50" noProof="0" dirty="0">
                <a:latin typeface="Microsoft Sans Serif"/>
                <a:cs typeface="Microsoft Sans Serif"/>
              </a:rPr>
              <a:t>0</a:t>
            </a:r>
            <a:r>
              <a:rPr lang="es-CO" sz="1800" noProof="0" dirty="0">
                <a:latin typeface="Microsoft Sans Serif"/>
                <a:cs typeface="Microsoft Sans Serif"/>
              </a:rPr>
              <a:t>	</a:t>
            </a:r>
            <a:r>
              <a:rPr lang="es-CO" sz="1800" spc="-320" noProof="0" dirty="0">
                <a:latin typeface="Microsoft Sans Serif"/>
                <a:cs typeface="Microsoft Sans Serif"/>
              </a:rPr>
              <a:t>DES</a:t>
            </a:r>
            <a:endParaRPr lang="es-CO" sz="1800" noProof="0" dirty="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43703" y="4521914"/>
            <a:ext cx="1207135" cy="2590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0"/>
              </a:lnSpc>
              <a:tabLst>
                <a:tab pos="1042669" algn="l"/>
              </a:tabLst>
            </a:pPr>
            <a:r>
              <a:rPr lang="es-CO" sz="1800" spc="-25" noProof="0" dirty="0">
                <a:latin typeface="Microsoft Sans Serif"/>
                <a:cs typeface="Microsoft Sans Serif"/>
              </a:rPr>
              <a:t>AP</a:t>
            </a:r>
            <a:r>
              <a:rPr lang="es-CO" sz="1800" noProof="0" dirty="0">
                <a:latin typeface="Microsoft Sans Serif"/>
                <a:cs typeface="Microsoft Sans Serif"/>
              </a:rPr>
              <a:t>	</a:t>
            </a:r>
            <a:r>
              <a:rPr lang="es-CO" sz="1800" spc="-235" noProof="0" dirty="0">
                <a:latin typeface="Microsoft Sans Serif"/>
                <a:cs typeface="Microsoft Sans Serif"/>
              </a:rPr>
              <a:t>SI</a:t>
            </a:r>
            <a:endParaRPr lang="es-CO" sz="1800" noProof="0" dirty="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22286" y="4521914"/>
            <a:ext cx="694055" cy="2590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0"/>
              </a:lnSpc>
            </a:pPr>
            <a:r>
              <a:rPr lang="es-CO" sz="1800" spc="-185" noProof="0" dirty="0">
                <a:latin typeface="Microsoft Sans Serif"/>
                <a:cs typeface="Microsoft Sans Serif"/>
              </a:rPr>
              <a:t>APROB</a:t>
            </a:r>
            <a:endParaRPr lang="es-CO" sz="1800" noProof="0" dirty="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79773" y="4809950"/>
            <a:ext cx="1370330" cy="2590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0"/>
              </a:lnSpc>
              <a:tabLst>
                <a:tab pos="977900" algn="l"/>
              </a:tabLst>
            </a:pPr>
            <a:r>
              <a:rPr lang="es-CO" sz="1800" spc="-25" noProof="0" dirty="0">
                <a:latin typeface="Microsoft Sans Serif"/>
                <a:cs typeface="Microsoft Sans Serif"/>
              </a:rPr>
              <a:t>30</a:t>
            </a:r>
            <a:r>
              <a:rPr lang="es-CO" sz="1800" noProof="0" dirty="0">
                <a:latin typeface="Microsoft Sans Serif"/>
                <a:cs typeface="Microsoft Sans Serif"/>
              </a:rPr>
              <a:t>	</a:t>
            </a:r>
            <a:r>
              <a:rPr lang="es-CO" sz="1800" spc="-220" noProof="0" dirty="0">
                <a:latin typeface="Microsoft Sans Serif"/>
                <a:cs typeface="Microsoft Sans Serif"/>
              </a:rPr>
              <a:t>APR</a:t>
            </a:r>
            <a:endParaRPr lang="es-CO" sz="1800" noProof="0" dirty="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49850" y="4809950"/>
            <a:ext cx="1281430" cy="2590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0"/>
              </a:lnSpc>
              <a:tabLst>
                <a:tab pos="953769" algn="l"/>
              </a:tabLst>
            </a:pPr>
            <a:r>
              <a:rPr lang="es-CO" sz="1800" spc="-25" noProof="0" dirty="0">
                <a:latin typeface="Microsoft Sans Serif"/>
                <a:cs typeface="Microsoft Sans Serif"/>
              </a:rPr>
              <a:t>OB</a:t>
            </a:r>
            <a:r>
              <a:rPr lang="es-CO" sz="1800" noProof="0" dirty="0">
                <a:latin typeface="Microsoft Sans Serif"/>
                <a:cs typeface="Microsoft Sans Serif"/>
              </a:rPr>
              <a:t>	</a:t>
            </a:r>
            <a:r>
              <a:rPr lang="es-CO" sz="1800" spc="-85" noProof="0" dirty="0">
                <a:latin typeface="Microsoft Sans Serif"/>
                <a:cs typeface="Microsoft Sans Serif"/>
              </a:rPr>
              <a:t>NO</a:t>
            </a:r>
            <a:endParaRPr lang="es-CO" sz="1800" noProof="0" dirty="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22286" y="4809950"/>
            <a:ext cx="694055" cy="2590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0"/>
              </a:lnSpc>
            </a:pPr>
            <a:r>
              <a:rPr lang="es-CO" sz="1800" spc="-185" noProof="0" dirty="0">
                <a:latin typeface="Microsoft Sans Serif"/>
                <a:cs typeface="Microsoft Sans Serif"/>
              </a:rPr>
              <a:t>APROB</a:t>
            </a:r>
            <a:endParaRPr lang="es-CO" sz="1800" noProof="0" dirty="0">
              <a:latin typeface="Microsoft Sans Serif"/>
              <a:cs typeface="Microsoft Sans Serif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764829"/>
              </p:ext>
            </p:extLst>
          </p:nvPr>
        </p:nvGraphicFramePr>
        <p:xfrm>
          <a:off x="2133600" y="1617217"/>
          <a:ext cx="9444354" cy="5113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06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331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7020">
                <a:tc>
                  <a:txBody>
                    <a:bodyPr/>
                    <a:lstStyle/>
                    <a:p>
                      <a:pPr marL="41275">
                        <a:lnSpc>
                          <a:spcPts val="2080"/>
                        </a:lnSpc>
                      </a:pPr>
                      <a:r>
                        <a:rPr lang="es-CO" sz="1800" spc="-110" noProof="0" dirty="0">
                          <a:latin typeface="Microsoft Sans Serif"/>
                          <a:cs typeface="Microsoft Sans Serif"/>
                        </a:rPr>
                        <a:t>ASISTENCIA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D2E0EB"/>
                    </a:solidFill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080"/>
                        </a:lnSpc>
                      </a:pPr>
                      <a:r>
                        <a:rPr lang="es-CO" sz="1800" spc="-70" noProof="0" dirty="0">
                          <a:latin typeface="Microsoft Sans Serif"/>
                          <a:cs typeface="Microsoft Sans Serif"/>
                        </a:rPr>
                        <a:t>TRABAJA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D2E0EB"/>
                    </a:solidFill>
                  </a:tcPr>
                </a:tc>
                <a:tc>
                  <a:txBody>
                    <a:bodyPr/>
                    <a:lstStyle/>
                    <a:p>
                      <a:pPr marR="263525" algn="ctr">
                        <a:lnSpc>
                          <a:spcPts val="2080"/>
                        </a:lnSpc>
                      </a:pPr>
                      <a:r>
                        <a:rPr lang="es-CO" sz="1800" spc="-40" noProof="0" dirty="0">
                          <a:latin typeface="Microsoft Sans Serif"/>
                          <a:cs typeface="Microsoft Sans Serif"/>
                        </a:rPr>
                        <a:t>INGRESO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D2E0EB"/>
                    </a:solidFill>
                  </a:tcPr>
                </a:tc>
                <a:tc>
                  <a:txBody>
                    <a:bodyPr/>
                    <a:lstStyle/>
                    <a:p>
                      <a:pPr marL="446405">
                        <a:lnSpc>
                          <a:spcPts val="2080"/>
                        </a:lnSpc>
                      </a:pPr>
                      <a:r>
                        <a:rPr lang="es-CO" sz="1800" spc="-20" noProof="0" dirty="0">
                          <a:latin typeface="Microsoft Sans Serif"/>
                          <a:cs typeface="Microsoft Sans Serif"/>
                        </a:rPr>
                        <a:t>FORO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D2E0EB"/>
                    </a:solidFill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ts val="2080"/>
                        </a:lnSpc>
                      </a:pPr>
                      <a:r>
                        <a:rPr lang="es-CO" sz="1800" spc="-140" noProof="0" dirty="0">
                          <a:latin typeface="Microsoft Sans Serif"/>
                          <a:cs typeface="Microsoft Sans Serif"/>
                        </a:rPr>
                        <a:t>RESULTADO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marL="469265">
                        <a:lnSpc>
                          <a:spcPts val="2150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15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4184">
                        <a:lnSpc>
                          <a:spcPts val="2150"/>
                        </a:lnSpc>
                      </a:pPr>
                      <a:r>
                        <a:rPr lang="es-CO" sz="1800" spc="-50" noProof="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50" algn="ctr">
                        <a:lnSpc>
                          <a:spcPts val="2150"/>
                        </a:lnSpc>
                      </a:pPr>
                      <a:r>
                        <a:rPr lang="es-CO" sz="1800" spc="-40" noProof="0" dirty="0">
                          <a:latin typeface="Microsoft Sans Serif"/>
                          <a:cs typeface="Microsoft Sans Serif"/>
                        </a:rPr>
                        <a:t>DESAP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4460" algn="ctr">
                        <a:lnSpc>
                          <a:spcPts val="2150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NO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1640">
                        <a:lnSpc>
                          <a:spcPts val="2150"/>
                        </a:lnSpc>
                      </a:pPr>
                      <a:r>
                        <a:rPr lang="es-CO" sz="1800" spc="-40" noProof="0" dirty="0">
                          <a:latin typeface="Microsoft Sans Serif"/>
                          <a:cs typeface="Microsoft Sans Serif"/>
                        </a:rPr>
                        <a:t>DESAP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830">
                <a:tc>
                  <a:txBody>
                    <a:bodyPr/>
                    <a:lstStyle/>
                    <a:p>
                      <a:pPr marL="469265">
                        <a:lnSpc>
                          <a:spcPts val="2160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15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5455">
                        <a:lnSpc>
                          <a:spcPts val="2160"/>
                        </a:lnSpc>
                      </a:pPr>
                      <a:r>
                        <a:rPr lang="es-CO" sz="1800" spc="-50" noProof="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50" algn="ctr">
                        <a:lnSpc>
                          <a:spcPts val="2160"/>
                        </a:lnSpc>
                      </a:pPr>
                      <a:r>
                        <a:rPr lang="es-CO" sz="1800" spc="-40" noProof="0" dirty="0">
                          <a:latin typeface="Microsoft Sans Serif"/>
                          <a:cs typeface="Microsoft Sans Serif"/>
                        </a:rPr>
                        <a:t>DESAP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6839" algn="ctr">
                        <a:lnSpc>
                          <a:spcPts val="2160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SI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1640">
                        <a:lnSpc>
                          <a:spcPts val="2160"/>
                        </a:lnSpc>
                      </a:pPr>
                      <a:r>
                        <a:rPr lang="es-CO" sz="1800" spc="-40" noProof="0" dirty="0">
                          <a:latin typeface="Microsoft Sans Serif"/>
                          <a:cs typeface="Microsoft Sans Serif"/>
                        </a:rPr>
                        <a:t>DESAP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pPr marL="469265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20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4184">
                        <a:lnSpc>
                          <a:spcPts val="2135"/>
                        </a:lnSpc>
                      </a:pPr>
                      <a:r>
                        <a:rPr lang="es-CO" sz="1800" spc="-50" noProof="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1620" algn="ctr">
                        <a:lnSpc>
                          <a:spcPts val="2135"/>
                        </a:lnSpc>
                      </a:pPr>
                      <a:r>
                        <a:rPr lang="es-CO" sz="1800" spc="-10" noProof="0" dirty="0">
                          <a:latin typeface="Microsoft Sans Serif"/>
                          <a:cs typeface="Microsoft Sans Serif"/>
                        </a:rPr>
                        <a:t>APROB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4460" algn="ctr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NO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ts val="2135"/>
                        </a:lnSpc>
                      </a:pPr>
                      <a:r>
                        <a:rPr lang="es-CO" sz="1800" spc="-10" noProof="0" dirty="0">
                          <a:latin typeface="Microsoft Sans Serif"/>
                          <a:cs typeface="Microsoft Sans Serif"/>
                        </a:rPr>
                        <a:t>APROB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655">
                <a:tc>
                  <a:txBody>
                    <a:bodyPr/>
                    <a:lstStyle/>
                    <a:p>
                      <a:pPr marL="532130">
                        <a:lnSpc>
                          <a:spcPts val="2135"/>
                        </a:lnSpc>
                      </a:pPr>
                      <a:r>
                        <a:rPr lang="es-CO" sz="1800" spc="-50" noProof="0" dirty="0">
                          <a:latin typeface="Microsoft Sans Serif"/>
                          <a:cs typeface="Microsoft Sans Serif"/>
                        </a:rPr>
                        <a:t>5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4184">
                        <a:lnSpc>
                          <a:spcPts val="2135"/>
                        </a:lnSpc>
                      </a:pPr>
                      <a:r>
                        <a:rPr lang="es-CO" sz="1800" spc="-50" noProof="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1620" algn="ctr">
                        <a:lnSpc>
                          <a:spcPts val="2135"/>
                        </a:lnSpc>
                      </a:pPr>
                      <a:r>
                        <a:rPr lang="es-CO" sz="1800" spc="-10" noProof="0" dirty="0">
                          <a:latin typeface="Microsoft Sans Serif"/>
                          <a:cs typeface="Microsoft Sans Serif"/>
                        </a:rPr>
                        <a:t>APROB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6839" algn="ctr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SI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ts val="2135"/>
                        </a:lnSpc>
                      </a:pPr>
                      <a:r>
                        <a:rPr lang="es-CO" sz="1800" spc="-10" noProof="0" dirty="0">
                          <a:latin typeface="Microsoft Sans Serif"/>
                          <a:cs typeface="Microsoft Sans Serif"/>
                        </a:rPr>
                        <a:t>APROB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910">
                <a:tc>
                  <a:txBody>
                    <a:bodyPr/>
                    <a:lstStyle/>
                    <a:p>
                      <a:pPr marL="469265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20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1320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23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50" algn="ctr">
                        <a:lnSpc>
                          <a:spcPts val="2135"/>
                        </a:lnSpc>
                      </a:pPr>
                      <a:r>
                        <a:rPr lang="es-CO" sz="1800" spc="-40" noProof="0" dirty="0">
                          <a:latin typeface="Microsoft Sans Serif"/>
                          <a:cs typeface="Microsoft Sans Serif"/>
                        </a:rPr>
                        <a:t>DESAP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4460" algn="ctr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NO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1640">
                        <a:lnSpc>
                          <a:spcPts val="2135"/>
                        </a:lnSpc>
                      </a:pPr>
                      <a:r>
                        <a:rPr lang="es-CO" sz="1800" spc="-40" noProof="0" dirty="0">
                          <a:latin typeface="Microsoft Sans Serif"/>
                          <a:cs typeface="Microsoft Sans Serif"/>
                        </a:rPr>
                        <a:t>DESAP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469265">
                        <a:lnSpc>
                          <a:spcPts val="2020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10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CO" sz="15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CO" sz="15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CO" sz="15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CO" sz="15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A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532130">
                        <a:lnSpc>
                          <a:spcPct val="100000"/>
                        </a:lnSpc>
                      </a:pPr>
                      <a:r>
                        <a:rPr lang="es-CO" sz="1800" spc="-50" noProof="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62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lang="es-CO" sz="1800" noProof="0" dirty="0">
                          <a:latin typeface="Arial MT"/>
                          <a:cs typeface="Arial MT"/>
                        </a:rPr>
                        <a:t>      SI</a:t>
                      </a:r>
                    </a:p>
                  </a:txBody>
                  <a:tcPr marL="0" marR="0" marT="8255" marB="0"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marR="19685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lang="es-CO" sz="1800" noProof="0" dirty="0">
                          <a:latin typeface="Arial MT"/>
                          <a:cs typeface="Arial MT"/>
                        </a:rPr>
                        <a:t>(INGRESO</a:t>
                      </a:r>
                      <a:r>
                        <a:rPr lang="es-CO" sz="1800" spc="-70" noProof="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s-CO" sz="1800" spc="-50" noProof="0" dirty="0">
                          <a:latin typeface="Arial MT"/>
                          <a:cs typeface="Arial MT"/>
                        </a:rPr>
                        <a:t>=</a:t>
                      </a:r>
                      <a:endParaRPr lang="es-CO" sz="1800" noProof="0" dirty="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marL="24511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lang="es-CO" sz="1800" spc="-10" noProof="0" dirty="0">
                          <a:latin typeface="Arial MT"/>
                          <a:cs typeface="Arial MT"/>
                        </a:rPr>
                        <a:t>APROB)</a:t>
                      </a:r>
                      <a:endParaRPr lang="es-CO" sz="1800" noProof="0" dirty="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lang="es-CO" sz="1800" noProof="0" dirty="0">
                          <a:latin typeface="Arial MT"/>
                          <a:cs typeface="Arial MT"/>
                        </a:rPr>
                        <a:t>entonces</a:t>
                      </a:r>
                      <a:r>
                        <a:rPr lang="es-CO" sz="1800" spc="-100" noProof="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s-CO" sz="1800" spc="-10" noProof="0" dirty="0">
                          <a:latin typeface="Arial MT"/>
                          <a:cs typeface="Arial MT"/>
                        </a:rPr>
                        <a:t>(RESULT=APROB)</a:t>
                      </a:r>
                      <a:endParaRPr lang="es-CO" sz="1800" noProof="0" dirty="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solidFill>
                      <a:srgbClr val="EA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469265">
                        <a:lnSpc>
                          <a:spcPts val="2100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12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CO" sz="17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CO" sz="17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CO" sz="17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CO" sz="17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A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469265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65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6285">
                        <a:lnSpc>
                          <a:spcPts val="2155"/>
                        </a:lnSpc>
                      </a:pPr>
                      <a:r>
                        <a:rPr lang="es-CO" sz="1800" noProof="0" dirty="0">
                          <a:latin typeface="Arial MT"/>
                          <a:cs typeface="Arial MT"/>
                        </a:rPr>
                        <a:t>      SI</a:t>
                      </a:r>
                      <a:r>
                        <a:rPr lang="es-CO" sz="1800" spc="-60" noProof="0" dirty="0">
                          <a:latin typeface="Arial MT"/>
                          <a:cs typeface="Arial MT"/>
                        </a:rPr>
                        <a:t>     </a:t>
                      </a:r>
                      <a:endParaRPr lang="es-CO" sz="1800" noProof="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marR="196850" algn="ctr">
                        <a:lnSpc>
                          <a:spcPts val="2155"/>
                        </a:lnSpc>
                      </a:pPr>
                      <a:r>
                        <a:rPr lang="es-CO" sz="1800" noProof="0" dirty="0">
                          <a:latin typeface="Arial MT"/>
                          <a:cs typeface="Arial MT"/>
                        </a:rPr>
                        <a:t>(INGRESO</a:t>
                      </a:r>
                      <a:r>
                        <a:rPr lang="es-CO" sz="1800" spc="-80" noProof="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s-CO" sz="1800" spc="-50" noProof="0" dirty="0">
                          <a:latin typeface="Arial MT"/>
                          <a:cs typeface="Arial MT"/>
                        </a:rPr>
                        <a:t>=</a:t>
                      </a:r>
                      <a:endParaRPr lang="es-CO" sz="1800" noProof="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ts val="2155"/>
                        </a:lnSpc>
                      </a:pPr>
                      <a:r>
                        <a:rPr lang="es-CO" sz="1800" spc="-10" noProof="0" dirty="0">
                          <a:latin typeface="Arial MT"/>
                          <a:cs typeface="Arial MT"/>
                        </a:rPr>
                        <a:t>DESAP)</a:t>
                      </a:r>
                      <a:endParaRPr lang="es-CO" sz="1800" noProof="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marL="288925">
                        <a:lnSpc>
                          <a:spcPts val="2155"/>
                        </a:lnSpc>
                      </a:pPr>
                      <a:r>
                        <a:rPr lang="es-CO" sz="1800" spc="-25" noProof="0" dirty="0">
                          <a:latin typeface="Arial MT"/>
                          <a:cs typeface="Arial MT"/>
                        </a:rPr>
                        <a:t>AN</a:t>
                      </a:r>
                      <a:r>
                        <a:rPr lang="es-CO" sz="1800" spc="-50" noProof="0" dirty="0">
                          <a:latin typeface="Arial MT"/>
                          <a:cs typeface="Arial MT"/>
                        </a:rPr>
                        <a:t>D</a:t>
                      </a:r>
                      <a:endParaRPr lang="es-CO" sz="1800" noProof="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EA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marL="469265">
                        <a:lnSpc>
                          <a:spcPts val="212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75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6854" algn="r">
                        <a:lnSpc>
                          <a:spcPts val="2145"/>
                        </a:lnSpc>
                        <a:spcBef>
                          <a:spcPts val="60"/>
                        </a:spcBef>
                      </a:pPr>
                      <a:r>
                        <a:rPr lang="es-CO" sz="1800" spc="-25" noProof="0" dirty="0">
                          <a:latin typeface="Arial MT"/>
                          <a:cs typeface="Arial MT"/>
                        </a:rPr>
                        <a:t> </a:t>
                      </a:r>
                      <a:endParaRPr lang="es-CO" sz="1800" noProof="0" dirty="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marR="211454" algn="ctr">
                        <a:lnSpc>
                          <a:spcPts val="2145"/>
                        </a:lnSpc>
                        <a:spcBef>
                          <a:spcPts val="60"/>
                        </a:spcBef>
                      </a:pPr>
                      <a:r>
                        <a:rPr lang="es-CO" sz="1800" noProof="0" dirty="0">
                          <a:latin typeface="Arial MT"/>
                          <a:cs typeface="Arial MT"/>
                        </a:rPr>
                        <a:t>(FORO</a:t>
                      </a:r>
                      <a:r>
                        <a:rPr lang="es-CO" sz="1800" spc="-55" noProof="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s-CO" sz="1800" noProof="0" dirty="0">
                          <a:latin typeface="Arial MT"/>
                          <a:cs typeface="Arial MT"/>
                        </a:rPr>
                        <a:t>=</a:t>
                      </a:r>
                      <a:r>
                        <a:rPr lang="es-CO" sz="1800" spc="-40" noProof="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s-CO" sz="1800" spc="-25" noProof="0" dirty="0">
                          <a:latin typeface="Arial MT"/>
                          <a:cs typeface="Arial MT"/>
                        </a:rPr>
                        <a:t>NO)</a:t>
                      </a:r>
                      <a:endParaRPr lang="es-CO" sz="1800" noProof="0" dirty="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marL="255904">
                        <a:lnSpc>
                          <a:spcPts val="2145"/>
                        </a:lnSpc>
                        <a:spcBef>
                          <a:spcPts val="60"/>
                        </a:spcBef>
                      </a:pPr>
                      <a:r>
                        <a:rPr lang="es-CO" sz="1800" spc="-10" noProof="0" dirty="0">
                          <a:latin typeface="Arial MT"/>
                          <a:cs typeface="Arial MT"/>
                        </a:rPr>
                        <a:t>entonces</a:t>
                      </a:r>
                      <a:endParaRPr lang="es-CO" sz="1800" noProof="0" dirty="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ts val="2145"/>
                        </a:lnSpc>
                        <a:spcBef>
                          <a:spcPts val="60"/>
                        </a:spcBef>
                      </a:pPr>
                      <a:r>
                        <a:rPr lang="es-CO" sz="1800" spc="-10" noProof="0" dirty="0">
                          <a:latin typeface="Arial MT"/>
                          <a:cs typeface="Arial MT"/>
                        </a:rPr>
                        <a:t>(RESULT=DESAP)</a:t>
                      </a:r>
                      <a:endParaRPr lang="es-CO" sz="1800" noProof="0" dirty="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solidFill>
                      <a:srgbClr val="EA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469265">
                        <a:lnSpc>
                          <a:spcPts val="208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60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CO" sz="18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CO" sz="18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CO" sz="18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A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CO" sz="18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A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469265">
                        <a:lnSpc>
                          <a:spcPts val="2070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55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1320">
                        <a:lnSpc>
                          <a:spcPts val="2070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40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1620" algn="ctr">
                        <a:lnSpc>
                          <a:spcPts val="2070"/>
                        </a:lnSpc>
                      </a:pPr>
                      <a:r>
                        <a:rPr lang="es-CO" sz="1800" spc="-10" noProof="0" dirty="0">
                          <a:latin typeface="Microsoft Sans Serif"/>
                          <a:cs typeface="Microsoft Sans Serif"/>
                        </a:rPr>
                        <a:t>APROB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6839" algn="ctr">
                        <a:lnSpc>
                          <a:spcPts val="2070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SI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ts val="2070"/>
                        </a:lnSpc>
                      </a:pPr>
                      <a:r>
                        <a:rPr lang="es-CO" sz="1800" spc="-10" noProof="0" dirty="0">
                          <a:latin typeface="Microsoft Sans Serif"/>
                          <a:cs typeface="Microsoft Sans Serif"/>
                        </a:rPr>
                        <a:t>APROB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7655">
                <a:tc>
                  <a:txBody>
                    <a:bodyPr/>
                    <a:lstStyle/>
                    <a:p>
                      <a:pPr marL="400685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100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1320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15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50" algn="ctr">
                        <a:lnSpc>
                          <a:spcPts val="2135"/>
                        </a:lnSpc>
                      </a:pPr>
                      <a:r>
                        <a:rPr lang="es-CO" sz="1800" spc="-40" noProof="0" dirty="0">
                          <a:latin typeface="Microsoft Sans Serif"/>
                          <a:cs typeface="Microsoft Sans Serif"/>
                        </a:rPr>
                        <a:t>DESAP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4460" algn="ctr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NO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1640">
                        <a:lnSpc>
                          <a:spcPts val="2135"/>
                        </a:lnSpc>
                      </a:pPr>
                      <a:r>
                        <a:rPr lang="es-CO" sz="1800" spc="-40" noProof="0" dirty="0">
                          <a:latin typeface="Microsoft Sans Serif"/>
                          <a:cs typeface="Microsoft Sans Serif"/>
                        </a:rPr>
                        <a:t>DESAP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7655">
                <a:tc>
                  <a:txBody>
                    <a:bodyPr/>
                    <a:lstStyle/>
                    <a:p>
                      <a:pPr marL="469265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80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1320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15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50" algn="ctr">
                        <a:lnSpc>
                          <a:spcPts val="2135"/>
                        </a:lnSpc>
                      </a:pPr>
                      <a:r>
                        <a:rPr lang="es-CO" sz="1800" spc="-40" noProof="0" dirty="0">
                          <a:latin typeface="Microsoft Sans Serif"/>
                          <a:cs typeface="Microsoft Sans Serif"/>
                        </a:rPr>
                        <a:t>DESAP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6839" algn="ctr">
                        <a:lnSpc>
                          <a:spcPts val="2135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SI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ts val="2135"/>
                        </a:lnSpc>
                      </a:pPr>
                      <a:r>
                        <a:rPr lang="es-CO" sz="1800" spc="-10" noProof="0" dirty="0">
                          <a:latin typeface="Microsoft Sans Serif"/>
                          <a:cs typeface="Microsoft Sans Serif"/>
                        </a:rPr>
                        <a:t>APROB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1305">
                <a:tc>
                  <a:txBody>
                    <a:bodyPr/>
                    <a:lstStyle/>
                    <a:p>
                      <a:pPr marL="469265">
                        <a:lnSpc>
                          <a:spcPts val="2120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75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1320">
                        <a:lnSpc>
                          <a:spcPts val="2120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20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1620" algn="ctr">
                        <a:lnSpc>
                          <a:spcPts val="2120"/>
                        </a:lnSpc>
                      </a:pPr>
                      <a:r>
                        <a:rPr lang="es-CO" sz="1800" spc="-10" noProof="0" dirty="0">
                          <a:latin typeface="Microsoft Sans Serif"/>
                          <a:cs typeface="Microsoft Sans Serif"/>
                        </a:rPr>
                        <a:t>APROB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4460" algn="ctr">
                        <a:lnSpc>
                          <a:spcPts val="2120"/>
                        </a:lnSpc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NO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ts val="2120"/>
                        </a:lnSpc>
                      </a:pPr>
                      <a:r>
                        <a:rPr lang="es-CO" sz="1800" spc="-10" noProof="0" dirty="0">
                          <a:latin typeface="Microsoft Sans Serif"/>
                          <a:cs typeface="Microsoft Sans Serif"/>
                        </a:rPr>
                        <a:t>APROB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tabLst>
                          <a:tab pos="462915" algn="l"/>
                          <a:tab pos="1645285" algn="l"/>
                        </a:tabLst>
                      </a:pPr>
                      <a:r>
                        <a:rPr lang="es-CO" sz="1800" u="heavy" noProof="0" dirty="0">
                          <a:uFill>
                            <a:solidFill>
                              <a:srgbClr val="000000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lang="es-CO" sz="1800" u="heavy" spc="-25" noProof="0" dirty="0">
                          <a:uFill>
                            <a:solidFill>
                              <a:srgbClr val="000000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78</a:t>
                      </a:r>
                      <a:r>
                        <a:rPr lang="es-CO" sz="1800" u="heavy" noProof="0" dirty="0">
                          <a:uFill>
                            <a:solidFill>
                              <a:srgbClr val="000000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	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6240">
                        <a:lnSpc>
                          <a:spcPts val="2000"/>
                        </a:lnSpc>
                        <a:tabLst>
                          <a:tab pos="1376045" algn="l"/>
                        </a:tabLst>
                      </a:pPr>
                      <a:r>
                        <a:rPr lang="es-CO" sz="1800" u="heavy" spc="-25" noProof="0" dirty="0">
                          <a:uFill>
                            <a:solidFill>
                              <a:srgbClr val="000000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12</a:t>
                      </a:r>
                      <a:r>
                        <a:rPr lang="es-CO" sz="1800" u="heavy" noProof="0" dirty="0">
                          <a:uFill>
                            <a:solidFill>
                              <a:srgbClr val="000000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	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1620" algn="ctr">
                        <a:lnSpc>
                          <a:spcPts val="2000"/>
                        </a:lnSpc>
                      </a:pPr>
                      <a:r>
                        <a:rPr lang="es-CO" sz="1800" u="heavy" spc="-10" noProof="0" dirty="0">
                          <a:uFill>
                            <a:solidFill>
                              <a:srgbClr val="000000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APROB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47700">
                        <a:lnSpc>
                          <a:spcPts val="2000"/>
                        </a:lnSpc>
                        <a:tabLst>
                          <a:tab pos="1582420" algn="l"/>
                        </a:tabLst>
                      </a:pPr>
                      <a:r>
                        <a:rPr lang="es-CO" sz="1800" u="heavy" spc="-25" noProof="0" dirty="0">
                          <a:uFill>
                            <a:solidFill>
                              <a:srgbClr val="000000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SI</a:t>
                      </a:r>
                      <a:r>
                        <a:rPr lang="es-CO" sz="1800" u="heavy" noProof="0" dirty="0">
                          <a:uFill>
                            <a:solidFill>
                              <a:srgbClr val="000000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	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ts val="2000"/>
                        </a:lnSpc>
                        <a:tabLst>
                          <a:tab pos="1313180" algn="l"/>
                        </a:tabLst>
                      </a:pPr>
                      <a:r>
                        <a:rPr lang="es-CO" sz="1800" u="heavy" spc="-10" noProof="0" dirty="0">
                          <a:uFill>
                            <a:solidFill>
                              <a:srgbClr val="000000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APROB</a:t>
                      </a:r>
                      <a:r>
                        <a:rPr lang="es-CO" sz="1800" u="heavy" noProof="0" dirty="0">
                          <a:uFill>
                            <a:solidFill>
                              <a:srgbClr val="000000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	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22" name="object 22"/>
          <p:cNvSpPr/>
          <p:nvPr/>
        </p:nvSpPr>
        <p:spPr>
          <a:xfrm>
            <a:off x="5444109" y="6725970"/>
            <a:ext cx="1428115" cy="17145"/>
          </a:xfrm>
          <a:custGeom>
            <a:avLst/>
            <a:gdLst/>
            <a:ahLst/>
            <a:cxnLst/>
            <a:rect l="l" t="t" r="r" b="b"/>
            <a:pathLst>
              <a:path w="1428115" h="17145">
                <a:moveTo>
                  <a:pt x="1427988" y="0"/>
                </a:moveTo>
                <a:lnTo>
                  <a:pt x="0" y="0"/>
                </a:lnTo>
                <a:lnTo>
                  <a:pt x="0" y="16765"/>
                </a:lnTo>
                <a:lnTo>
                  <a:pt x="1427988" y="16765"/>
                </a:lnTo>
                <a:lnTo>
                  <a:pt x="14279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7908" y="1280160"/>
            <a:ext cx="11403965" cy="228600"/>
          </a:xfrm>
          <a:custGeom>
            <a:avLst/>
            <a:gdLst/>
            <a:ahLst/>
            <a:cxnLst/>
            <a:rect l="l" t="t" r="r" b="b"/>
            <a:pathLst>
              <a:path w="11403965" h="228600">
                <a:moveTo>
                  <a:pt x="11403584" y="0"/>
                </a:moveTo>
                <a:lnTo>
                  <a:pt x="0" y="0"/>
                </a:lnTo>
                <a:lnTo>
                  <a:pt x="0" y="228600"/>
                </a:lnTo>
                <a:lnTo>
                  <a:pt x="11403584" y="228600"/>
                </a:lnTo>
                <a:lnTo>
                  <a:pt x="11403584" y="0"/>
                </a:lnTo>
                <a:close/>
              </a:path>
            </a:pathLst>
          </a:custGeom>
          <a:solidFill>
            <a:srgbClr val="92B6D2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9838" y="330149"/>
            <a:ext cx="693800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pc="-210" noProof="0" dirty="0"/>
              <a:t>Tipo</a:t>
            </a:r>
            <a:r>
              <a:rPr lang="es-CO" spc="-250" noProof="0" dirty="0"/>
              <a:t> </a:t>
            </a:r>
            <a:r>
              <a:rPr lang="es-CO" noProof="0" dirty="0"/>
              <a:t>de</a:t>
            </a:r>
            <a:r>
              <a:rPr lang="es-CO" spc="-140" noProof="0" dirty="0"/>
              <a:t> </a:t>
            </a:r>
            <a:r>
              <a:rPr lang="es-CO" spc="-300" noProof="0" dirty="0"/>
              <a:t>conocimiento</a:t>
            </a:r>
            <a:r>
              <a:rPr lang="es-CO" spc="-390" noProof="0" dirty="0"/>
              <a:t> </a:t>
            </a:r>
            <a:r>
              <a:rPr lang="es-CO" noProof="0" dirty="0"/>
              <a:t>a </a:t>
            </a:r>
            <a:r>
              <a:rPr lang="es-CO" spc="-95" noProof="0" dirty="0"/>
              <a:t>extraer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0" y="1280160"/>
            <a:ext cx="711835" cy="228600"/>
          </a:xfrm>
          <a:prstGeom prst="rect">
            <a:avLst/>
          </a:prstGeom>
          <a:solidFill>
            <a:srgbClr val="DD8046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380"/>
              </a:lnSpc>
            </a:pPr>
            <a:r>
              <a:rPr lang="es-CO" sz="1200" b="1" spc="-25" noProof="0" dirty="0">
                <a:solidFill>
                  <a:srgbClr val="FFFFFF"/>
                </a:solidFill>
                <a:latin typeface="Arial"/>
                <a:cs typeface="Arial"/>
              </a:rPr>
              <a:t>13</a:t>
            </a:r>
            <a:endParaRPr lang="es-CO" sz="1200" noProof="0"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0988" y="2093467"/>
            <a:ext cx="63500" cy="18732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0988" y="4735195"/>
            <a:ext cx="63500" cy="1873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0988" y="5200015"/>
            <a:ext cx="63500" cy="18732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17854" y="1406423"/>
            <a:ext cx="9874250" cy="4934683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32105" indent="-319405" algn="just">
              <a:lnSpc>
                <a:spcPct val="100000"/>
              </a:lnSpc>
              <a:spcBef>
                <a:spcPts val="409"/>
              </a:spcBef>
              <a:buClr>
                <a:srgbClr val="DD8046"/>
              </a:buClr>
              <a:buSzPct val="58928"/>
              <a:buFont typeface="Wingdings"/>
              <a:buChar char=""/>
              <a:tabLst>
                <a:tab pos="332105" algn="l"/>
              </a:tabLst>
            </a:pPr>
            <a:r>
              <a:rPr lang="es-CO" sz="2800" b="1" spc="-100" noProof="0" dirty="0">
                <a:latin typeface="Arial"/>
                <a:cs typeface="Arial"/>
              </a:rPr>
              <a:t>Predictivo</a:t>
            </a:r>
            <a:endParaRPr lang="es-CO" sz="2800" noProof="0" dirty="0">
              <a:latin typeface="Arial"/>
              <a:cs typeface="Arial"/>
            </a:endParaRPr>
          </a:p>
          <a:p>
            <a:pPr marL="522605" marR="251460" indent="36195" algn="just">
              <a:lnSpc>
                <a:spcPct val="108900"/>
              </a:lnSpc>
              <a:spcBef>
                <a:spcPts val="15"/>
              </a:spcBef>
            </a:pPr>
            <a:r>
              <a:rPr lang="es-CO" sz="2800" spc="-530" noProof="0" dirty="0">
                <a:latin typeface="Microsoft Sans Serif"/>
                <a:cs typeface="Microsoft Sans Serif"/>
              </a:rPr>
              <a:t>Con </a:t>
            </a:r>
            <a:r>
              <a:rPr lang="es-CO" sz="2800" spc="-190" noProof="0" dirty="0">
                <a:latin typeface="Microsoft Sans Serif"/>
                <a:cs typeface="Microsoft Sans Serif"/>
              </a:rPr>
              <a:t>bas</a:t>
            </a:r>
            <a:r>
              <a:rPr lang="es-CO" sz="2800" spc="-20" noProof="0" dirty="0">
                <a:latin typeface="Microsoft Sans Serif"/>
                <a:cs typeface="Microsoft Sans Serif"/>
              </a:rPr>
              <a:t>e</a:t>
            </a:r>
            <a:r>
              <a:rPr lang="es-CO" sz="2800" spc="-95" noProof="0" dirty="0">
                <a:latin typeface="Microsoft Sans Serif"/>
                <a:cs typeface="Microsoft Sans Serif"/>
              </a:rPr>
              <a:t> </a:t>
            </a:r>
            <a:r>
              <a:rPr lang="es-CO" sz="2800" noProof="0" dirty="0">
                <a:latin typeface="Microsoft Sans Serif"/>
                <a:cs typeface="Microsoft Sans Serif"/>
              </a:rPr>
              <a:t>al</a:t>
            </a:r>
            <a:r>
              <a:rPr lang="es-CO" sz="2800" spc="65" noProof="0" dirty="0">
                <a:latin typeface="Microsoft Sans Serif"/>
                <a:cs typeface="Microsoft Sans Serif"/>
              </a:rPr>
              <a:t> </a:t>
            </a:r>
            <a:r>
              <a:rPr lang="es-CO" sz="2800" spc="-160" noProof="0" dirty="0">
                <a:latin typeface="Microsoft Sans Serif"/>
                <a:cs typeface="Microsoft Sans Serif"/>
              </a:rPr>
              <a:t>modelo</a:t>
            </a:r>
            <a:r>
              <a:rPr lang="es-CO" sz="2800" spc="-60" noProof="0" dirty="0">
                <a:latin typeface="Microsoft Sans Serif"/>
                <a:cs typeface="Microsoft Sans Serif"/>
              </a:rPr>
              <a:t> </a:t>
            </a:r>
            <a:r>
              <a:rPr lang="es-CO" sz="2800" spc="-175" noProof="0" dirty="0">
                <a:latin typeface="Microsoft Sans Serif"/>
                <a:cs typeface="Microsoft Sans Serif"/>
              </a:rPr>
              <a:t>construido</a:t>
            </a:r>
            <a:r>
              <a:rPr lang="es-CO" sz="2800" spc="-125" noProof="0" dirty="0">
                <a:latin typeface="Microsoft Sans Serif"/>
                <a:cs typeface="Microsoft Sans Serif"/>
              </a:rPr>
              <a:t> </a:t>
            </a:r>
            <a:r>
              <a:rPr lang="es-CO" sz="2800" spc="-175" noProof="0" dirty="0">
                <a:latin typeface="Microsoft Sans Serif"/>
                <a:cs typeface="Microsoft Sans Serif"/>
              </a:rPr>
              <a:t>es</a:t>
            </a:r>
            <a:r>
              <a:rPr lang="es-CO" sz="2800" spc="-240" noProof="0" dirty="0">
                <a:latin typeface="Microsoft Sans Serif"/>
                <a:cs typeface="Microsoft Sans Serif"/>
              </a:rPr>
              <a:t> </a:t>
            </a:r>
            <a:r>
              <a:rPr lang="es-CO" sz="2800" spc="-120" noProof="0" dirty="0">
                <a:latin typeface="Microsoft Sans Serif"/>
                <a:cs typeface="Microsoft Sans Serif"/>
              </a:rPr>
              <a:t>posible</a:t>
            </a:r>
            <a:r>
              <a:rPr lang="es-CO" sz="2800" spc="-95" noProof="0" dirty="0">
                <a:latin typeface="Microsoft Sans Serif"/>
                <a:cs typeface="Microsoft Sans Serif"/>
              </a:rPr>
              <a:t> </a:t>
            </a:r>
            <a:r>
              <a:rPr lang="es-CO" sz="2800" spc="-85" noProof="0" dirty="0">
                <a:latin typeface="Microsoft Sans Serif"/>
                <a:cs typeface="Microsoft Sans Serif"/>
              </a:rPr>
              <a:t>predecir</a:t>
            </a:r>
            <a:r>
              <a:rPr lang="es-CO" sz="2800" spc="-45" noProof="0" dirty="0">
                <a:latin typeface="Microsoft Sans Serif"/>
                <a:cs typeface="Microsoft Sans Serif"/>
              </a:rPr>
              <a:t> </a:t>
            </a:r>
            <a:r>
              <a:rPr lang="es-CO" sz="2800" spc="-250" noProof="0" dirty="0">
                <a:latin typeface="Microsoft Sans Serif"/>
                <a:cs typeface="Microsoft Sans Serif"/>
              </a:rPr>
              <a:t>hechos</a:t>
            </a:r>
            <a:r>
              <a:rPr lang="es-CO" sz="2800" spc="-229" noProof="0" dirty="0">
                <a:latin typeface="Microsoft Sans Serif"/>
                <a:cs typeface="Microsoft Sans Serif"/>
              </a:rPr>
              <a:t> </a:t>
            </a:r>
            <a:r>
              <a:rPr lang="es-CO" sz="2800" spc="-110" noProof="0" dirty="0">
                <a:latin typeface="Microsoft Sans Serif"/>
                <a:cs typeface="Microsoft Sans Serif"/>
              </a:rPr>
              <a:t>futuros. </a:t>
            </a:r>
            <a:r>
              <a:rPr lang="es-CO" sz="2800" spc="-635" noProof="0" dirty="0">
                <a:latin typeface="Microsoft Sans Serif"/>
                <a:cs typeface="Microsoft Sans Serif"/>
              </a:rPr>
              <a:t>P</a:t>
            </a:r>
            <a:r>
              <a:rPr lang="es-CO" sz="2800" spc="-100" noProof="0" dirty="0">
                <a:latin typeface="Microsoft Sans Serif"/>
                <a:cs typeface="Microsoft Sans Serif"/>
              </a:rPr>
              <a:t>o</a:t>
            </a:r>
            <a:r>
              <a:rPr lang="es-CO" sz="2800" spc="-15" noProof="0" dirty="0">
                <a:latin typeface="Microsoft Sans Serif"/>
                <a:cs typeface="Microsoft Sans Serif"/>
              </a:rPr>
              <a:t>r</a:t>
            </a:r>
            <a:r>
              <a:rPr lang="es-CO" sz="2800" spc="-5" noProof="0" dirty="0">
                <a:latin typeface="Microsoft Sans Serif"/>
                <a:cs typeface="Microsoft Sans Serif"/>
              </a:rPr>
              <a:t> </a:t>
            </a:r>
            <a:r>
              <a:rPr lang="es-CO" sz="2800" spc="-145" noProof="0" dirty="0">
                <a:latin typeface="Microsoft Sans Serif"/>
                <a:cs typeface="Microsoft Sans Serif"/>
              </a:rPr>
              <a:t>ejemplo</a:t>
            </a:r>
            <a:r>
              <a:rPr lang="es-CO" sz="2800" spc="-40" noProof="0" dirty="0">
                <a:latin typeface="Microsoft Sans Serif"/>
                <a:cs typeface="Microsoft Sans Serif"/>
              </a:rPr>
              <a:t> </a:t>
            </a:r>
            <a:r>
              <a:rPr lang="es-CO" sz="2800" spc="-175" noProof="0" dirty="0">
                <a:latin typeface="Microsoft Sans Serif"/>
                <a:cs typeface="Microsoft Sans Serif"/>
              </a:rPr>
              <a:t>se</a:t>
            </a:r>
            <a:r>
              <a:rPr lang="es-CO" sz="2800" spc="-254" noProof="0" dirty="0">
                <a:latin typeface="Microsoft Sans Serif"/>
                <a:cs typeface="Microsoft Sans Serif"/>
              </a:rPr>
              <a:t> </a:t>
            </a:r>
            <a:r>
              <a:rPr lang="es-CO" sz="2800" spc="-220" noProof="0" dirty="0">
                <a:latin typeface="Microsoft Sans Serif"/>
                <a:cs typeface="Microsoft Sans Serif"/>
              </a:rPr>
              <a:t>busca</a:t>
            </a:r>
            <a:r>
              <a:rPr lang="es-CO" sz="2800" spc="-85" noProof="0" dirty="0">
                <a:latin typeface="Microsoft Sans Serif"/>
                <a:cs typeface="Microsoft Sans Serif"/>
              </a:rPr>
              <a:t> </a:t>
            </a:r>
            <a:r>
              <a:rPr lang="es-CO" sz="2800" spc="-10" noProof="0" dirty="0">
                <a:latin typeface="Microsoft Sans Serif"/>
                <a:cs typeface="Microsoft Sans Serif"/>
              </a:rPr>
              <a:t>predecir:</a:t>
            </a:r>
            <a:endParaRPr lang="es-CO" sz="2800" noProof="0" dirty="0">
              <a:latin typeface="Microsoft Sans Serif"/>
              <a:cs typeface="Microsoft Sans Serif"/>
            </a:endParaRPr>
          </a:p>
          <a:p>
            <a:pPr marL="925830" lvl="1" indent="-227965" algn="just">
              <a:lnSpc>
                <a:spcPct val="100000"/>
              </a:lnSpc>
              <a:spcBef>
                <a:spcPts val="204"/>
              </a:spcBef>
              <a:buClr>
                <a:srgbClr val="DD8046"/>
              </a:buClr>
              <a:buSzPct val="74000"/>
              <a:buFont typeface="Wingdings"/>
              <a:buChar char=""/>
              <a:tabLst>
                <a:tab pos="925830" algn="l"/>
              </a:tabLst>
            </a:pPr>
            <a:r>
              <a:rPr lang="es-CO" sz="2500" spc="-125" noProof="0" dirty="0">
                <a:latin typeface="Microsoft Sans Serif"/>
                <a:cs typeface="Microsoft Sans Serif"/>
              </a:rPr>
              <a:t>Cuál</a:t>
            </a:r>
            <a:r>
              <a:rPr lang="es-CO" sz="2500" spc="-155" noProof="0" dirty="0">
                <a:latin typeface="Microsoft Sans Serif"/>
                <a:cs typeface="Microsoft Sans Serif"/>
              </a:rPr>
              <a:t> </a:t>
            </a:r>
            <a:r>
              <a:rPr lang="es-CO" sz="2500" spc="-175" noProof="0" dirty="0">
                <a:latin typeface="Microsoft Sans Serif"/>
                <a:cs typeface="Microsoft Sans Serif"/>
              </a:rPr>
              <a:t>medicamento</a:t>
            </a:r>
            <a:r>
              <a:rPr lang="es-CO" sz="2500" spc="-80" noProof="0" dirty="0">
                <a:latin typeface="Microsoft Sans Serif"/>
                <a:cs typeface="Microsoft Sans Serif"/>
              </a:rPr>
              <a:t> </a:t>
            </a:r>
            <a:r>
              <a:rPr lang="es-CO" sz="2500" spc="-190" noProof="0" dirty="0">
                <a:latin typeface="Microsoft Sans Serif"/>
                <a:cs typeface="Microsoft Sans Serif"/>
              </a:rPr>
              <a:t>suministrar</a:t>
            </a:r>
            <a:r>
              <a:rPr lang="es-CO" sz="2500" spc="95" noProof="0" dirty="0">
                <a:latin typeface="Microsoft Sans Serif"/>
                <a:cs typeface="Microsoft Sans Serif"/>
              </a:rPr>
              <a:t> </a:t>
            </a:r>
            <a:r>
              <a:rPr lang="es-CO" sz="2500" noProof="0" dirty="0">
                <a:latin typeface="Microsoft Sans Serif"/>
                <a:cs typeface="Microsoft Sans Serif"/>
              </a:rPr>
              <a:t>a</a:t>
            </a:r>
            <a:r>
              <a:rPr lang="es-CO" sz="2500" spc="5" noProof="0" dirty="0">
                <a:latin typeface="Microsoft Sans Serif"/>
                <a:cs typeface="Microsoft Sans Serif"/>
              </a:rPr>
              <a:t> </a:t>
            </a:r>
            <a:r>
              <a:rPr lang="es-CO" sz="2500" spc="-150" noProof="0" dirty="0">
                <a:latin typeface="Microsoft Sans Serif"/>
                <a:cs typeface="Microsoft Sans Serif"/>
              </a:rPr>
              <a:t>un</a:t>
            </a:r>
            <a:r>
              <a:rPr lang="es-CO" sz="2500" spc="-275" noProof="0" dirty="0">
                <a:latin typeface="Microsoft Sans Serif"/>
                <a:cs typeface="Microsoft Sans Serif"/>
              </a:rPr>
              <a:t> </a:t>
            </a:r>
            <a:r>
              <a:rPr lang="es-CO" sz="2500" spc="-110" noProof="0" dirty="0">
                <a:latin typeface="Microsoft Sans Serif"/>
                <a:cs typeface="Microsoft Sans Serif"/>
              </a:rPr>
              <a:t>paciente</a:t>
            </a:r>
            <a:r>
              <a:rPr lang="es-CO" sz="2500" spc="-100" noProof="0" dirty="0">
                <a:latin typeface="Microsoft Sans Serif"/>
                <a:cs typeface="Microsoft Sans Serif"/>
              </a:rPr>
              <a:t> </a:t>
            </a:r>
            <a:r>
              <a:rPr lang="es-CO" sz="2500" spc="-10" noProof="0" dirty="0">
                <a:latin typeface="Microsoft Sans Serif"/>
                <a:cs typeface="Microsoft Sans Serif"/>
              </a:rPr>
              <a:t>dado.</a:t>
            </a:r>
            <a:endParaRPr lang="es-CO" sz="2500" noProof="0" dirty="0">
              <a:latin typeface="Microsoft Sans Serif"/>
              <a:cs typeface="Microsoft Sans Serif"/>
            </a:endParaRPr>
          </a:p>
          <a:p>
            <a:pPr marL="925830" lvl="1" indent="-227965" algn="just">
              <a:lnSpc>
                <a:spcPct val="100000"/>
              </a:lnSpc>
              <a:spcBef>
                <a:spcPts val="204"/>
              </a:spcBef>
              <a:buClr>
                <a:srgbClr val="DD8046"/>
              </a:buClr>
              <a:buSzPct val="74000"/>
              <a:buFont typeface="Wingdings"/>
              <a:buChar char=""/>
              <a:tabLst>
                <a:tab pos="925830" algn="l"/>
              </a:tabLst>
            </a:pPr>
            <a:r>
              <a:rPr lang="es-CO" sz="2500" spc="-135" noProof="0" dirty="0">
                <a:latin typeface="Microsoft Sans Serif"/>
                <a:cs typeface="Microsoft Sans Serif"/>
              </a:rPr>
              <a:t>Si</a:t>
            </a:r>
            <a:r>
              <a:rPr lang="es-CO" sz="2500" spc="-195" noProof="0" dirty="0">
                <a:latin typeface="Microsoft Sans Serif"/>
                <a:cs typeface="Microsoft Sans Serif"/>
              </a:rPr>
              <a:t> </a:t>
            </a:r>
            <a:r>
              <a:rPr lang="es-CO" sz="2500" spc="-150" noProof="0" dirty="0">
                <a:latin typeface="Microsoft Sans Serif"/>
                <a:cs typeface="Microsoft Sans Serif"/>
              </a:rPr>
              <a:t>un</a:t>
            </a:r>
            <a:r>
              <a:rPr lang="es-CO" sz="2500" spc="-270" noProof="0" dirty="0">
                <a:latin typeface="Microsoft Sans Serif"/>
                <a:cs typeface="Microsoft Sans Serif"/>
              </a:rPr>
              <a:t> </a:t>
            </a:r>
            <a:r>
              <a:rPr lang="es-CO" sz="2500" spc="-125" noProof="0" dirty="0">
                <a:latin typeface="Microsoft Sans Serif"/>
                <a:cs typeface="Microsoft Sans Serif"/>
              </a:rPr>
              <a:t>mail</a:t>
            </a:r>
            <a:r>
              <a:rPr lang="es-CO" sz="2500" spc="15" noProof="0" dirty="0">
                <a:latin typeface="Microsoft Sans Serif"/>
                <a:cs typeface="Microsoft Sans Serif"/>
              </a:rPr>
              <a:t> </a:t>
            </a:r>
            <a:r>
              <a:rPr lang="es-CO" sz="2500" spc="-80" noProof="0" dirty="0">
                <a:latin typeface="Microsoft Sans Serif"/>
                <a:cs typeface="Microsoft Sans Serif"/>
              </a:rPr>
              <a:t>recibido</a:t>
            </a:r>
            <a:r>
              <a:rPr lang="es-CO" sz="2500" spc="-50" noProof="0" dirty="0">
                <a:latin typeface="Microsoft Sans Serif"/>
                <a:cs typeface="Microsoft Sans Serif"/>
              </a:rPr>
              <a:t> </a:t>
            </a:r>
            <a:r>
              <a:rPr lang="es-CO" sz="2500" spc="-165" noProof="0" dirty="0">
                <a:latin typeface="Microsoft Sans Serif"/>
                <a:cs typeface="Microsoft Sans Serif"/>
              </a:rPr>
              <a:t>es</a:t>
            </a:r>
            <a:r>
              <a:rPr lang="es-CO" sz="2500" spc="-250" noProof="0" dirty="0">
                <a:latin typeface="Microsoft Sans Serif"/>
                <a:cs typeface="Microsoft Sans Serif"/>
              </a:rPr>
              <a:t> </a:t>
            </a:r>
            <a:r>
              <a:rPr lang="es-CO" sz="2500" spc="-180" noProof="0" dirty="0">
                <a:latin typeface="Microsoft Sans Serif"/>
                <a:cs typeface="Microsoft Sans Serif"/>
              </a:rPr>
              <a:t>spam</a:t>
            </a:r>
            <a:r>
              <a:rPr lang="es-CO" sz="2500" spc="-200" noProof="0" dirty="0">
                <a:latin typeface="Microsoft Sans Serif"/>
                <a:cs typeface="Microsoft Sans Serif"/>
              </a:rPr>
              <a:t> </a:t>
            </a:r>
            <a:r>
              <a:rPr lang="es-CO" sz="2500" noProof="0" dirty="0">
                <a:latin typeface="Microsoft Sans Serif"/>
                <a:cs typeface="Microsoft Sans Serif"/>
              </a:rPr>
              <a:t>o</a:t>
            </a:r>
            <a:r>
              <a:rPr lang="es-CO" sz="2500" spc="-120" noProof="0" dirty="0">
                <a:latin typeface="Microsoft Sans Serif"/>
                <a:cs typeface="Microsoft Sans Serif"/>
              </a:rPr>
              <a:t> </a:t>
            </a:r>
            <a:r>
              <a:rPr lang="es-CO" sz="2500" spc="-25" noProof="0" dirty="0">
                <a:latin typeface="Microsoft Sans Serif"/>
                <a:cs typeface="Microsoft Sans Serif"/>
              </a:rPr>
              <a:t>no.</a:t>
            </a:r>
            <a:endParaRPr lang="es-CO" sz="2500" noProof="0" dirty="0">
              <a:latin typeface="Microsoft Sans Serif"/>
              <a:cs typeface="Microsoft Sans Serif"/>
            </a:endParaRPr>
          </a:p>
          <a:p>
            <a:pPr lvl="1" algn="just">
              <a:lnSpc>
                <a:spcPct val="100000"/>
              </a:lnSpc>
              <a:spcBef>
                <a:spcPts val="865"/>
              </a:spcBef>
              <a:buClr>
                <a:srgbClr val="DD8046"/>
              </a:buClr>
              <a:buFont typeface="Wingdings"/>
              <a:buChar char=""/>
            </a:pPr>
            <a:endParaRPr lang="es-CO" sz="2500" noProof="0" dirty="0">
              <a:latin typeface="Microsoft Sans Serif"/>
              <a:cs typeface="Microsoft Sans Serif"/>
            </a:endParaRPr>
          </a:p>
          <a:p>
            <a:pPr marL="332105" indent="-319405" algn="just">
              <a:lnSpc>
                <a:spcPct val="100000"/>
              </a:lnSpc>
              <a:buClr>
                <a:srgbClr val="DD8046"/>
              </a:buClr>
              <a:buSzPct val="58928"/>
              <a:buFont typeface="Wingdings"/>
              <a:buChar char=""/>
              <a:tabLst>
                <a:tab pos="332105" algn="l"/>
              </a:tabLst>
            </a:pPr>
            <a:r>
              <a:rPr lang="es-CO" sz="2800" b="1" spc="-120" noProof="0" dirty="0">
                <a:latin typeface="Arial"/>
                <a:cs typeface="Arial"/>
              </a:rPr>
              <a:t>Descriptivo</a:t>
            </a:r>
            <a:endParaRPr lang="es-CO" sz="2800" noProof="0" dirty="0">
              <a:latin typeface="Arial"/>
              <a:cs typeface="Arial"/>
            </a:endParaRPr>
          </a:p>
          <a:p>
            <a:pPr marL="522605" marR="2638425" indent="36195" algn="just">
              <a:lnSpc>
                <a:spcPct val="108900"/>
              </a:lnSpc>
              <a:spcBef>
                <a:spcPts val="15"/>
              </a:spcBef>
            </a:pPr>
            <a:r>
              <a:rPr lang="es-CO" sz="2800" spc="-185" noProof="0" dirty="0">
                <a:latin typeface="Microsoft Sans Serif"/>
                <a:cs typeface="Microsoft Sans Serif"/>
              </a:rPr>
              <a:t>Muestran</a:t>
            </a:r>
            <a:r>
              <a:rPr lang="es-CO" sz="2800" spc="-100" noProof="0" dirty="0">
                <a:latin typeface="Microsoft Sans Serif"/>
                <a:cs typeface="Microsoft Sans Serif"/>
              </a:rPr>
              <a:t> </a:t>
            </a:r>
            <a:r>
              <a:rPr lang="es-CO" sz="2800" spc="-240" noProof="0" dirty="0">
                <a:latin typeface="Microsoft Sans Serif"/>
                <a:cs typeface="Microsoft Sans Serif"/>
              </a:rPr>
              <a:t>nuevas</a:t>
            </a:r>
            <a:r>
              <a:rPr lang="es-CO" sz="2800" spc="-160" noProof="0" dirty="0">
                <a:latin typeface="Microsoft Sans Serif"/>
                <a:cs typeface="Microsoft Sans Serif"/>
              </a:rPr>
              <a:t> </a:t>
            </a:r>
            <a:r>
              <a:rPr lang="es-CO" sz="2800" spc="-170" noProof="0" dirty="0">
                <a:latin typeface="Microsoft Sans Serif"/>
                <a:cs typeface="Microsoft Sans Serif"/>
              </a:rPr>
              <a:t>relaciones</a:t>
            </a:r>
            <a:r>
              <a:rPr lang="es-CO" sz="2800" spc="-30" noProof="0" dirty="0">
                <a:latin typeface="Microsoft Sans Serif"/>
                <a:cs typeface="Microsoft Sans Serif"/>
              </a:rPr>
              <a:t> </a:t>
            </a:r>
            <a:r>
              <a:rPr lang="es-CO" sz="2800" spc="-125" noProof="0" dirty="0">
                <a:latin typeface="Microsoft Sans Serif"/>
                <a:cs typeface="Microsoft Sans Serif"/>
              </a:rPr>
              <a:t>entre</a:t>
            </a:r>
            <a:r>
              <a:rPr lang="es-CO" sz="2800" spc="-60" noProof="0" dirty="0">
                <a:latin typeface="Microsoft Sans Serif"/>
                <a:cs typeface="Microsoft Sans Serif"/>
              </a:rPr>
              <a:t> </a:t>
            </a:r>
            <a:r>
              <a:rPr lang="es-CO" sz="2800" spc="-130" noProof="0" dirty="0">
                <a:latin typeface="Microsoft Sans Serif"/>
                <a:cs typeface="Microsoft Sans Serif"/>
              </a:rPr>
              <a:t>las</a:t>
            </a:r>
            <a:r>
              <a:rPr lang="es-CO" sz="2800" spc="-85" noProof="0" dirty="0">
                <a:latin typeface="Microsoft Sans Serif"/>
                <a:cs typeface="Microsoft Sans Serif"/>
              </a:rPr>
              <a:t> </a:t>
            </a:r>
            <a:r>
              <a:rPr lang="es-CO" sz="2800" spc="-90" noProof="0" dirty="0">
                <a:latin typeface="Microsoft Sans Serif"/>
                <a:cs typeface="Microsoft Sans Serif"/>
              </a:rPr>
              <a:t>variables. </a:t>
            </a:r>
            <a:r>
              <a:rPr lang="es-CO" sz="2800" spc="-635" noProof="0" dirty="0">
                <a:latin typeface="Microsoft Sans Serif"/>
                <a:cs typeface="Microsoft Sans Serif"/>
              </a:rPr>
              <a:t>P</a:t>
            </a:r>
            <a:r>
              <a:rPr lang="es-CO" sz="2800" spc="-100" noProof="0" dirty="0">
                <a:latin typeface="Microsoft Sans Serif"/>
                <a:cs typeface="Microsoft Sans Serif"/>
              </a:rPr>
              <a:t>o</a:t>
            </a:r>
            <a:r>
              <a:rPr lang="es-CO" sz="2800" spc="-15" noProof="0" dirty="0">
                <a:latin typeface="Microsoft Sans Serif"/>
                <a:cs typeface="Microsoft Sans Serif"/>
              </a:rPr>
              <a:t>r</a:t>
            </a:r>
            <a:r>
              <a:rPr lang="es-CO" sz="2800" spc="-30" noProof="0" dirty="0">
                <a:latin typeface="Microsoft Sans Serif"/>
                <a:cs typeface="Microsoft Sans Serif"/>
              </a:rPr>
              <a:t> </a:t>
            </a:r>
            <a:r>
              <a:rPr lang="es-CO" sz="2800" spc="-145" noProof="0" dirty="0">
                <a:latin typeface="Microsoft Sans Serif"/>
                <a:cs typeface="Microsoft Sans Serif"/>
              </a:rPr>
              <a:t>ejemplo</a:t>
            </a:r>
            <a:r>
              <a:rPr lang="es-CO" sz="2800" spc="-70" noProof="0" dirty="0">
                <a:latin typeface="Microsoft Sans Serif"/>
                <a:cs typeface="Microsoft Sans Serif"/>
              </a:rPr>
              <a:t> </a:t>
            </a:r>
            <a:r>
              <a:rPr lang="es-CO" sz="2800" spc="-175" noProof="0" dirty="0">
                <a:latin typeface="Microsoft Sans Serif"/>
                <a:cs typeface="Microsoft Sans Serif"/>
              </a:rPr>
              <a:t>se</a:t>
            </a:r>
            <a:r>
              <a:rPr lang="es-CO" sz="2800" spc="-275" noProof="0" dirty="0">
                <a:latin typeface="Microsoft Sans Serif"/>
                <a:cs typeface="Microsoft Sans Serif"/>
              </a:rPr>
              <a:t> </a:t>
            </a:r>
            <a:r>
              <a:rPr lang="es-CO" sz="2800" spc="-170" noProof="0" dirty="0">
                <a:latin typeface="Microsoft Sans Serif"/>
                <a:cs typeface="Microsoft Sans Serif"/>
              </a:rPr>
              <a:t>buscará</a:t>
            </a:r>
            <a:r>
              <a:rPr lang="es-CO" sz="2800" spc="55" noProof="0" dirty="0">
                <a:latin typeface="Microsoft Sans Serif"/>
                <a:cs typeface="Microsoft Sans Serif"/>
              </a:rPr>
              <a:t> </a:t>
            </a:r>
            <a:r>
              <a:rPr lang="es-CO" sz="2800" spc="-10" noProof="0" dirty="0">
                <a:latin typeface="Microsoft Sans Serif"/>
                <a:cs typeface="Microsoft Sans Serif"/>
              </a:rPr>
              <a:t>describir:</a:t>
            </a:r>
            <a:endParaRPr lang="es-CO" sz="2800" noProof="0" dirty="0">
              <a:latin typeface="Microsoft Sans Serif"/>
              <a:cs typeface="Microsoft Sans Serif"/>
            </a:endParaRPr>
          </a:p>
          <a:p>
            <a:pPr marL="925830" lvl="1" indent="-227965" algn="just">
              <a:lnSpc>
                <a:spcPct val="100000"/>
              </a:lnSpc>
              <a:spcBef>
                <a:spcPts val="219"/>
              </a:spcBef>
              <a:buClr>
                <a:srgbClr val="DD8046"/>
              </a:buClr>
              <a:buSzPct val="74000"/>
              <a:buFont typeface="Wingdings"/>
              <a:buChar char=""/>
              <a:tabLst>
                <a:tab pos="925830" algn="l"/>
              </a:tabLst>
            </a:pPr>
            <a:r>
              <a:rPr lang="es-CO" sz="2500" spc="-180" noProof="0" dirty="0">
                <a:latin typeface="Microsoft Sans Serif"/>
                <a:cs typeface="Microsoft Sans Serif"/>
              </a:rPr>
              <a:t>Tipos</a:t>
            </a:r>
            <a:r>
              <a:rPr lang="es-CO" sz="2500" spc="-200" noProof="0" dirty="0">
                <a:latin typeface="Microsoft Sans Serif"/>
                <a:cs typeface="Microsoft Sans Serif"/>
              </a:rPr>
              <a:t> </a:t>
            </a:r>
            <a:r>
              <a:rPr lang="es-CO" sz="2500" noProof="0" dirty="0">
                <a:latin typeface="Microsoft Sans Serif"/>
                <a:cs typeface="Microsoft Sans Serif"/>
              </a:rPr>
              <a:t>de</a:t>
            </a:r>
            <a:r>
              <a:rPr lang="es-CO" sz="2500" spc="-114" noProof="0" dirty="0">
                <a:latin typeface="Microsoft Sans Serif"/>
                <a:cs typeface="Microsoft Sans Serif"/>
              </a:rPr>
              <a:t> </a:t>
            </a:r>
            <a:r>
              <a:rPr lang="es-CO" sz="2500" spc="-160" noProof="0" dirty="0">
                <a:latin typeface="Microsoft Sans Serif"/>
                <a:cs typeface="Microsoft Sans Serif"/>
              </a:rPr>
              <a:t>clientes</a:t>
            </a:r>
            <a:r>
              <a:rPr lang="es-CO" sz="2500" spc="-125" noProof="0" dirty="0">
                <a:latin typeface="Microsoft Sans Serif"/>
                <a:cs typeface="Microsoft Sans Serif"/>
              </a:rPr>
              <a:t> </a:t>
            </a:r>
            <a:r>
              <a:rPr lang="es-CO" sz="2500" noProof="0" dirty="0">
                <a:latin typeface="Microsoft Sans Serif"/>
                <a:cs typeface="Microsoft Sans Serif"/>
              </a:rPr>
              <a:t>para</a:t>
            </a:r>
            <a:r>
              <a:rPr lang="es-CO" sz="2500" spc="-30" noProof="0" dirty="0">
                <a:latin typeface="Microsoft Sans Serif"/>
                <a:cs typeface="Microsoft Sans Serif"/>
              </a:rPr>
              <a:t> </a:t>
            </a:r>
            <a:r>
              <a:rPr lang="es-CO" sz="2500" spc="-114" noProof="0" dirty="0">
                <a:latin typeface="Microsoft Sans Serif"/>
                <a:cs typeface="Microsoft Sans Serif"/>
              </a:rPr>
              <a:t>diseñar</a:t>
            </a:r>
            <a:r>
              <a:rPr lang="es-CO" sz="2500" spc="-130" noProof="0" dirty="0">
                <a:latin typeface="Microsoft Sans Serif"/>
                <a:cs typeface="Microsoft Sans Serif"/>
              </a:rPr>
              <a:t> </a:t>
            </a:r>
            <a:r>
              <a:rPr lang="es-CO" sz="2500" spc="-170" noProof="0" dirty="0">
                <a:latin typeface="Microsoft Sans Serif"/>
                <a:cs typeface="Microsoft Sans Serif"/>
              </a:rPr>
              <a:t>campañas</a:t>
            </a:r>
            <a:r>
              <a:rPr lang="es-CO" sz="2500" spc="-245" noProof="0" dirty="0">
                <a:latin typeface="Microsoft Sans Serif"/>
                <a:cs typeface="Microsoft Sans Serif"/>
              </a:rPr>
              <a:t> </a:t>
            </a:r>
            <a:r>
              <a:rPr lang="es-CO" sz="2500" noProof="0" dirty="0">
                <a:latin typeface="Microsoft Sans Serif"/>
                <a:cs typeface="Microsoft Sans Serif"/>
              </a:rPr>
              <a:t>de</a:t>
            </a:r>
            <a:r>
              <a:rPr lang="es-CO" sz="2500" spc="-85" noProof="0" dirty="0">
                <a:latin typeface="Microsoft Sans Serif"/>
                <a:cs typeface="Microsoft Sans Serif"/>
              </a:rPr>
              <a:t> </a:t>
            </a:r>
            <a:r>
              <a:rPr lang="es-CO" sz="2500" spc="-10" noProof="0" dirty="0">
                <a:latin typeface="Microsoft Sans Serif"/>
                <a:cs typeface="Microsoft Sans Serif"/>
              </a:rPr>
              <a:t>marketing.</a:t>
            </a:r>
            <a:endParaRPr lang="es-CO" sz="2500" noProof="0" dirty="0">
              <a:latin typeface="Microsoft Sans Serif"/>
              <a:cs typeface="Microsoft Sans Serif"/>
            </a:endParaRPr>
          </a:p>
          <a:p>
            <a:pPr marL="925830" lvl="1" indent="-227965" algn="just">
              <a:lnSpc>
                <a:spcPct val="100000"/>
              </a:lnSpc>
              <a:spcBef>
                <a:spcPts val="190"/>
              </a:spcBef>
              <a:buClr>
                <a:srgbClr val="DD8046"/>
              </a:buClr>
              <a:buSzPct val="74000"/>
              <a:buFont typeface="Wingdings"/>
              <a:buChar char=""/>
              <a:tabLst>
                <a:tab pos="925830" algn="l"/>
              </a:tabLst>
            </a:pPr>
            <a:r>
              <a:rPr lang="es-CO" sz="2500" spc="-225" noProof="0" dirty="0">
                <a:latin typeface="Microsoft Sans Serif"/>
                <a:cs typeface="Microsoft Sans Serif"/>
              </a:rPr>
              <a:t>Transacciones</a:t>
            </a:r>
            <a:r>
              <a:rPr lang="es-CO" sz="2500" spc="-185" noProof="0" dirty="0">
                <a:latin typeface="Microsoft Sans Serif"/>
                <a:cs typeface="Microsoft Sans Serif"/>
              </a:rPr>
              <a:t> </a:t>
            </a:r>
            <a:r>
              <a:rPr lang="es-CO" sz="2500" spc="-114" noProof="0" dirty="0">
                <a:latin typeface="Microsoft Sans Serif"/>
                <a:cs typeface="Microsoft Sans Serif"/>
              </a:rPr>
              <a:t>en</a:t>
            </a:r>
            <a:r>
              <a:rPr lang="es-CO" sz="2500" spc="-195" noProof="0" dirty="0">
                <a:latin typeface="Microsoft Sans Serif"/>
                <a:cs typeface="Microsoft Sans Serif"/>
              </a:rPr>
              <a:t> </a:t>
            </a:r>
            <a:r>
              <a:rPr lang="es-CO" sz="2500" spc="-145" noProof="0" dirty="0">
                <a:latin typeface="Microsoft Sans Serif"/>
                <a:cs typeface="Microsoft Sans Serif"/>
              </a:rPr>
              <a:t>una</a:t>
            </a:r>
            <a:r>
              <a:rPr lang="es-CO" sz="2500" spc="-195" noProof="0" dirty="0">
                <a:latin typeface="Microsoft Sans Serif"/>
                <a:cs typeface="Microsoft Sans Serif"/>
              </a:rPr>
              <a:t> </a:t>
            </a:r>
            <a:r>
              <a:rPr lang="es-CO" sz="2500" spc="-10" noProof="0" dirty="0">
                <a:latin typeface="Microsoft Sans Serif"/>
                <a:cs typeface="Microsoft Sans Serif"/>
              </a:rPr>
              <a:t>tarjeta</a:t>
            </a:r>
            <a:r>
              <a:rPr lang="es-CO" sz="2500" spc="-80" noProof="0" dirty="0">
                <a:latin typeface="Microsoft Sans Serif"/>
                <a:cs typeface="Microsoft Sans Serif"/>
              </a:rPr>
              <a:t> </a:t>
            </a:r>
            <a:r>
              <a:rPr lang="es-CO" sz="2500" noProof="0" dirty="0">
                <a:latin typeface="Microsoft Sans Serif"/>
                <a:cs typeface="Microsoft Sans Serif"/>
              </a:rPr>
              <a:t>de</a:t>
            </a:r>
            <a:r>
              <a:rPr lang="es-CO" sz="2500" spc="-60" noProof="0" dirty="0">
                <a:latin typeface="Microsoft Sans Serif"/>
                <a:cs typeface="Microsoft Sans Serif"/>
              </a:rPr>
              <a:t> </a:t>
            </a:r>
            <a:r>
              <a:rPr lang="es-CO" sz="2500" spc="-85" noProof="0" dirty="0">
                <a:latin typeface="Microsoft Sans Serif"/>
                <a:cs typeface="Microsoft Sans Serif"/>
              </a:rPr>
              <a:t>crédito </a:t>
            </a:r>
            <a:r>
              <a:rPr lang="es-CO" sz="2500" noProof="0" dirty="0">
                <a:latin typeface="Microsoft Sans Serif"/>
                <a:cs typeface="Microsoft Sans Serif"/>
              </a:rPr>
              <a:t>para</a:t>
            </a:r>
            <a:r>
              <a:rPr lang="es-CO" sz="2500" spc="-15" noProof="0" dirty="0">
                <a:latin typeface="Microsoft Sans Serif"/>
                <a:cs typeface="Microsoft Sans Serif"/>
              </a:rPr>
              <a:t> </a:t>
            </a:r>
            <a:r>
              <a:rPr lang="es-CO" sz="2500" spc="-80" noProof="0" dirty="0">
                <a:latin typeface="Microsoft Sans Serif"/>
                <a:cs typeface="Microsoft Sans Serif"/>
              </a:rPr>
              <a:t>detectar</a:t>
            </a:r>
            <a:r>
              <a:rPr lang="es-CO" sz="2500" spc="-40" noProof="0" dirty="0">
                <a:latin typeface="Microsoft Sans Serif"/>
                <a:cs typeface="Microsoft Sans Serif"/>
              </a:rPr>
              <a:t> </a:t>
            </a:r>
            <a:r>
              <a:rPr lang="es-CO" sz="2500" spc="-225" noProof="0" dirty="0">
                <a:latin typeface="Microsoft Sans Serif"/>
                <a:cs typeface="Microsoft Sans Serif"/>
              </a:rPr>
              <a:t>casos</a:t>
            </a:r>
            <a:r>
              <a:rPr lang="es-CO" sz="2500" spc="-210" noProof="0" dirty="0">
                <a:latin typeface="Microsoft Sans Serif"/>
                <a:cs typeface="Microsoft Sans Serif"/>
              </a:rPr>
              <a:t> </a:t>
            </a:r>
            <a:r>
              <a:rPr lang="es-CO" sz="2500" spc="-125" noProof="0" dirty="0">
                <a:latin typeface="Microsoft Sans Serif"/>
                <a:cs typeface="Microsoft Sans Serif"/>
              </a:rPr>
              <a:t>anómalos.</a:t>
            </a:r>
            <a:endParaRPr lang="es-CO" sz="2500" noProof="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427" rIns="0" bIns="0" rtlCol="0">
            <a:spAutoFit/>
          </a:bodyPr>
          <a:lstStyle/>
          <a:p>
            <a:pPr marL="678815">
              <a:lnSpc>
                <a:spcPct val="100000"/>
              </a:lnSpc>
              <a:spcBef>
                <a:spcPts val="105"/>
              </a:spcBef>
            </a:pPr>
            <a:r>
              <a:rPr lang="es-CO" spc="-229" noProof="0" dirty="0"/>
              <a:t>Tarea</a:t>
            </a:r>
            <a:r>
              <a:rPr lang="es-CO" spc="-260" noProof="0" dirty="0"/>
              <a:t> </a:t>
            </a:r>
            <a:r>
              <a:rPr lang="es-CO" spc="-125" noProof="0" dirty="0"/>
              <a:t>predictiva</a:t>
            </a:r>
            <a:r>
              <a:rPr lang="es-CO" spc="-130" noProof="0" dirty="0"/>
              <a:t> </a:t>
            </a:r>
            <a:r>
              <a:rPr lang="es-CO" noProof="0" dirty="0"/>
              <a:t>-</a:t>
            </a:r>
            <a:r>
              <a:rPr lang="es-CO" spc="60" noProof="0" dirty="0"/>
              <a:t> </a:t>
            </a:r>
            <a:r>
              <a:rPr lang="es-CO" spc="-145" noProof="0" dirty="0"/>
              <a:t>Aprendizaje</a:t>
            </a:r>
            <a:r>
              <a:rPr lang="es-CO" spc="-135" noProof="0" dirty="0"/>
              <a:t> </a:t>
            </a:r>
            <a:r>
              <a:rPr lang="es-CO" spc="-215" noProof="0" dirty="0"/>
              <a:t>supervisado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2980" y="2066544"/>
            <a:ext cx="1228344" cy="12359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7447" y="5120640"/>
            <a:ext cx="1165860" cy="11140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2980" y="3619500"/>
            <a:ext cx="1100328" cy="106070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55976" y="2924555"/>
            <a:ext cx="1685544" cy="116128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19983" y="4553711"/>
            <a:ext cx="1621536" cy="117043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260847" y="3564635"/>
            <a:ext cx="1345692" cy="112623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047488" y="2010155"/>
            <a:ext cx="1772412" cy="115214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399532" y="5081015"/>
            <a:ext cx="1066800" cy="128625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04731" y="3349752"/>
            <a:ext cx="1728216" cy="132130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311402" y="1783156"/>
            <a:ext cx="5600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CO" sz="1600" b="1" spc="-100" noProof="0" dirty="0">
                <a:latin typeface="Arial"/>
                <a:cs typeface="Arial"/>
              </a:rPr>
              <a:t>GATO</a:t>
            </a:r>
            <a:endParaRPr lang="es-CO" sz="1600" noProof="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06500" y="3357117"/>
            <a:ext cx="5600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CO" sz="1600" b="1" spc="-100" noProof="0" dirty="0">
                <a:latin typeface="Arial"/>
                <a:cs typeface="Arial"/>
              </a:rPr>
              <a:t>GATO</a:t>
            </a:r>
            <a:endParaRPr lang="es-CO" sz="1600" noProof="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51610" y="4827270"/>
            <a:ext cx="5600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CO" sz="1600" b="1" spc="-100" noProof="0" dirty="0">
                <a:latin typeface="Arial"/>
                <a:cs typeface="Arial"/>
              </a:rPr>
              <a:t>GATO</a:t>
            </a:r>
            <a:endParaRPr lang="es-CO" sz="1600" noProof="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89553" y="2610357"/>
            <a:ext cx="7289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CO" sz="1600" b="1" spc="-25" noProof="0" dirty="0">
                <a:latin typeface="Arial"/>
                <a:cs typeface="Arial"/>
              </a:rPr>
              <a:t>ARBOL</a:t>
            </a:r>
            <a:endParaRPr lang="es-CO" sz="1600" noProof="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24859" y="4243197"/>
            <a:ext cx="7302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CO" sz="1600" b="1" spc="-15" noProof="0" dirty="0">
                <a:latin typeface="Arial"/>
                <a:cs typeface="Arial"/>
              </a:rPr>
              <a:t>ARBOL</a:t>
            </a:r>
            <a:endParaRPr lang="es-CO" sz="1600" noProof="0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39334" y="1674367"/>
            <a:ext cx="11830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CO" sz="1600" b="1" spc="-10" noProof="0" dirty="0">
                <a:latin typeface="Arial"/>
                <a:cs typeface="Arial"/>
              </a:rPr>
              <a:t>CUADERNO</a:t>
            </a:r>
            <a:endParaRPr lang="es-CO" sz="1600" noProof="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04790" y="3276727"/>
            <a:ext cx="11849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CO" sz="1600" b="1" spc="-10" noProof="0" dirty="0">
                <a:latin typeface="Arial"/>
                <a:cs typeface="Arial"/>
              </a:rPr>
              <a:t>CUADERNO</a:t>
            </a:r>
            <a:endParaRPr lang="es-CO" sz="1600" noProof="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53050" y="4878704"/>
            <a:ext cx="11830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CO" sz="1600" b="1" spc="-10" noProof="0" dirty="0">
                <a:latin typeface="Arial"/>
                <a:cs typeface="Arial"/>
              </a:rPr>
              <a:t>CUADERNO</a:t>
            </a:r>
            <a:endParaRPr lang="es-CO" sz="1600" noProof="0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455022" y="2972180"/>
            <a:ext cx="5600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CO" sz="1600" b="1" spc="-100" noProof="0" dirty="0">
                <a:latin typeface="Arial"/>
                <a:cs typeface="Arial"/>
              </a:rPr>
              <a:t>GATO</a:t>
            </a:r>
            <a:endParaRPr lang="es-CO" sz="1600" noProof="0" dirty="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647301" y="4878704"/>
            <a:ext cx="1498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CO" sz="1600" b="1" spc="-50" noProof="0" dirty="0">
                <a:latin typeface="Arial"/>
                <a:cs typeface="Arial"/>
              </a:rPr>
              <a:t>?</a:t>
            </a:r>
            <a:endParaRPr lang="es-CO" sz="1600" noProof="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427" rIns="0" bIns="0" rtlCol="0">
            <a:spAutoFit/>
          </a:bodyPr>
          <a:lstStyle/>
          <a:p>
            <a:pPr marL="678815">
              <a:lnSpc>
                <a:spcPct val="100000"/>
              </a:lnSpc>
              <a:spcBef>
                <a:spcPts val="105"/>
              </a:spcBef>
            </a:pPr>
            <a:r>
              <a:rPr lang="es-CO" spc="-1110" noProof="0" dirty="0"/>
              <a:t>T</a:t>
            </a:r>
            <a:r>
              <a:rPr lang="es-CO" spc="-80" noProof="0" dirty="0"/>
              <a:t>a</a:t>
            </a:r>
            <a:r>
              <a:rPr lang="es-CO" spc="-75" noProof="0" dirty="0"/>
              <a:t>r</a:t>
            </a:r>
            <a:r>
              <a:rPr lang="es-CO" spc="-80" noProof="0" dirty="0"/>
              <a:t>e</a:t>
            </a:r>
            <a:r>
              <a:rPr lang="es-CO" noProof="0" dirty="0"/>
              <a:t>a</a:t>
            </a:r>
            <a:r>
              <a:rPr lang="es-CO" spc="-45" noProof="0" dirty="0"/>
              <a:t> </a:t>
            </a:r>
            <a:r>
              <a:rPr lang="es-CO" spc="-185" noProof="0" dirty="0"/>
              <a:t>descriptiva</a:t>
            </a:r>
            <a:r>
              <a:rPr lang="es-CO" spc="-40" noProof="0" dirty="0"/>
              <a:t> </a:t>
            </a:r>
            <a:r>
              <a:rPr lang="es-CO" noProof="0" dirty="0"/>
              <a:t>-</a:t>
            </a:r>
            <a:r>
              <a:rPr lang="es-CO" spc="45" noProof="0" dirty="0"/>
              <a:t> </a:t>
            </a:r>
            <a:r>
              <a:rPr lang="es-CO" spc="-140" noProof="0" dirty="0"/>
              <a:t>Aprendizaje</a:t>
            </a:r>
            <a:r>
              <a:rPr lang="es-CO" spc="-225" noProof="0" dirty="0"/>
              <a:t> </a:t>
            </a:r>
            <a:r>
              <a:rPr lang="es-CO" spc="-195" noProof="0" dirty="0"/>
              <a:t>no</a:t>
            </a:r>
            <a:r>
              <a:rPr lang="es-CO" spc="-330" noProof="0" dirty="0"/>
              <a:t> </a:t>
            </a:r>
            <a:r>
              <a:rPr lang="es-CO" spc="-220" noProof="0" dirty="0"/>
              <a:t>supervisado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9052" y="5423915"/>
            <a:ext cx="1228344" cy="12374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1440" y="4158996"/>
            <a:ext cx="1164336" cy="111404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50123" y="3421379"/>
            <a:ext cx="1100327" cy="106222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81072" y="2135123"/>
            <a:ext cx="1685544" cy="116128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85103" y="3787140"/>
            <a:ext cx="1623059" cy="117195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07107" y="4433315"/>
            <a:ext cx="1344168" cy="11277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873496" y="1824227"/>
            <a:ext cx="1772411" cy="115366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950452" y="1758695"/>
            <a:ext cx="1066800" cy="128625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607297" y="5697118"/>
            <a:ext cx="18440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1800" b="1" spc="-45" noProof="0" dirty="0">
                <a:latin typeface="Arial"/>
                <a:cs typeface="Arial"/>
              </a:rPr>
              <a:t>AGRUPAMIENTO</a:t>
            </a:r>
            <a:endParaRPr lang="es-CO" sz="1800" noProof="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854" y="4281215"/>
            <a:ext cx="9597746" cy="209544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lang="es-CO" sz="2800" spc="-260" noProof="0" dirty="0">
                <a:latin typeface="Microsoft Sans Serif"/>
                <a:cs typeface="Microsoft Sans Serif"/>
              </a:rPr>
              <a:t>Comenzaremos</a:t>
            </a:r>
            <a:r>
              <a:rPr lang="es-CO" sz="2800" spc="-275" noProof="0" dirty="0">
                <a:latin typeface="Microsoft Sans Serif"/>
                <a:cs typeface="Microsoft Sans Serif"/>
              </a:rPr>
              <a:t> </a:t>
            </a:r>
            <a:r>
              <a:rPr lang="es-CO" sz="2800" spc="-120" noProof="0" dirty="0">
                <a:latin typeface="Microsoft Sans Serif"/>
                <a:cs typeface="Microsoft Sans Serif"/>
              </a:rPr>
              <a:t>analizando</a:t>
            </a:r>
            <a:r>
              <a:rPr lang="es-CO" sz="2800" spc="-130" noProof="0" dirty="0">
                <a:latin typeface="Microsoft Sans Serif"/>
                <a:cs typeface="Microsoft Sans Serif"/>
              </a:rPr>
              <a:t> </a:t>
            </a:r>
            <a:r>
              <a:rPr lang="es-CO" sz="2800" spc="-180" noProof="0" dirty="0">
                <a:latin typeface="Microsoft Sans Serif"/>
                <a:cs typeface="Microsoft Sans Serif"/>
              </a:rPr>
              <a:t>los</a:t>
            </a:r>
            <a:r>
              <a:rPr lang="es-CO" sz="2800" spc="-215" noProof="0" dirty="0">
                <a:latin typeface="Microsoft Sans Serif"/>
                <a:cs typeface="Microsoft Sans Serif"/>
              </a:rPr>
              <a:t> </a:t>
            </a:r>
            <a:r>
              <a:rPr lang="es-CO" sz="2800" spc="-140" noProof="0" dirty="0">
                <a:latin typeface="Microsoft Sans Serif"/>
                <a:cs typeface="Microsoft Sans Serif"/>
              </a:rPr>
              <a:t>datos</a:t>
            </a:r>
            <a:r>
              <a:rPr lang="es-CO" sz="2800" spc="-95" noProof="0" dirty="0">
                <a:latin typeface="Microsoft Sans Serif"/>
                <a:cs typeface="Microsoft Sans Serif"/>
              </a:rPr>
              <a:t> </a:t>
            </a:r>
            <a:r>
              <a:rPr lang="es-CO" sz="2800" spc="-140" noProof="0" dirty="0">
                <a:latin typeface="Microsoft Sans Serif"/>
                <a:cs typeface="Microsoft Sans Serif"/>
              </a:rPr>
              <a:t>disponibles:</a:t>
            </a:r>
            <a:endParaRPr lang="es-CO" sz="2800" noProof="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9375"/>
              <a:buFont typeface="Wingdings"/>
              <a:buChar char=""/>
              <a:tabLst>
                <a:tab pos="332105" algn="l"/>
              </a:tabLst>
            </a:pPr>
            <a:r>
              <a:rPr lang="es-CO" sz="2800" spc="-215" noProof="0" dirty="0">
                <a:latin typeface="Microsoft Sans Serif"/>
                <a:cs typeface="Microsoft Sans Serif"/>
              </a:rPr>
              <a:t>Tipos</a:t>
            </a:r>
            <a:r>
              <a:rPr lang="es-CO" sz="2800" spc="-280" noProof="0" dirty="0">
                <a:latin typeface="Microsoft Sans Serif"/>
                <a:cs typeface="Microsoft Sans Serif"/>
              </a:rPr>
              <a:t> </a:t>
            </a:r>
            <a:r>
              <a:rPr lang="es-CO" sz="2800" noProof="0" dirty="0">
                <a:latin typeface="Microsoft Sans Serif"/>
                <a:cs typeface="Microsoft Sans Serif"/>
              </a:rPr>
              <a:t>de</a:t>
            </a:r>
            <a:r>
              <a:rPr lang="es-CO" sz="2800" spc="-90" noProof="0" dirty="0">
                <a:latin typeface="Microsoft Sans Serif"/>
                <a:cs typeface="Microsoft Sans Serif"/>
              </a:rPr>
              <a:t> </a:t>
            </a:r>
            <a:r>
              <a:rPr lang="es-CO" sz="2800" spc="-120" noProof="0" dirty="0">
                <a:latin typeface="Microsoft Sans Serif"/>
                <a:cs typeface="Microsoft Sans Serif"/>
              </a:rPr>
              <a:t>variables</a:t>
            </a:r>
            <a:r>
              <a:rPr lang="es-CO" sz="2800" spc="-140" noProof="0" dirty="0">
                <a:latin typeface="Microsoft Sans Serif"/>
                <a:cs typeface="Microsoft Sans Serif"/>
              </a:rPr>
              <a:t> </a:t>
            </a:r>
            <a:r>
              <a:rPr lang="es-CO" sz="2800" noProof="0" dirty="0">
                <a:latin typeface="Microsoft Sans Serif"/>
                <a:cs typeface="Microsoft Sans Serif"/>
              </a:rPr>
              <a:t>o</a:t>
            </a:r>
            <a:r>
              <a:rPr lang="es-CO" sz="2800" spc="-165" noProof="0" dirty="0">
                <a:latin typeface="Microsoft Sans Serif"/>
                <a:cs typeface="Microsoft Sans Serif"/>
              </a:rPr>
              <a:t> </a:t>
            </a:r>
            <a:r>
              <a:rPr lang="es-CO" sz="2800" spc="-10" noProof="0" dirty="0">
                <a:latin typeface="Microsoft Sans Serif"/>
                <a:cs typeface="Microsoft Sans Serif"/>
              </a:rPr>
              <a:t>atributos.</a:t>
            </a:r>
            <a:endParaRPr lang="es-CO" sz="2800" noProof="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9375"/>
              <a:buFont typeface="Wingdings"/>
              <a:buChar char=""/>
              <a:tabLst>
                <a:tab pos="332105" algn="l"/>
              </a:tabLst>
            </a:pPr>
            <a:r>
              <a:rPr lang="es-CO" sz="2800" spc="-140" noProof="0" dirty="0">
                <a:latin typeface="Microsoft Sans Serif"/>
                <a:cs typeface="Microsoft Sans Serif"/>
              </a:rPr>
              <a:t>Medidas</a:t>
            </a:r>
            <a:r>
              <a:rPr lang="es-CO" sz="2800" spc="-135" noProof="0" dirty="0">
                <a:latin typeface="Microsoft Sans Serif"/>
                <a:cs typeface="Microsoft Sans Serif"/>
              </a:rPr>
              <a:t> </a:t>
            </a:r>
            <a:r>
              <a:rPr lang="es-CO" sz="2800" noProof="0" dirty="0">
                <a:latin typeface="Microsoft Sans Serif"/>
                <a:cs typeface="Microsoft Sans Serif"/>
              </a:rPr>
              <a:t>y</a:t>
            </a:r>
            <a:r>
              <a:rPr lang="es-CO" sz="2800" spc="50" noProof="0" dirty="0">
                <a:latin typeface="Microsoft Sans Serif"/>
                <a:cs typeface="Microsoft Sans Serif"/>
              </a:rPr>
              <a:t> </a:t>
            </a:r>
            <a:r>
              <a:rPr lang="es-CO" sz="2800" spc="-90" noProof="0" dirty="0">
                <a:latin typeface="Microsoft Sans Serif"/>
                <a:cs typeface="Microsoft Sans Serif"/>
              </a:rPr>
              <a:t>gráficos</a:t>
            </a:r>
            <a:r>
              <a:rPr lang="es-CO" sz="2800" spc="-360" noProof="0" dirty="0">
                <a:latin typeface="Microsoft Sans Serif"/>
                <a:cs typeface="Microsoft Sans Serif"/>
              </a:rPr>
              <a:t> </a:t>
            </a:r>
            <a:r>
              <a:rPr lang="es-CO" sz="2800" noProof="0" dirty="0">
                <a:latin typeface="Microsoft Sans Serif"/>
                <a:cs typeface="Microsoft Sans Serif"/>
              </a:rPr>
              <a:t>para</a:t>
            </a:r>
            <a:r>
              <a:rPr lang="es-CO" sz="2800" spc="40" noProof="0" dirty="0">
                <a:latin typeface="Microsoft Sans Serif"/>
                <a:cs typeface="Microsoft Sans Serif"/>
              </a:rPr>
              <a:t> </a:t>
            </a:r>
            <a:r>
              <a:rPr lang="es-CO" sz="2800" spc="-220" noProof="0" dirty="0">
                <a:latin typeface="Microsoft Sans Serif"/>
                <a:cs typeface="Microsoft Sans Serif"/>
              </a:rPr>
              <a:t>conocer</a:t>
            </a:r>
            <a:r>
              <a:rPr lang="es-CO" sz="2800" spc="-195" noProof="0" dirty="0">
                <a:latin typeface="Microsoft Sans Serif"/>
                <a:cs typeface="Microsoft Sans Serif"/>
              </a:rPr>
              <a:t> </a:t>
            </a:r>
            <a:r>
              <a:rPr lang="es-CO" sz="2800" spc="-220" noProof="0" dirty="0">
                <a:latin typeface="Microsoft Sans Serif"/>
                <a:cs typeface="Microsoft Sans Serif"/>
              </a:rPr>
              <a:t>su</a:t>
            </a:r>
            <a:r>
              <a:rPr lang="es-CO" sz="2800" spc="-450" noProof="0" dirty="0">
                <a:latin typeface="Microsoft Sans Serif"/>
                <a:cs typeface="Microsoft Sans Serif"/>
              </a:rPr>
              <a:t> </a:t>
            </a:r>
            <a:r>
              <a:rPr lang="es-CO" sz="2800" spc="-10" noProof="0" dirty="0">
                <a:latin typeface="Microsoft Sans Serif"/>
                <a:cs typeface="Microsoft Sans Serif"/>
              </a:rPr>
              <a:t>calidad.</a:t>
            </a:r>
          </a:p>
          <a:p>
            <a:pPr marL="332105" lvl="2" indent="-319405">
              <a:spcBef>
                <a:spcPts val="695"/>
              </a:spcBef>
              <a:buClr>
                <a:srgbClr val="DD8046"/>
              </a:buClr>
              <a:buSzPct val="59375"/>
              <a:buFont typeface="Wingdings"/>
              <a:buChar char=""/>
              <a:tabLst>
                <a:tab pos="332105" algn="l"/>
              </a:tabLst>
            </a:pPr>
            <a:r>
              <a:rPr lang="es-CO" sz="2800" spc="-10" noProof="0" dirty="0">
                <a:latin typeface="Microsoft Sans Serif"/>
                <a:cs typeface="Microsoft Sans Serif"/>
              </a:rPr>
              <a:t>Pero antes… ¿clasificación de los datos? ¿tipos de datos?</a:t>
            </a:r>
            <a:endParaRPr lang="es-CO" sz="2800" noProof="0" dirty="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427" rIns="0" bIns="0" rtlCol="0">
            <a:spAutoFit/>
          </a:bodyPr>
          <a:lstStyle/>
          <a:p>
            <a:pPr marL="678815">
              <a:lnSpc>
                <a:spcPct val="100000"/>
              </a:lnSpc>
              <a:spcBef>
                <a:spcPts val="105"/>
              </a:spcBef>
            </a:pPr>
            <a:r>
              <a:rPr lang="es-CO" spc="-150" noProof="0" dirty="0"/>
              <a:t>Minería</a:t>
            </a:r>
            <a:r>
              <a:rPr lang="es-CO" spc="-145" noProof="0" dirty="0"/>
              <a:t> </a:t>
            </a:r>
            <a:r>
              <a:rPr lang="es-CO" noProof="0" dirty="0"/>
              <a:t>de</a:t>
            </a:r>
            <a:r>
              <a:rPr lang="es-CO" spc="-285" noProof="0" dirty="0"/>
              <a:t> </a:t>
            </a:r>
            <a:r>
              <a:rPr lang="es-CO" spc="-254" noProof="0" dirty="0"/>
              <a:t>Datos</a:t>
            </a:r>
            <a:r>
              <a:rPr lang="es-CO" spc="-260" noProof="0" dirty="0"/>
              <a:t> </a:t>
            </a:r>
            <a:r>
              <a:rPr lang="es-CO" noProof="0" dirty="0"/>
              <a:t>y</a:t>
            </a:r>
            <a:r>
              <a:rPr lang="es-CO" spc="-40" noProof="0" dirty="0"/>
              <a:t> </a:t>
            </a:r>
            <a:r>
              <a:rPr lang="es-CO" noProof="0" dirty="0"/>
              <a:t>el</a:t>
            </a:r>
            <a:r>
              <a:rPr lang="es-CO" spc="-160" noProof="0" dirty="0"/>
              <a:t> </a:t>
            </a:r>
            <a:r>
              <a:rPr lang="es-CO" spc="-229" noProof="0" dirty="0"/>
              <a:t>proceso</a:t>
            </a:r>
            <a:r>
              <a:rPr lang="es-CO" spc="-509" noProof="0" dirty="0"/>
              <a:t> </a:t>
            </a:r>
            <a:r>
              <a:rPr lang="es-CO" noProof="0" dirty="0"/>
              <a:t>de</a:t>
            </a:r>
            <a:r>
              <a:rPr lang="es-CO" spc="-135" noProof="0" dirty="0"/>
              <a:t> </a:t>
            </a:r>
            <a:r>
              <a:rPr lang="es-CO" spc="-545" noProof="0" dirty="0"/>
              <a:t>KD</a:t>
            </a:r>
            <a:r>
              <a:rPr lang="es-CO" spc="-25" noProof="0" dirty="0"/>
              <a:t>D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978408" y="1560575"/>
            <a:ext cx="10736580" cy="2109470"/>
            <a:chOff x="978408" y="1560575"/>
            <a:chExt cx="10736580" cy="21094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8408" y="1578863"/>
              <a:ext cx="10736580" cy="209092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679436" y="1560575"/>
              <a:ext cx="504190" cy="427990"/>
            </a:xfrm>
            <a:custGeom>
              <a:avLst/>
              <a:gdLst/>
              <a:ahLst/>
              <a:cxnLst/>
              <a:rect l="l" t="t" r="r" b="b"/>
              <a:pathLst>
                <a:path w="504190" h="427989">
                  <a:moveTo>
                    <a:pt x="504062" y="0"/>
                  </a:moveTo>
                  <a:lnTo>
                    <a:pt x="0" y="0"/>
                  </a:lnTo>
                  <a:lnTo>
                    <a:pt x="0" y="427863"/>
                  </a:lnTo>
                  <a:lnTo>
                    <a:pt x="504062" y="427863"/>
                  </a:lnTo>
                  <a:lnTo>
                    <a:pt x="5040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202671" y="3701288"/>
            <a:ext cx="11855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1400" b="1" spc="-20" noProof="0" dirty="0">
                <a:latin typeface="Arial"/>
                <a:cs typeface="Arial"/>
              </a:rPr>
              <a:t>Fayyad</a:t>
            </a:r>
            <a:r>
              <a:rPr lang="es-CO" sz="1400" b="1" spc="-45" noProof="0" dirty="0">
                <a:latin typeface="Arial"/>
                <a:cs typeface="Arial"/>
              </a:rPr>
              <a:t> </a:t>
            </a:r>
            <a:r>
              <a:rPr lang="es-CO" sz="1400" b="1" spc="-10" noProof="0" dirty="0">
                <a:latin typeface="Arial"/>
                <a:cs typeface="Arial"/>
              </a:rPr>
              <a:t>(1996)</a:t>
            </a:r>
            <a:endParaRPr lang="es-CO" sz="1400" noProof="0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408557" y="3979545"/>
            <a:ext cx="378460" cy="325120"/>
            <a:chOff x="1408557" y="3979545"/>
            <a:chExt cx="378460" cy="325120"/>
          </a:xfrm>
        </p:grpSpPr>
        <p:sp>
          <p:nvSpPr>
            <p:cNvPr id="9" name="object 9"/>
            <p:cNvSpPr/>
            <p:nvPr/>
          </p:nvSpPr>
          <p:spPr>
            <a:xfrm>
              <a:off x="1417320" y="3988308"/>
              <a:ext cx="359410" cy="306070"/>
            </a:xfrm>
            <a:custGeom>
              <a:avLst/>
              <a:gdLst/>
              <a:ahLst/>
              <a:cxnLst/>
              <a:rect l="l" t="t" r="r" b="b"/>
              <a:pathLst>
                <a:path w="359410" h="306070">
                  <a:moveTo>
                    <a:pt x="179578" y="0"/>
                  </a:moveTo>
                  <a:lnTo>
                    <a:pt x="0" y="152908"/>
                  </a:lnTo>
                  <a:lnTo>
                    <a:pt x="89789" y="152908"/>
                  </a:lnTo>
                  <a:lnTo>
                    <a:pt x="89789" y="305943"/>
                  </a:lnTo>
                  <a:lnTo>
                    <a:pt x="269494" y="305943"/>
                  </a:lnTo>
                  <a:lnTo>
                    <a:pt x="269494" y="152908"/>
                  </a:lnTo>
                  <a:lnTo>
                    <a:pt x="359282" y="152908"/>
                  </a:lnTo>
                  <a:lnTo>
                    <a:pt x="17957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10" name="object 10"/>
            <p:cNvSpPr/>
            <p:nvPr/>
          </p:nvSpPr>
          <p:spPr>
            <a:xfrm>
              <a:off x="1418082" y="3989070"/>
              <a:ext cx="359410" cy="306070"/>
            </a:xfrm>
            <a:custGeom>
              <a:avLst/>
              <a:gdLst/>
              <a:ahLst/>
              <a:cxnLst/>
              <a:rect l="l" t="t" r="r" b="b"/>
              <a:pathLst>
                <a:path w="359410" h="306070">
                  <a:moveTo>
                    <a:pt x="0" y="152907"/>
                  </a:moveTo>
                  <a:lnTo>
                    <a:pt x="179578" y="0"/>
                  </a:lnTo>
                  <a:lnTo>
                    <a:pt x="359282" y="152907"/>
                  </a:lnTo>
                  <a:lnTo>
                    <a:pt x="269494" y="152907"/>
                  </a:lnTo>
                  <a:lnTo>
                    <a:pt x="269494" y="305942"/>
                  </a:lnTo>
                  <a:lnTo>
                    <a:pt x="89789" y="305942"/>
                  </a:lnTo>
                  <a:lnTo>
                    <a:pt x="89789" y="152907"/>
                  </a:lnTo>
                  <a:lnTo>
                    <a:pt x="0" y="152907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EA8BE-D8C4-CA90-DE2F-065A47454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FA94377-1492-1DED-ED02-0A6B3B48E9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904" y="229057"/>
            <a:ext cx="11734190" cy="792653"/>
          </a:xfrm>
          <a:prstGeom prst="rect">
            <a:avLst/>
          </a:prstGeom>
        </p:spPr>
        <p:txBody>
          <a:bodyPr vert="horz" wrap="square" lIns="0" tIns="114427" rIns="0" bIns="0" rtlCol="0">
            <a:spAutoFit/>
          </a:bodyPr>
          <a:lstStyle/>
          <a:p>
            <a:pPr marL="678815">
              <a:lnSpc>
                <a:spcPct val="100000"/>
              </a:lnSpc>
              <a:spcBef>
                <a:spcPts val="105"/>
              </a:spcBef>
            </a:pPr>
            <a:r>
              <a:rPr lang="es-CO" spc="-150" noProof="0" dirty="0"/>
              <a:t>Minería</a:t>
            </a:r>
            <a:r>
              <a:rPr lang="es-CO" spc="-145" noProof="0" dirty="0"/>
              <a:t> </a:t>
            </a:r>
            <a:r>
              <a:rPr lang="es-CO" noProof="0" dirty="0"/>
              <a:t>de</a:t>
            </a:r>
            <a:r>
              <a:rPr lang="es-CO" spc="-285" noProof="0" dirty="0"/>
              <a:t> </a:t>
            </a:r>
            <a:r>
              <a:rPr lang="es-CO" spc="-254" noProof="0" dirty="0"/>
              <a:t>Datos</a:t>
            </a:r>
            <a:endParaRPr lang="es-CO" spc="-25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D35C6C2-4CAA-DCDB-4848-1F1DCA3205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098"/>
          <a:stretch>
            <a:fillRect/>
          </a:stretch>
        </p:blipFill>
        <p:spPr>
          <a:xfrm>
            <a:off x="1881906" y="1676400"/>
            <a:ext cx="8428186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3010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9428D-AADA-B359-8C0C-2BD17C759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A3F3C9F-B02B-14EC-C300-54B8C2EFE6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904" y="229057"/>
            <a:ext cx="11734190" cy="792653"/>
          </a:xfrm>
          <a:prstGeom prst="rect">
            <a:avLst/>
          </a:prstGeom>
        </p:spPr>
        <p:txBody>
          <a:bodyPr vert="horz" wrap="square" lIns="0" tIns="114427" rIns="0" bIns="0" rtlCol="0">
            <a:spAutoFit/>
          </a:bodyPr>
          <a:lstStyle/>
          <a:p>
            <a:pPr marL="678815">
              <a:lnSpc>
                <a:spcPct val="100000"/>
              </a:lnSpc>
              <a:spcBef>
                <a:spcPts val="105"/>
              </a:spcBef>
            </a:pPr>
            <a:r>
              <a:rPr lang="es-CO" spc="-150" noProof="0" dirty="0"/>
              <a:t>Minería</a:t>
            </a:r>
            <a:r>
              <a:rPr lang="es-CO" spc="-145" noProof="0" dirty="0"/>
              <a:t> </a:t>
            </a:r>
            <a:r>
              <a:rPr lang="es-CO" noProof="0" dirty="0"/>
              <a:t>de</a:t>
            </a:r>
            <a:r>
              <a:rPr lang="es-CO" spc="-285" noProof="0" dirty="0"/>
              <a:t> </a:t>
            </a:r>
            <a:r>
              <a:rPr lang="es-CO" spc="-254" noProof="0" dirty="0"/>
              <a:t>Datos</a:t>
            </a:r>
            <a:endParaRPr lang="es-CO" spc="-25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0080A9-F075-55CD-2A87-73F1B9A9A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817" y="1981200"/>
            <a:ext cx="6202364" cy="420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8372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271E3-8CEA-3025-A802-ED14EDC91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F6625B9-70A2-F726-63F8-878417AE7F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904" y="229057"/>
            <a:ext cx="11734190" cy="792653"/>
          </a:xfrm>
          <a:prstGeom prst="rect">
            <a:avLst/>
          </a:prstGeom>
        </p:spPr>
        <p:txBody>
          <a:bodyPr vert="horz" wrap="square" lIns="0" tIns="114427" rIns="0" bIns="0" rtlCol="0">
            <a:spAutoFit/>
          </a:bodyPr>
          <a:lstStyle/>
          <a:p>
            <a:pPr marL="678815">
              <a:lnSpc>
                <a:spcPct val="100000"/>
              </a:lnSpc>
              <a:spcBef>
                <a:spcPts val="105"/>
              </a:spcBef>
            </a:pPr>
            <a:r>
              <a:rPr lang="es-CO" spc="-150" noProof="0" dirty="0"/>
              <a:t>Minería</a:t>
            </a:r>
            <a:r>
              <a:rPr lang="es-CO" spc="-145" noProof="0" dirty="0"/>
              <a:t> </a:t>
            </a:r>
            <a:r>
              <a:rPr lang="es-CO" noProof="0" dirty="0"/>
              <a:t>de</a:t>
            </a:r>
            <a:r>
              <a:rPr lang="es-CO" spc="-285" noProof="0" dirty="0"/>
              <a:t> </a:t>
            </a:r>
            <a:r>
              <a:rPr lang="es-CO" spc="-254" noProof="0" dirty="0"/>
              <a:t>Datos</a:t>
            </a:r>
            <a:endParaRPr lang="es-CO" spc="-25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5E8605-A819-8266-CD0F-02DC3B2A8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413" y="1677637"/>
            <a:ext cx="8649172" cy="497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2159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D181C-9573-E564-26E3-198E57A83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FA9342F-79DD-699F-B2FE-77595311E9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904" y="229057"/>
            <a:ext cx="11734190" cy="792653"/>
          </a:xfrm>
          <a:prstGeom prst="rect">
            <a:avLst/>
          </a:prstGeom>
        </p:spPr>
        <p:txBody>
          <a:bodyPr vert="horz" wrap="square" lIns="0" tIns="114427" rIns="0" bIns="0" rtlCol="0">
            <a:spAutoFit/>
          </a:bodyPr>
          <a:lstStyle/>
          <a:p>
            <a:pPr marL="678815">
              <a:lnSpc>
                <a:spcPct val="100000"/>
              </a:lnSpc>
              <a:spcBef>
                <a:spcPts val="105"/>
              </a:spcBef>
            </a:pPr>
            <a:r>
              <a:rPr lang="es-CO" spc="-150" noProof="0" dirty="0"/>
              <a:t>Minería</a:t>
            </a:r>
            <a:r>
              <a:rPr lang="es-CO" spc="-145" noProof="0" dirty="0"/>
              <a:t> </a:t>
            </a:r>
            <a:r>
              <a:rPr lang="es-CO" noProof="0" dirty="0"/>
              <a:t>de</a:t>
            </a:r>
            <a:r>
              <a:rPr lang="es-CO" spc="-285" noProof="0" dirty="0"/>
              <a:t> </a:t>
            </a:r>
            <a:r>
              <a:rPr lang="es-CO" spc="-254" noProof="0" dirty="0"/>
              <a:t>Datos - Ejemplo</a:t>
            </a:r>
            <a:endParaRPr lang="es-CO" spc="-25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0D7473-C4C6-9D10-654E-74514C95C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676400"/>
            <a:ext cx="7467600" cy="480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451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</TotalTime>
  <Words>1685</Words>
  <Application>Microsoft Office PowerPoint</Application>
  <PresentationFormat>Widescreen</PresentationFormat>
  <Paragraphs>373</Paragraphs>
  <Slides>40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1" baseType="lpstr">
      <vt:lpstr>Aptos</vt:lpstr>
      <vt:lpstr>Arial</vt:lpstr>
      <vt:lpstr>Arial MT</vt:lpstr>
      <vt:lpstr>Corbel</vt:lpstr>
      <vt:lpstr>Inter</vt:lpstr>
      <vt:lpstr>Microsoft Sans Serif</vt:lpstr>
      <vt:lpstr>Nunito</vt:lpstr>
      <vt:lpstr>Times New Roman</vt:lpstr>
      <vt:lpstr>Verdana</vt:lpstr>
      <vt:lpstr>Wingdings</vt:lpstr>
      <vt:lpstr>Office Theme</vt:lpstr>
      <vt:lpstr>MINERÍA DE DATOS</vt:lpstr>
      <vt:lpstr>Introducción</vt:lpstr>
      <vt:lpstr>¿Cómo se originan los datos?</vt:lpstr>
      <vt:lpstr>El dato</vt:lpstr>
      <vt:lpstr>“El dato es lo que nos hace humanos”</vt:lpstr>
      <vt:lpstr>—Andrew McAfee</vt:lpstr>
      <vt:lpstr>¿Por qué el dato?</vt:lpstr>
      <vt:lpstr>¿Por qué el dato?</vt:lpstr>
      <vt:lpstr>¿Qué es Minería de Datos?</vt:lpstr>
      <vt:lpstr>¿Qué es Minería de Datos?</vt:lpstr>
      <vt:lpstr>¿Qué es la Minería de Datos?</vt:lpstr>
      <vt:lpstr>Minería de Datos. Caso de estudio</vt:lpstr>
      <vt:lpstr>Minería de Datos. Caso de estudio</vt:lpstr>
      <vt:lpstr>Minería de Datos. Caso de estudio</vt:lpstr>
      <vt:lpstr>Minería de Datos. Caso de estudio</vt:lpstr>
      <vt:lpstr>Etapas en el proceso de KDD</vt:lpstr>
      <vt:lpstr>Etapas en el proceso de KDD</vt:lpstr>
      <vt:lpstr>Etapas en el proceso de KDD</vt:lpstr>
      <vt:lpstr>Etapas en el proceso de KDD</vt:lpstr>
      <vt:lpstr>Etapas en el proceso de KDD</vt:lpstr>
      <vt:lpstr>Etapas en el proceso de KDD</vt:lpstr>
      <vt:lpstr>Minería de datos</vt:lpstr>
      <vt:lpstr>Técnicas de Minería de Datos</vt:lpstr>
      <vt:lpstr>Extracción de Conocimiento (proceso KDD)</vt:lpstr>
      <vt:lpstr>Extracción de Conocimiento (proceso KDD)</vt:lpstr>
      <vt:lpstr>Extracción de Conocimiento (proceso KDD)</vt:lpstr>
      <vt:lpstr>Extracción de Conocimiento (proceso KDD)</vt:lpstr>
      <vt:lpstr>Extracción de Conocimiento (proceso KDD)</vt:lpstr>
      <vt:lpstr>Extracción de Conocimiento (proceso KDD)</vt:lpstr>
      <vt:lpstr>Minería de Datos vs otras disciplinas</vt:lpstr>
      <vt:lpstr>Ej. 1: Resultado de un curso</vt:lpstr>
      <vt:lpstr>Ej. 1: Resultado de un curso</vt:lpstr>
      <vt:lpstr>Tipo de conocimiento a extraer</vt:lpstr>
      <vt:lpstr>Tarea predictiva - Aprendizaje supervisado</vt:lpstr>
      <vt:lpstr>Tarea descriptiva - Aprendizaje no supervisado</vt:lpstr>
      <vt:lpstr>Minería de Datos y el proceso de KDD</vt:lpstr>
      <vt:lpstr>Minería de Datos</vt:lpstr>
      <vt:lpstr>Minería de Datos</vt:lpstr>
      <vt:lpstr>Minería de Datos</vt:lpstr>
      <vt:lpstr>Minería de Datos - Ejemplo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Minería de Datos Inteligente</dc:title>
  <dc:creator>Laura</dc:creator>
  <cp:lastModifiedBy>Norbey Muñoz</cp:lastModifiedBy>
  <cp:revision>1</cp:revision>
  <dcterms:created xsi:type="dcterms:W3CDTF">2026-05-13T02:47:42Z</dcterms:created>
  <dcterms:modified xsi:type="dcterms:W3CDTF">2026-05-25T13:15:52Z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2024-02-12T00:00:00Z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2026-05-13T00:00:00Z</vt:filetime>
  </property>
  <property fmtid="{D5CDD505-2E9C-101B-9397-08002B2CF9AE}" pid="5" name="Producer">
    <vt:lpwstr>Microsoft® PowerPoint® para Microsoft 365</vt:lpwstr>
  </property>
</Properties>
</file>